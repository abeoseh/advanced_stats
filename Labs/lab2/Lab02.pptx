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42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20 512 0 0,'-1'1'46'0'0,"-1"0"0"0"0,0-1 0 0 0,0 1 0 0 0,0-1 0 0 0,-1 1-1 0 0,1-1 1 0 0,0 0 0 0 0,0 0 0 0 0,0 0 0 0 0,0 0 0 0 0,0 0 0 0 0,0-1 0 0 0,0 1 0 0 0,0 0-1 0 0,0-1 1 0 0,0 0 0 0 0,0 1 0 0 0,0-1 0 0 0,0 0 0 0 0,0 0 0 0 0,1 0 0 0 0,-1 0-1 0 0,0 0 1 0 0,0-1 0 0 0,1 1 0 0 0,-2-2 0 0 0,1 2-30 0 0,1 0 1 0 0,-1 0-1 0 0,0 0 0 0 0,1 0 1 0 0,-1 0-1 0 0,0 1 0 0 0,0-1 0 0 0,1 1 1 0 0,-1-1-1 0 0,0 1 0 0 0,0 0 1 0 0,0-1-1 0 0,0 1 0 0 0,0 0 0 0 0,1 0 1 0 0,-3 1-1 0 0,-36 4-802 0 0,24-2-385 0 0,3-1 1108 0 0,6 0 63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42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53 166 8 0 0,'-4'-4'469'0'0,"0"1"1"0"0,0-1-1 0 0,0 0 0 0 0,1 0 1 0 0,-1-1-1 0 0,1 1 0 0 0,0-1 0 0 0,0 0 1 0 0,1 0-1 0 0,-1 0 0 0 0,1 0 1 0 0,0 0-1 0 0,-1-7 0 0 0,1 5 284 0 0,0-1 0 0 0,0 1 0 0 0,1-1 0 0 0,0 0 0 0 0,1 0 0 0 0,-1 1 0 0 0,2-1 0 0 0,1-15 0 0 0,-2 23-657 0 0,0-1 1 0 0,0 1-1 0 0,0-1 1 0 0,0 1-1 0 0,0-1 1 0 0,0 1-1 0 0,1-1 1 0 0,-1 1-1 0 0,0-1 1 0 0,0 1-1 0 0,0-1 1 0 0,1 1-1 0 0,-1-1 1 0 0,0 1-1 0 0,0-1 1 0 0,1 1-1 0 0,-1 0 1 0 0,0-1-1 0 0,1 1 1 0 0,-1-1-1 0 0,1 1 1 0 0,-1 0-1 0 0,0 0 1 0 0,2-1-1 0 0,6 8 1480 0 0,3 20-250 0 0,4 67 645 0 0,5 164 0 0 0,-20-251-1934 0 0,1 33 152 0 0,-2-26-174 0 0,1-1 0 0 0,1 0-1 0 0,0 0 1 0 0,1 0 0 0 0,0 0 0 0 0,1 0 0 0 0,5 15 0 0 0,-8-28-36 0 0,0 0 1 0 0,0 1 0 0 0,0-1 0 0 0,0 0-1 0 0,0 0 1 0 0,0 1 0 0 0,0-1 0 0 0,0 0-1 0 0,1 0 1 0 0,-1 1 0 0 0,0-1-1 0 0,0 0 1 0 0,0 0 0 0 0,0 1 0 0 0,0-1-1 0 0,0 0 1 0 0,1 0 0 0 0,-1 0 0 0 0,0 1-1 0 0,0-1 1 0 0,0 0 0 0 0,0 0 0 0 0,1 0-1 0 0,-1 1 1 0 0,0-1 0 0 0,0 0 0 0 0,1 0-1 0 0,-1 0 1 0 0,0 0 0 0 0,0 0 0 0 0,1 0-1 0 0,-1 0 1 0 0,0 0 0 0 0,0 1 0 0 0,1-1-1 0 0,-1 0 1 0 0,0 0 0 0 0,0 0-1 0 0,1 0 1 0 0,-1 0 0 0 0,0 0 0 0 0,5-12-1319 0 0,-2-18-1557 0 0,-3-22-3862 0 0,0 33 5040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42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7 117 120 0 0,'-1'-1'252'0'0,"0"0"0"0"0,1 0-1 0 0,-1 0 1 0 0,1 0 0 0 0,-1 0 0 0 0,1 0-1 0 0,-1-1 1 0 0,1 1 0 0 0,-1 0 0 0 0,1 0-1 0 0,0 0 1 0 0,0 0 0 0 0,0-1 0 0 0,0 1-1 0 0,0 0 1 0 0,0 0 0 0 0,0 0 0 0 0,0-1-1 0 0,0 1 1 0 0,0 0 0 0 0,1 0 0 0 0,-1 0-1 0 0,0 0 1 0 0,1 0 0 0 0,-1 0 0 0 0,1-1-1 0 0,0 1 1 0 0,-1 0 0 0 0,1 0 0 0 0,0 0 0 0 0,-1 1-1 0 0,1-1 1 0 0,0 0 0 0 0,2-1 0 0 0,2-2 386 0 0,1 0 0 0 0,0 1 0 0 0,-1 0 0 0 0,2 0 1 0 0,7-2-1 0 0,2-1-451 0 0,8-5 488 0 0,1 1 0 0 0,0 2-1 0 0,40-9 1 0 0,-57 16-527 0 0,0 0-1 0 0,1 0 1 0 0,-1 1 0 0 0,1 0 0 0 0,-1 1-1 0 0,15 2 1 0 0,-18-2-86 0 0,0 1 1 0 0,-1-1-1 0 0,1 1 1 0 0,0 0-1 0 0,-1 0 1 0 0,0 1-1 0 0,1-1 1 0 0,-1 1-1 0 0,0 0 1 0 0,0 0-1 0 0,-1 0 1 0 0,6 7-1 0 0,-5-5-11 0 0,-1 0 1 0 0,1 0-1 0 0,-1 0 1 0 0,-1 1-1 0 0,1 0 0 0 0,-1 0 1 0 0,0-1-1 0 0,0 1 1 0 0,-1 0-1 0 0,0 0 0 0 0,0 1 1 0 0,0-1-1 0 0,-1 0 1 0 0,0 0-1 0 0,0 0 0 0 0,0 0 1 0 0,-1 1-1 0 0,0-1 0 0 0,-2 7 1 0 0,-1 5 38 0 0,-2 1 1 0 0,0-1-1 0 0,-1 0 1 0 0,-18 32-1 0 0,19-40-261 0 0,-1 0-1 0 0,0 0 0 0 0,-1 0 0 0 0,0-1 0 0 0,-1 0 1 0 0,0 0-1 0 0,0-1 0 0 0,-1 0 0 0 0,0-1 0 0 0,0 0 0 0 0,-17 8 1 0 0,24-14-910 0 0,-1 1-572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43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17 1448 0 0,'-5'-3'5282'0'0,"-11"-2"-5453"0"0,9 3 951 0 0,4 1-399 0 0,0 0 0 0 0,-1 0 0 0 0,0 0 0 0 0,1 0 1 0 0,-1 0-1 0 0,0 1 0 0 0,1 0 0 0 0,-1 0 0 0 0,0 0 0 0 0,1 0 0 0 0,-1 0 1 0 0,0 1-1 0 0,1 0 0 0 0,-7 1 0 0 0,8 0-274 0 0,0-1 1 0 0,-1 0-1 0 0,1 1 1 0 0,0 0-1 0 0,0-1 1 0 0,0 1-1 0 0,0 0 1 0 0,1 0-1 0 0,-1 0 1 0 0,0 0-1 0 0,1 0 1 0 0,0 1-1 0 0,-1-1 1 0 0,1 0-1 0 0,0 1 1 0 0,0-1-1 0 0,0 1 1 0 0,1-1-1 0 0,-1 1 1 0 0,0-1-1 0 0,1 4 1 0 0,-5 28 235 0 0,3 0 1 0 0,0-1 0 0 0,2 1-1 0 0,2 0 1 0 0,1 0 0 0 0,2-1-1 0 0,1 1 1 0 0,1-1 0 0 0,15 40-1 0 0,-18-62-244 0 0,1 0 0 0 0,0 0 0 0 0,0 0-1 0 0,1-1 1 0 0,1 0 0 0 0,9 13 0 0 0,-13-20-281 0 0,0 0 1 0 0,0 0 0 0 0,0 0-1 0 0,0-1 1 0 0,1 1 0 0 0,-1-1 0 0 0,1 0-1 0 0,-1 0 1 0 0,6 2 0 0 0,-6-3-465 0 0,0 0 1 0 0,0 0 0 0 0,0 0 0 0 0,0-1 0 0 0,0 0 0 0 0,1 1-1 0 0,-1-1 1 0 0,0-1 0 0 0,0 1 0 0 0,0 0 0 0 0,0-1 0 0 0,0 1-1 0 0,6-3 1 0 0,0 1-1321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4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24 185 512 0 0,'-11'-62'1749'0'0,"0"-1"4094"0"0,10 28-2525 0 0,2 26-1322 0 0,3 25-1124 0 0,1 31-347 0 0,28 167 579 0 0,-27-184-979 0 0,2 0 0 0 0,1 0 0 0 0,2-1 0 0 0,26 52 0 0 0,-36-78-110 0 0,1-1 1 0 0,-1 1-1 0 0,1-1 1 0 0,0 1 0 0 0,0-1-1 0 0,0 0 1 0 0,0 0-1 0 0,0 0 1 0 0,0 0 0 0 0,0 0-1 0 0,1 0 1 0 0,-1-1-1 0 0,1 1 1 0 0,3 1 0 0 0,-5-3-9 0 0,-1 0 0 0 0,1 0 0 0 0,0 1 0 0 0,0-1 0 0 0,0 0 0 0 0,0 0 0 0 0,0 0 0 0 0,0 0 0 0 0,-1 0 0 0 0,1 0 0 0 0,0-1 0 0 0,0 1 0 0 0,0 0 0 0 0,0 0 0 0 0,0-1 0 0 0,-1 1 0 0 0,1 0 0 0 0,0-1 1 0 0,1 0-1 0 0,-1 0 1 0 0,1 0 1 0 0,-1-1 0 0 0,0 1-1 0 0,0-1 1 0 0,1 1-1 0 0,-1-1 1 0 0,0 0 0 0 0,0 1-1 0 0,0-1 1 0 0,-1 0 0 0 0,2-3-1 0 0,3-10 21 0 0,-1-1 1 0 0,0 1-1 0 0,-2-1 0 0 0,2-27 0 0 0,-4-69 35 0 0,-2 49-24 0 0,1 1-24 0 0,2-65 38 0 0,0 123-55 0 0,-1 1-1 0 0,1 0 0 0 0,-1 0 0 0 0,1 0 0 0 0,0 0 0 0 0,0 0 0 0 0,2-3 0 0 0,-3 6 3 0 0,0 0 0 0 0,0 0 0 0 0,0 0-1 0 0,0-1 1 0 0,1 1 0 0 0,-1 0-1 0 0,0 0 1 0 0,0-1 0 0 0,0 1-1 0 0,0 0 1 0 0,1 0 0 0 0,-1 0 0 0 0,0-1-1 0 0,0 1 1 0 0,0 0 0 0 0,1 0-1 0 0,-1 0 1 0 0,0 0 0 0 0,0 0-1 0 0,1 0 1 0 0,-1-1 0 0 0,0 1-1 0 0,0 0 1 0 0,1 0 0 0 0,-1 0 0 0 0,0 0-1 0 0,0 0 1 0 0,1 0 0 0 0,-1 0-1 0 0,0 0 1 0 0,1 0 0 0 0,6 14 2 0 0,27 129 323 0 0,-24-91-229 0 0,21 63 0 0 0,-27-102-98 0 0,-2-6 2 0 0,0 0 0 0 0,0 0-1 0 0,1-1 1 0 0,-1 1 0 0 0,2-1 0 0 0,-1 0 0 0 0,1 1 0 0 0,0-2-1 0 0,0 1 1 0 0,6 7 0 0 0,-9-13-8 0 0,-1 0-1 0 0,0 0 1 0 0,1 1-1 0 0,-1-1 1 0 0,1 0-1 0 0,-1 0 1 0 0,0 0-1 0 0,1 1 1 0 0,-1-1-1 0 0,1 0 1 0 0,-1 0-1 0 0,1 0 1 0 0,-1 0-1 0 0,1 0 1 0 0,-1 0-1 0 0,1 0 1 0 0,-1 0 0 0 0,1 0-1 0 0,-1 0 1 0 0,0 0-1 0 0,1 0 1 0 0,-1 0-1 0 0,1-1 1 0 0,-1 1-1 0 0,1 0 1 0 0,-1 0-1 0 0,0 0 1 0 0,1-1-1 0 0,-1 1 1 0 0,1-1-1 0 0,11-14-779 0 0,-10 10-65 0 0,0-1 1 0 0,0 1-1 0 0,0 0 1 0 0,1-10-1 0 0,1-8-4664 0 0,-2 14 4205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4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42 619 8 0 0,'0'0'88'0'0,"0"1"1"0"0,0-1-1 0 0,0 0 0 0 0,0 1 1 0 0,0-1-1 0 0,0 1 0 0 0,0-1 1 0 0,0 1-1 0 0,0-1 0 0 0,0 0 0 0 0,0 1 1 0 0,0-1-1 0 0,0 1 0 0 0,0-1 1 0 0,0 1-1 0 0,0-1 0 0 0,-1 0 1 0 0,1 1-1 0 0,0-1 0 0 0,0 0 1 0 0,-1 1-1 0 0,1-1 0 0 0,0 1 1 0 0,0-1-1 0 0,-1 0 0 0 0,1 0 1 0 0,-1 1-1 0 0,-7-7 2347 0 0,-5-19 815 0 0,10 13-2554 0 0,2 0 1 0 0,0 0 0 0 0,0-16 0 0 0,-2-20-25 0 0,-1-2-122 0 0,1-1 0 0 0,5-65 0 0 0,-2 105-487 0 0,0 4-37 0 0,4-40 185 0 0,-4 43-172 0 0,1 0-1 0 0,0 0 0 0 0,-1 0 1 0 0,2 1-1 0 0,-1-1 1 0 0,0 1-1 0 0,1-1 0 0 0,-1 1 1 0 0,5-6-1 0 0,-6 8-30 0 0,1 0 1 0 0,-1 1-1 0 0,1-1 0 0 0,0 1 1 0 0,-1-1-1 0 0,1 1 0 0 0,-1 0 1 0 0,1-1-1 0 0,0 1 0 0 0,-1-1 1 0 0,1 1-1 0 0,0 0 0 0 0,0 0 0 0 0,-1-1 1 0 0,1 1-1 0 0,0 0 0 0 0,0 0 1 0 0,-1 0-1 0 0,1 0 0 0 0,0 0 1 0 0,0 0-1 0 0,0 0 0 0 0,-1 0 1 0 0,1 0-1 0 0,0 0 0 0 0,0 1 1 0 0,-1-1-1 0 0,1 0 0 0 0,0 0 1 0 0,-1 1-1 0 0,1-1 0 0 0,0 1 1 0 0,-1-1-1 0 0,1 0 0 0 0,0 1 1 0 0,-1-1-1 0 0,1 1 0 0 0,-1-1 1 0 0,1 1-1 0 0,-1 0 0 0 0,1-1 1 0 0,-1 1-1 0 0,1-1 0 0 0,-1 1 0 0 0,1 1 1 0 0,19 33 140 0 0,-18-32-158 0 0,24 53 161 0 0,-14-26-77 0 0,2 0-1 0 0,2 0 0 0 0,0-2 0 0 0,2 0 0 0 0,22 26 0 0 0,-25-35 111 0 0,-13-15-81 0 0,1 0 1 0 0,-1-1-1 0 0,1 1 1 0 0,0-1-1 0 0,0 0 1 0 0,1 0-1 0 0,-1 0 1 0 0,0 0-1 0 0,7 3 1 0 0,-9-9 45 0 0,0 0 1 0 0,0 0-1 0 0,0 0 1 0 0,0 0-1 0 0,0 0 1 0 0,-1-1 0 0 0,1-5-1 0 0,0-30 121 0 0,-2 0 0 0 0,-1 0 0 0 0,-8-44-1 0 0,1 18-302 0 0,0 0 49 0 0,4 42-183 0 0,2-1 0 0 0,1 1 1 0 0,1-41-1 0 0,0 49-730 0 0,1 10-3589 0 0,10 12 90 0 0,-5-2 2253 0 0,5 1 487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5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71 143 8 0 0,'-24'-32'307'0'0,"19"27"204"0"0,0 1 0 0 0,1-2 0 0 0,0 1 0 0 0,0 0 0 0 0,1-1 0 0 0,-1 0 0 0 0,1 0 0 0 0,0 0 0 0 0,1 0 0 0 0,0-1-1 0 0,0 1 1 0 0,0 0 0 0 0,-1-12 0 0 0,3 17-432 0 0,0 0 0 0 0,0 0 0 0 0,0 0 0 0 0,1 1 0 0 0,-1-1 0 0 0,0 0 0 0 0,1 0 0 0 0,-1 0 0 0 0,0 1 0 0 0,1-1 0 0 0,-1 0 0 0 0,1 0 0 0 0,-1 1 0 0 0,1-1 0 0 0,0 0 0 0 0,-1 1 0 0 0,1-1 0 0 0,0 1 0 0 0,-1-1 0 0 0,1 0 0 0 0,0 1 0 0 0,0 0 0 0 0,0-1 0 0 0,-1 1 0 0 0,1 0 0 0 0,0-1 0 0 0,0 1 0 0 0,0 0 0 0 0,0 0 0 0 0,0-1 0 0 0,-1 1 0 0 0,1 0 0 0 0,1 0 0 0 0,31 2 1547 0 0,-25 0-1450 0 0,0 1 0 0 0,0 0 0 0 0,0 1-1 0 0,0 0 1 0 0,-1 0 0 0 0,0 0 0 0 0,0 1 0 0 0,0 0 0 0 0,0 1 0 0 0,-1-1 0 0 0,1 1 0 0 0,-2 1 0 0 0,1-1-1 0 0,-1 1 1 0 0,9 14 0 0 0,-3-3-22 0 0,0 1-1 0 0,-1 1 0 0 0,-2 0 0 0 0,0 0 1 0 0,7 25-1 0 0,-2 12-46 0 0,-2-1-1 0 0,-3 2 1 0 0,-2-1 0 0 0,-3 1-1 0 0,-2 0 1 0 0,-3-1 0 0 0,-10 64-1 0 0,7-91 20 0 0,-17 56 0 0 0,17-74-710 0 0,0 1 0 0 0,0 0 0 0 0,-1-1 0 0 0,-1 0 0 0 0,0 0 0 0 0,-13 16 0 0 0,11-19-3144 0 0,5-6 2367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6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1 512 0 0,'1'2'297'0'0,"-1"1"0"0"0,0 0 0 0 0,1-1 0 0 0,-1 1 0 0 0,0 0 0 0 0,0 0 0 0 0,-1-1 0 0 0,1 1 0 0 0,-2 4 0 0 0,2-6 25 0 0,-1 1 0 0 0,1 0 0 0 0,-1 0-1 0 0,1-1 1 0 0,0 1 0 0 0,0 0 0 0 0,-1 0 0 0 0,1-1 0 0 0,0 1-1 0 0,1 0 1 0 0,-1 0 0 0 0,0-1 0 0 0,0 1 0 0 0,1 0 0 0 0,-1-1-1 0 0,1 1 1 0 0,0 0 0 0 0,-1-1 0 0 0,1 1 0 0 0,0 0-1 0 0,2 2 1 0 0,1-1-74 0 0,1 0 0 0 0,0 1-1 0 0,0-2 1 0 0,0 1 0 0 0,0 0-1 0 0,0-1 1 0 0,1 0-1 0 0,-1 0 1 0 0,1-1 0 0 0,-1 0-1 0 0,1 1 1 0 0,-1-2 0 0 0,1 1-1 0 0,0-1 1 0 0,0 0 0 0 0,-1 0-1 0 0,1 0 1 0 0,11-3 0 0 0,4-1-201 0 0,-1-1-1 0 0,1 0 1 0 0,34-15 0 0 0,66-38-157 0 0,-107 56-923 0 0,-14 2 874 0 0,0 0-1 0 0,0 1 1 0 0,1-1-1 0 0,-1 0 1 0 0,0 0-1 0 0,0 1 0 0 0,0-1 1 0 0,1 0-1 0 0,-1 1 1 0 0,0-1-1 0 0,0 0 1 0 0,0 0-1 0 0,0 1 1 0 0,0-1-1 0 0,0 0 0 0 0,1 1 1 0 0,-1-1-1 0 0,0 0 1 0 0,0 1-1 0 0,0-1 1 0 0,0 0-1 0 0,0 1 1 0 0,0-1-1 0 0,-1 0 0 0 0,1 1 1 0 0,0-1-1 0 0,0 0 1 0 0,0 1-1 0 0,0-1 1 0 0,0 0-1 0 0,0 1 1 0 0,-1-1-1 0 0,1 0 0 0 0,0 1 1 0 0,0-1-1 0 0,0 0 1 0 0,-1 0-1 0 0,1 1 1 0 0,0-1-1 0 0,0 0 1 0 0,-1 0-1 0 0,-4 9-2426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6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 0 0,'0'1'221'0'0,"0"0"0"0"0,0 0 1 0 0,0 0-1 0 0,0 0 0 0 0,1 0 0 0 0,-1 0 1 0 0,0-1-1 0 0,1 1 0 0 0,-1 0 0 0 0,0 0 0 0 0,1 0 1 0 0,-1 0-1 0 0,1 0 0 0 0,0-1 0 0 0,-1 1 1 0 0,1 0-1 0 0,0 0 0 0 0,-1-1 0 0 0,1 1 0 0 0,0 0 1 0 0,0-1-1 0 0,0 1 0 0 0,3 1 252 0 0,-1-1-1 0 0,0 1 1 0 0,0-1 0 0 0,1 0-1 0 0,-1 0 1 0 0,6 1 0 0 0,6 0 540 0 0,1 0 0 0 0,17-2 0 0 0,-28 0-864 0 0,56-3 611 0 0,-39 1-852 0 0,0 1 0 0 0,24 2 0 0 0,-27 4-1386 0 0,-7 3-3300 0 0,-12-7 2262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8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7 512 0 0,'-12'-2'1590'0'0,"0"0"-1"0"0,-20 0 1 0 0,29 2-1095 0 0,-1 0 1 0 0,1 0 0 0 0,-1 0 0 0 0,1 0 0 0 0,-1 1-1 0 0,1 0 1 0 0,0 0 0 0 0,-1 0 0 0 0,1 0-1 0 0,0 0 1 0 0,0 1 0 0 0,0-1 0 0 0,0 1 0 0 0,-3 2-1 0 0,-6 6 793 0 0,7-6-1074 0 0,-1 0-1 0 0,1 1 0 0 0,-1 0 1 0 0,1 0-1 0 0,1 0 0 0 0,-1 1 0 0 0,1-1 1 0 0,0 1-1 0 0,0 0 0 0 0,1 1 1 0 0,-1-1-1 0 0,1 0 0 0 0,-2 11 1 0 0,4-17-225 0 0,1 0 1 0 0,0 0-1 0 0,0 1 1 0 0,0-1-1 0 0,0 0 1 0 0,0 1-1 0 0,0-1 1 0 0,0 0-1 0 0,0 0 1 0 0,0 1-1 0 0,1-1 1 0 0,-1 0-1 0 0,0 0 1 0 0,0 1-1 0 0,0-1 1 0 0,0 0-1 0 0,0 1 1 0 0,0-1-1 0 0,0 0 1 0 0,1 0-1 0 0,-1 0 1 0 0,0 1-1 0 0,0-1 1 0 0,0 0-1 0 0,1 0 1 0 0,-1 0-1 0 0,0 1 1 0 0,0-1-1 0 0,1 0 1 0 0,-1 0-1 0 0,0 0 1 0 0,0 0-1 0 0,1 0 1 0 0,-1 0-1 0 0,1 1 1 0 0,14-1-1588 0 0,-12 0 923 0 0,0-1 0 0 0,1 1 1 0 0,-1-1-1 0 0,0 0 0 0 0,0 0 1 0 0,6-3-1 0 0,3-5-1464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8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228 179 704 0 0,'-3'-6'676'0'0,"0"0"0"0"0,0 1 1 0 0,-1-1-1 0 0,1 1 0 0 0,-1 0 0 0 0,0 0 0 0 0,-1 0 0 0 0,1 0 0 0 0,-1 1 0 0 0,-8-7 0 0 0,0 1 816 0 0,5 3-933 0 0,-2 0 0 0 0,1 1 0 0 0,-1 0 0 0 0,-15-7 1 0 0,-9-5 410 0 0,33 17-949 0 0,0 1 0 0 0,0-1 0 0 0,0 1 0 0 0,0-1 0 0 0,0 1 0 0 0,0-1 0 0 0,0 1 0 0 0,-1 0 0 0 0,1-1-1 0 0,0 1 1 0 0,0 0 0 0 0,0 0 0 0 0,0 0 0 0 0,0 0 0 0 0,-1 0 0 0 0,1 0 0 0 0,0 0 0 0 0,0 0 0 0 0,0 0 0 0 0,0 1 0 0 0,0-1 0 0 0,-1 0 0 0 0,1 1 0 0 0,-2 0 0 0 0,1 1 5 0 0,1-1-1 0 0,-1 1 1 0 0,0 0 0 0 0,0 0 0 0 0,1-1 0 0 0,-1 1-1 0 0,1 0 1 0 0,0 0 0 0 0,-1 1 0 0 0,1-1 0 0 0,-1 3-1 0 0,-1 5 49 0 0,-1-1 0 0 0,2 1-1 0 0,0 0 1 0 0,-2 18-1 0 0,2-7 73 0 0,1 0-1 0 0,1 1 1 0 0,1-1-1 0 0,0 0 0 0 0,9 34 1 0 0,-10-54-143 0 0,0 0 0 0 0,0 0 0 0 0,0 1 0 0 0,1-1-1 0 0,-1 0 1 0 0,1 0 0 0 0,-1 0 0 0 0,1 0 0 0 0,-1 0 0 0 0,1 0 0 0 0,0 0 0 0 0,-1 0 0 0 0,1-1 0 0 0,0 1 0 0 0,0 0 0 0 0,0 0 0 0 0,0 0 0 0 0,-1-1 0 0 0,1 1 0 0 0,0-1 0 0 0,0 1 0 0 0,0 0 0 0 0,0-1 0 0 0,1 0 0 0 0,-1 1 0 0 0,0-1 0 0 0,0 0 0 0 0,0 1 0 0 0,0-1 0 0 0,0 0 0 0 0,0 0 0 0 0,1 0 0 0 0,-1 0 0 0 0,0 0 0 0 0,0 0 0 0 0,2-1 0 0 0,0 1 1 0 0,0-1 1 0 0,-1 0 0 0 0,1 0 0 0 0,0 0 0 0 0,-1-1-1 0 0,1 1 1 0 0,-1-1 0 0 0,1 1 0 0 0,-1-1 0 0 0,0 0 0 0 0,0 0-1 0 0,1 0 1 0 0,2-4 0 0 0,8-12 17 0 0,-2 0 1 0 0,0-2-1 0 0,-1 1 1 0 0,12-34-1 0 0,20-86 153 0 0,-38 124-146 0 0,-4 14-21 0 0,1 0 1 0 0,-1 0-1 0 0,0 0 0 0 0,0 0 1 0 0,0 0-1 0 0,1 0 0 0 0,-1 0 0 0 0,0 1 1 0 0,1-1-1 0 0,-1 0 0 0 0,1 0 1 0 0,-1 0-1 0 0,1 1 0 0 0,-1-1 0 0 0,1 0 1 0 0,0 1-1 0 0,-1-1 0 0 0,1 0 1 0 0,0 0-1 0 0,0 1 1 0 0,-1 0 0 0 0,1 1 0 0 0,-1-1 0 0 0,1 0 1 0 0,-1 0-1 0 0,1 0 0 0 0,-1 1 0 0 0,0-1 0 0 0,1 0 0 0 0,-1 1 1 0 0,1-1-1 0 0,-1 0 0 0 0,0 1 0 0 0,1-1 0 0 0,-1 0 0 0 0,0 1 0 0 0,0-1 1 0 0,1 1-1 0 0,-1-1 0 0 0,0 1 0 0 0,0-1 0 0 0,1 0 0 0 0,-1 1 0 0 0,0 0 1 0 0,12 42 342 0 0,-10-36-341 0 0,31 160 732 0 0,-9-39-518 0 0,-22-122-280 0 0,8 34 131 0 0,-10-37-117 0 0,1-1 1 0 0,0 1-1 0 0,0-1 0 0 0,0 1 1 0 0,0-1-1 0 0,1 1 0 0 0,-1-1 1 0 0,1 0-1 0 0,-1 0 0 0 0,1 0 1 0 0,3 3-1 0 0,-4-5-271 0 0,1 0 1 0 0,-1-1-1 0 0,1 1 1 0 0,-1-1-1 0 0,1 1 1 0 0,-1-1-1 0 0,0 1 1 0 0,1-1-1 0 0,-1 0 1 0 0,0 1-1 0 0,1-1 1 0 0,-1 0-1 0 0,0 0 1 0 0,0 0-1 0 0,0 0 1 0 0,1-2-1 0 0,4-1-2190 0 0,0 0 1049 0 0,-2-2 128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5:59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31 1136 0 0,'-1'-1'262'0'0,"1"0"0"0"0,-1-1 0 0 0,0 1-1 0 0,-1 0 1 0 0,1 0 0 0 0,0 0 0 0 0,0 1 0 0 0,0-1-1 0 0,-1 0 1 0 0,1 0 0 0 0,0 1 0 0 0,-1-1 0 0 0,1 0-1 0 0,0 1 1 0 0,-1-1 0 0 0,1 1 0 0 0,-1 0 0 0 0,1 0-1 0 0,-1-1 1 0 0,-2 1 0 0 0,-34-2 2593 0 0,37 2-2505 0 0,-2 0-194 0 0,-1 0 0 0 0,1 1 1 0 0,0-1-1 0 0,0 1 0 0 0,0-1 0 0 0,0 1 0 0 0,0 0 0 0 0,0 0 0 0 0,0 0 0 0 0,1 1 0 0 0,-1-1 0 0 0,0 1 0 0 0,1-1 0 0 0,-1 1 0 0 0,-3 3 0 0 0,2-1-40 0 0,1 0 0 0 0,-1 1 0 0 0,1-1 1 0 0,0 0-1 0 0,0 1 0 0 0,0 0 0 0 0,1 0 0 0 0,-3 6 0 0 0,-1 8 25 0 0,0 0-1 0 0,2 1 0 0 0,-4 34 0 0 0,7-50-91 0 0,0 6 17 0 0,-2 29 93 0 0,3-37-147 0 0,0 0 1 0 0,0 0-1 0 0,0 1 1 0 0,1-1-1 0 0,-1 0 1 0 0,1 0-1 0 0,-1 0 0 0 0,1 0 1 0 0,0 0-1 0 0,0 0 1 0 0,0 0-1 0 0,0 0 1 0 0,0 0-1 0 0,0 0 1 0 0,2 1-1 0 0,-2-2-10 0 0,-1-1 0 0 0,1 1 0 0 0,0-1 0 0 0,-1 0 0 0 0,1 1 1 0 0,0-1-1 0 0,-1 0 0 0 0,1 0 0 0 0,0 1 0 0 0,-1-1 0 0 0,1 0 0 0 0,0 0 0 0 0,0 0 0 0 0,-1 0 0 0 0,1 0 0 0 0,0 0 0 0 0,-1 0 0 0 0,1 0 1 0 0,0 0-1 0 0,0 0 0 0 0,-1 0 0 0 0,1-1 0 0 0,0 1 0 0 0,0 0 0 0 0,-1 0 0 0 0,1-1 0 0 0,0 1 0 0 0,-1 0 0 0 0,1-1 0 0 0,-1 1 0 0 0,1-1 1 0 0,0 1-1 0 0,-1-1 0 0 0,1 1 0 0 0,-1-1 0 0 0,1 1 0 0 0,-1-1 0 0 0,0 0 0 0 0,1 0 0 0 0,17-27 157 0 0,-17 27-150 0 0,15-33 85 0 0,19-61 0 0 0,-5 13 62 0 0,-29 79-132 0 0,0 0 0 0 0,0 1 0 0 0,1-1 1 0 0,-1 1-1 0 0,0 0 0 0 0,1-1 0 0 0,0 1 0 0 0,-1 0 1 0 0,1 0-1 0 0,0 0 0 0 0,5-3 0 0 0,-7 4-11 0 0,1 1-1 0 0,-1 0 1 0 0,1 0-1 0 0,-1-1 1 0 0,1 1-1 0 0,-1 0 1 0 0,1 0-1 0 0,-1 0 0 0 0,1 0 1 0 0,-1 0-1 0 0,1 0 1 0 0,-1 0-1 0 0,1 0 1 0 0,0 0-1 0 0,-1 0 1 0 0,1 0-1 0 0,-1 0 1 0 0,1 0-1 0 0,-1 0 1 0 0,1 0-1 0 0,-1 1 1 0 0,2-1-1 0 0,-1 1 14 0 0,0 0 0 0 0,0 0 0 0 0,0 0 0 0 0,0 0 0 0 0,0 0 0 0 0,0 1 0 0 0,0-1 0 0 0,0 0 0 0 0,0 0 0 0 0,-1 1 0 0 0,1-1 0 0 0,0 2 0 0 0,11 32 274 0 0,-2 0 0 0 0,-1 0 0 0 0,-2 1 0 0 0,4 55-1 0 0,-8-61-193 0 0,4 70 407 0 0,-6-67-503 0 0,1 1 0 0 0,2-1 0 0 0,8 35 0 0 0,-11-49-660 0 0,-4-14-5921 0 0,8-7 4687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0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35 512 0 0,'4'-31'2597'0'0,"-5"31"-2545"0"0,1 0 1 0 0,0 0-1 0 0,0 0 0 0 0,0 0 0 0 0,0 0 0 0 0,0-1 0 0 0,0 1 0 0 0,0 0 0 0 0,0 0 0 0 0,0 0 0 0 0,0 0 1 0 0,0 0-1 0 0,0 0 0 0 0,0 0 0 0 0,0-1 0 0 0,0 1 0 0 0,0 0 0 0 0,0 0 0 0 0,0 0 0 0 0,0 0 0 0 0,1 0 0 0 0,-1 0 1 0 0,0 0-1 0 0,0 0 0 0 0,0-1 0 0 0,0 1 0 0 0,0 0 0 0 0,0 0 0 0 0,0 0 0 0 0,0 0 0 0 0,0 0 0 0 0,0 0 1 0 0,0 0-1 0 0,1 0 0 0 0,-1 0 0 0 0,0 0 0 0 0,0 0 0 0 0,0 0 0 0 0,0 0 0 0 0,0 0 0 0 0,0-1 0 0 0,0 1 0 0 0,0 0 1 0 0,1 0-1 0 0,-1 0 0 0 0,0 0 0 0 0,0 0 0 0 0,0 0 0 0 0,0 0 0 0 0,0 0 0 0 0,0 0 0 0 0,0 1 0 0 0,1-1 1 0 0,-1 0-1 0 0,0 0 0 0 0,0 0 0 0 0,0 0 0 0 0,4 17 1967 0 0,8 62 316 0 0,-4-36-1357 0 0,2 58 0 0 0,-6-44-440 0 0,17 95 1 0 0,-19-134-435 0 0,2 7-943 0 0,-4-25 801 0 0,0 0 0 0 0,0 1 0 0 0,0-1 1 0 0,1 0-1 0 0,-1 0 0 0 0,0 0 0 0 0,0 0 0 0 0,0 0 0 0 0,0 0 0 0 0,0 0 0 0 0,0 1 1 0 0,0-1-1 0 0,0 0 0 0 0,0 0 0 0 0,1 0 0 0 0,-1 0 0 0 0,0 0 0 0 0,0 0 0 0 0,0 0 0 0 0,0 0 1 0 0,0 0-1 0 0,0 0 0 0 0,1 0 0 0 0,-1 0 0 0 0,0 0 0 0 0,0 0 0 0 0,0 0 0 0 0,0 0 1 0 0,0 0-1 0 0,0 0 0 0 0,1 0 0 0 0,-1 0 0 0 0,0 0 0 0 0,0 0 0 0 0,0 0 0 0 0,0 0 0 0 0,0 0 1 0 0,0 0-1 0 0,1 0 0 0 0,-1 0 0 0 0,0 0 0 0 0,0 0 0 0 0,0 0 0 0 0,0-1 0 0 0,9-10-3038 0 0,-2 0 1619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0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0 116 696 0 0,'1'-3'283'0'0,"-1"0"-1"0"0,1 0 0 0 0,0 0 1 0 0,0 0-1 0 0,0 0 1 0 0,0 0-1 0 0,0 0 0 0 0,1 1 1 0 0,-1-1-1 0 0,1 0 1 0 0,0 1-1 0 0,-1 0 0 0 0,1-1 1 0 0,1 1-1 0 0,-1 0 1 0 0,0 0-1 0 0,0 0 1 0 0,1 0-1 0 0,-1 0 0 0 0,6-2 1 0 0,17-6 911 0 0,6-4-106 0 0,-23 9-916 0 0,1 0 1 0 0,-1 1 0 0 0,1 0-1 0 0,0 0 1 0 0,1 1 0 0 0,-1 0-1 0 0,0 0 1 0 0,1 1 0 0 0,0 1 0 0 0,0 0-1 0 0,-1 0 1 0 0,1 1 0 0 0,0 0-1 0 0,0 0 1 0 0,17 4 0 0 0,-24-3-150 0 0,0 0 0 0 0,-1 0 0 0 0,1 1 1 0 0,0-1-1 0 0,-1 1 0 0 0,0-1 0 0 0,1 1 1 0 0,-1 0-1 0 0,0 0 0 0 0,0 0 0 0 0,0 0 0 0 0,0 0 1 0 0,0 1-1 0 0,0-1 0 0 0,-1 1 0 0 0,1-1 1 0 0,-1 1-1 0 0,1 0 0 0 0,-1-1 0 0 0,0 1 0 0 0,0 0 1 0 0,-1 0-1 0 0,1 0 0 0 0,0 0 0 0 0,-1 3 0 0 0,2 4 66 0 0,-1 0-1 0 0,0 0 1 0 0,-1 0-1 0 0,0 0 1 0 0,-1 1-1 0 0,-2 11 1 0 0,0-8-45 0 0,-1 0 0 0 0,0-1 1 0 0,-1 1-1 0 0,0-1 0 0 0,-1 1 1 0 0,-1-2-1 0 0,0 1 0 0 0,-1-1 1 0 0,0 0-1 0 0,-1 0 1 0 0,0-1-1 0 0,-1-1 0 0 0,0 1 1 0 0,-1-2-1 0 0,-15 12 0 0 0,23-19-104 0 0,-1 0-1 0 0,0 1 1 0 0,-1-1 0 0 0,1-1-1 0 0,0 1 1 0 0,0-1-1 0 0,-1 0 1 0 0,1 0 0 0 0,-8 1-1 0 0,10-4-2563 0 0,6-2 655 0 0,6-2-295 0 0,-2 0 959 0 0,1 0 108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0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1 200 0 0,'0'6'582'0'0,"1"-1"1"0"0,-1 1-1 0 0,-1 0 1 0 0,1-1-1 0 0,-1 1 1 0 0,0-1-1 0 0,0 1 0 0 0,-3 7 1 0 0,-1 11 966 0 0,-23 173 3791 0 0,23-135-4327 0 0,3 0 1 0 0,10 115-1 0 0,-7-164-922 0 0,1 0-1 0 0,1-1 1 0 0,0 0-1 0 0,1 1 1 0 0,0-1-1 0 0,0 0 0 0 0,13 20 1 0 0,-14-26-77 0 0,0-2-1 0 0,1 1 1 0 0,0 0 0 0 0,0-1-1 0 0,0 1 1 0 0,0-1 0 0 0,1 0 0 0 0,-1-1-1 0 0,1 1 1 0 0,0-1 0 0 0,0 0-1 0 0,1 0 1 0 0,-1-1 0 0 0,1 1 0 0 0,-1-1-1 0 0,1 0 1 0 0,0-1 0 0 0,10 2-1 0 0,-8-2-55 0 0,0 0 0 0 0,0 0-1 0 0,0-1 1 0 0,1-1 0 0 0,-1 1-1 0 0,0-1 1 0 0,0-1 0 0 0,13-3-1 0 0,-16 3-525 0 0,1 0 0 0 0,0-1 0 0 0,-1 0 0 0 0,0 0 0 0 0,0 0 0 0 0,0 0 0 0 0,8-8 0 0 0,-3 1-1852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0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33 152 0 0,'-11'-20'1510'0'0,"3"8"1861"0"0,14 22 1010 0 0,-1 1-3847 0 0,-1 0-1 0 0,-1 0 1 0 0,0 0-1 0 0,3 20 1 0 0,-6-31-516 0 0,48 322 3637 0 0,-46-311-3548 0 0,-1 0 0 0 0,2 0 0 0 0,-1 0 0 0 0,1 0 0 0 0,8 17-1 0 0,-10-26-94 0 0,0 0-1 0 0,0 0 1 0 0,0 0-1 0 0,1-1 1 0 0,-1 1-1 0 0,0 0 1 0 0,1 0-1 0 0,-1-1 1 0 0,1 1-1 0 0,-1-1 1 0 0,1 0-1 0 0,0 1 1 0 0,0-1 0 0 0,-1 0-1 0 0,1 0 1 0 0,0 0-1 0 0,0 0 1 0 0,0 0-1 0 0,0-1 1 0 0,0 1-1 0 0,1-1 1 0 0,-1 1-1 0 0,0-1 1 0 0,0 0-1 0 0,0 1 1 0 0,0-1-1 0 0,0 0 1 0 0,1-1-1 0 0,-1 1 1 0 0,0 0-1 0 0,0 0 1 0 0,0-1-1 0 0,0 0 1 0 0,0 1-1 0 0,0-1 1 0 0,4-2-1 0 0,8-4-78 0 0,1-1 0 0 0,-1 0 1 0 0,19-16-1 0 0,-20 14-1664 0 0,1 0 0 0 0,29-15 0 0 0,-40 24 1058 0 0,0-1-1 0 0,0 0 0 0 0,0 0 0 0 0,0 0 0 0 0,-1 0 1 0 0,5-4-1 0 0,1-2-1928 0 0,-1 1 294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1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8 0 0,'1'-1'137'0'0,"0"0"1"0"0,-1 0-1 0 0,1 0 1 0 0,0 0-1 0 0,0 0 0 0 0,-1 0 1 0 0,1 1-1 0 0,0-1 0 0 0,0 0 1 0 0,0 0-1 0 0,0 1 1 0 0,0-1-1 0 0,0 0 0 0 0,0 1 1 0 0,0-1-1 0 0,0 1 1 0 0,1 0-1 0 0,-1-1 0 0 0,0 1 1 0 0,0 0-1 0 0,0 0 1 0 0,0-1-1 0 0,1 1 0 0 0,-1 0 1 0 0,0 0-1 0 0,0 0 0 0 0,0 1 1 0 0,1-1-1 0 0,-1 0 1 0 0,0 0-1 0 0,0 1 0 0 0,0-1 1 0 0,0 0-1 0 0,1 1 1 0 0,-1-1-1 0 0,2 2 0 0 0,4 1 595 0 0,0 1 0 0 0,1 0 0 0 0,-1 0 0 0 0,7 7 0 0 0,10 8 36 0 0,0 2 0 0 0,-2 1-1 0 0,-1 1 1 0 0,-1 1-1 0 0,34 51 1 0 0,-26-28-398 0 0,-1 2-1 0 0,29 78 1 0 0,-48-105-319 0 0,-1 1 1 0 0,-1 0-1 0 0,4 35 1 0 0,1 72-57 0 0,-10-96-106 0 0,1-5-434 0 0,-3 31-1 0 0,0-50-1580 0 0,0 0 0 0 0,-1 0-1 0 0,-4 15 1 0 0,4-24 783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1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54 616 0 0,'7'0'4089'0'0,"-7"0"-3912"0"0,1 1-1 0 0,0-1 0 0 0,0 0 1 0 0,-1 0-1 0 0,1 0 0 0 0,0 0 1 0 0,0 0-1 0 0,0 0 0 0 0,-1-1 0 0 0,1 1 1 0 0,0 0-1 0 0,0 0 0 0 0,-1 0 1 0 0,1-1-1 0 0,0 1 0 0 0,0 0 1 0 0,-1-1-1 0 0,1 1 0 0 0,0-1 1 0 0,-1 1-1 0 0,1-1 0 0 0,0 0 1 0 0,9-5 441 0 0,-1 1 1 0 0,1 0 0 0 0,0 0 0 0 0,0 1-1 0 0,0 1 1 0 0,0-1 0 0 0,22-2 0 0 0,-9 0-426 0 0,-18 5-143 0 0,0 0-1 0 0,0 0 0 0 0,0 0 1 0 0,0 1-1 0 0,4-1 0 0 0,-8 1-187 0 0,0 0 1 0 0,0 1-1 0 0,0-1 0 0 0,0 0 1 0 0,-1 0-1 0 0,1 0 0 0 0,0 0 0 0 0,0 1 1 0 0,0-1-1 0 0,-1 0 0 0 0,1 1 1 0 0,0-1-1 0 0,0 0 0 0 0,-1 1 1 0 0,1-1-1 0 0,0 1 0 0 0,-1 0 0 0 0,1-1 1 0 0,-1 1-1 0 0,1-1 0 0 0,-1 1 1 0 0,1 0-1 0 0,-1-1 0 0 0,1 1 0 0 0,-1 0 1 0 0,1 0-1 0 0,-1-1 0 0 0,0 1 1 0 0,1 0-1 0 0,-1 0 0 0 0,0-1 1 0 0,0 1-1 0 0,0 0 0 0 0,0 0 0 0 0,0 0 1 0 0,0 0-1 0 0,0 1 0 0 0,0 2-2772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1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8 0 0,'2'2'807'0'0,"0"0"-1"0"0,0-1 1 0 0,0 1 0 0 0,0 0-1 0 0,0-1 1 0 0,1 0 0 0 0,-1 1 0 0 0,1-1-1 0 0,-1 0 1 0 0,1 0 0 0 0,0-1-1 0 0,-1 1 1 0 0,1 0 0 0 0,4 0-1 0 0,2-1-104 0 0,-1-1 0 0 0,1 1-1 0 0,11-3 1 0 0,12-1-560 0 0,-24 3-201 0 0,0 1 0 0 0,0-2 0 0 0,-1 1 0 0 0,1-1 0 0 0,0 0 1 0 0,-1 0-1 0 0,1-1 0 0 0,8-5 0 0 0,-14 7-313 0 0,0 0-1 0 0,1 0 0 0 0,-1 1 1 0 0,0-1-1 0 0,0 0 1 0 0,0 1-1 0 0,0 0 0 0 0,0-1 1 0 0,1 1-1 0 0,-1 0 1 0 0,0 0-1 0 0,0 0 1 0 0,1 0-1 0 0,-1 1 0 0 0,3 0 1 0 0,8 0-2457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2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1 608 0 0,'-1'0'325'0'0,"0"0"0"0"0,0 0 0 0 0,0 0 1 0 0,0 0-1 0 0,0 0 0 0 0,0 0 0 0 0,0 0 0 0 0,-1 1 0 0 0,1-1 0 0 0,0 0 0 0 0,0 1 1 0 0,0-1-1 0 0,0 0 0 0 0,0 1 0 0 0,0 0 0 0 0,0-1 0 0 0,0 1 0 0 0,0-1 0 0 0,1 1 1 0 0,-1 0-1 0 0,0 0 0 0 0,0 0 0 0 0,1-1 0 0 0,-1 1 0 0 0,0 0 0 0 0,1 0 0 0 0,-1 0 1 0 0,1 0-1 0 0,-1 0 0 0 0,0 2 0 0 0,-16 39 4125 0 0,12-29-2778 0 0,2-7-1205 0 0,2-3-402 0 0,0-1-1 0 0,-1 1 0 0 0,1 0 1 0 0,0-1-1 0 0,0 1 0 0 0,1 0 1 0 0,-1 0-1 0 0,0 0 1 0 0,1-1-1 0 0,0 1 0 0 0,0 0 1 0 0,0 4-1 0 0,0-7-130 0 0,0 1-1 0 0,0-1 1 0 0,1 0-1 0 0,-1 1 1 0 0,0-1-1 0 0,1 0 1 0 0,-1 1 0 0 0,0-1-1 0 0,1 0 1 0 0,-1 0-1 0 0,0 1 1 0 0,1-1-1 0 0,-1 0 1 0 0,0 0-1 0 0,1 0 1 0 0,-1 0-1 0 0,1 1 1 0 0,-1-1-1 0 0,1 0 1 0 0,-1 0-1 0 0,0 0 1 0 0,1 0 0 0 0,-1 0-1 0 0,1 0 1 0 0,-1 0-1 0 0,1 0 1 0 0,-1 0-1 0 0,0 0 1 0 0,1 0-1 0 0,-1-1 1 0 0,1 1-1 0 0,-1 0 1 0 0,0 0-1 0 0,1 0 1 0 0,-1 0 0 0 0,1-1-1 0 0,-1 1 1 0 0,1 0-1 0 0,13-11-5439 0 0,-7 4 3285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16 472 0 0,'1'0'133'0'0,"-1"-1"0"0"0,0 1 1 0 0,0-1-1 0 0,0 1 0 0 0,0-1 0 0 0,0 1 0 0 0,0-1 1 0 0,0 1-1 0 0,0-1 0 0 0,0 0 0 0 0,0 1 0 0 0,0-1 1 0 0,0 1-1 0 0,0-1 0 0 0,-1 1 0 0 0,1-1 0 0 0,0 1 1 0 0,0-1-1 0 0,-1 1 0 0 0,1 0 0 0 0,0-1 0 0 0,0 1 1 0 0,-1-1-1 0 0,1 1 0 0 0,-1-1 0 0 0,1 1 0 0 0,0 0 1 0 0,-1-1-1 0 0,1 1 0 0 0,-1 0 0 0 0,1 0 0 0 0,-1-1 1 0 0,1 1-1 0 0,-1 0 0 0 0,1 0 0 0 0,-1 0 0 0 0,1-1 1 0 0,-1 1-1 0 0,1 0 0 0 0,-1 0 0 0 0,1 0 0 0 0,-1 0 1 0 0,1 0-1 0 0,-1 0 0 0 0,1 0 0 0 0,-1 0 0 0 0,1 0 1 0 0,-1 0-1 0 0,1 1 0 0 0,-1-1 0 0 0,1 0 0 0 0,-1 0 1 0 0,1 0-1 0 0,-1 1 0 0 0,1-1 0 0 0,-1 0 0 0 0,1 0 1 0 0,-1 1-1 0 0,1-1 0 0 0,0 0 0 0 0,-1 1 0 0 0,1-1 1 0 0,-1 1-1 0 0,-3 2 360 0 0,1-1 0 0 0,-1 1 0 0 0,1 0 1 0 0,0 1-1 0 0,0-1 0 0 0,-5 6 0 0 0,3 2-264 0 0,0-1 0 0 0,0 1 0 0 0,1 0 0 0 0,1 1-1 0 0,-1-1 1 0 0,2 0 0 0 0,-3 22 0 0 0,1 85 505 0 0,4-102-517 0 0,0-7-75 0 0,0 0 0 0 0,1 0-1 0 0,0-1 1 0 0,1 1 0 0 0,0 0 0 0 0,0-1-1 0 0,1 1 1 0 0,0-1 0 0 0,7 14 0 0 0,-8-18-56 0 0,1-1 0 0 0,-1 1-1 0 0,1 0 1 0 0,0-1 0 0 0,0 1 0 0 0,0-1 0 0 0,0 0 0 0 0,0 0 0 0 0,1 0 0 0 0,0-1 0 0 0,-1 1 0 0 0,1-1 0 0 0,0 0 0 0 0,0 0 0 0 0,1 0 0 0 0,-1 0 0 0 0,0-1-1 0 0,0 0 1 0 0,1 1 0 0 0,7-1 0 0 0,-8 0-40 0 0,1-1 0 0 0,-1 0 0 0 0,1 0 0 0 0,-1-1-1 0 0,1 1 1 0 0,-1-1 0 0 0,1 0 0 0 0,-1 0 0 0 0,0-1-1 0 0,1 1 1 0 0,-1-1 0 0 0,0 0 0 0 0,0 0 0 0 0,0 0-1 0 0,5-5 1 0 0,-3 2 25 0 0,0 0 0 0 0,0-1-1 0 0,-1 1 1 0 0,0-1 0 0 0,0-1 0 0 0,0 1-1 0 0,-1-1 1 0 0,5-10 0 0 0,-7 12-29 0 0,0 1 0 0 0,0-1 0 0 0,0 0 1 0 0,0 0-1 0 0,-1 1 0 0 0,0-1 0 0 0,0 0 0 0 0,0 0 1 0 0,-1-1-1 0 0,0 1 0 0 0,0 0 0 0 0,0 0 0 0 0,-1 0 1 0 0,1 0-1 0 0,-1 0 0 0 0,0 0 0 0 0,-1 0 0 0 0,1 0 1 0 0,-4-7-1 0 0,1 5-23 0 0,0 1 0 0 0,0 0 0 0 0,0 0 0 0 0,-1 0 0 0 0,0 1 0 0 0,0 0 0 0 0,0 0 1 0 0,-1 0-1 0 0,1 0 0 0 0,-1 1 0 0 0,0 0 0 0 0,-13-7 0 0 0,9 6-504 0 0,0-1 0 0 0,0 0 0 0 0,1-1-1 0 0,-15-13 1 0 0,24 18-43 0 0,1 0 0 0 0,-1 0 0 0 0,1 1 0 0 0,-1-1 0 0 0,1 0 0 0 0,0 1-1 0 0,0-1 1 0 0,0 0 0 0 0,0 1 0 0 0,0-1 0 0 0,0 1 0 0 0,3-3 0 0 0,4-1-1966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36:03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9 240 0 0,'1'-1'240'0'0,"0"0"0"0"0,0 1-1 0 0,0-1 1 0 0,0 0 0 0 0,0 1 0 0 0,0-1-1 0 0,0 0 1 0 0,0 1 0 0 0,0-1 0 0 0,0 1-1 0 0,0 0 1 0 0,1-1 0 0 0,-1 1 0 0 0,0 0-1 0 0,0 0 1 0 0,0 0 0 0 0,1 0-1 0 0,-1 0 1 0 0,0 0 0 0 0,0 0 0 0 0,0 0-1 0 0,0 0 1 0 0,2 1 0 0 0,-1 0 77 0 0,-1-1 0 0 0,1 1 1 0 0,-1 0-1 0 0,1 1 0 0 0,-1-1 0 0 0,0 0 1 0 0,0 0-1 0 0,0 1 0 0 0,0-1 0 0 0,1 0 1 0 0,-2 1-1 0 0,1-1 0 0 0,0 1 0 0 0,1 2 1 0 0,2 6 852 0 0,0 1 0 0 0,-1 1 1 0 0,4 21-1 0 0,-7-29-1187 0 0,25 236 4537 0 0,-19-154-3329 0 0,21 110 0 0 0,-27-196-1195 0 0,4 19-155 0 0,0 0-1 0 0,2 0 1 0 0,12 29 0 0 0,-19-48 100 0 0,1 0 1 0 0,0 0 0 0 0,0 0-1 0 0,0 0 1 0 0,0 1-1 0 0,0-1 1 0 0,1 0-1 0 0,-1 0 1 0 0,0 0-1 0 0,0 0 1 0 0,0 0-1 0 0,0 0 1 0 0,0 1-1 0 0,0-1 1 0 0,0 0-1 0 0,0 0 1 0 0,0 0-1 0 0,0 0 1 0 0,0 0-1 0 0,0 0 1 0 0,0 0-1 0 0,1 1 1 0 0,-1-1-1 0 0,0 0 1 0 0,0 0-1 0 0,0 0 1 0 0,0 0-1 0 0,0 0 1 0 0,0 0-1 0 0,0 0 1 0 0,1 0-1 0 0,-1 0 1 0 0,0 0-1 0 0,0 0 1 0 0,0 0-1 0 0,0 0 1 0 0,0 0-1 0 0,1 0 1 0 0,-1 0-1 0 0,0 0 1 0 0,0 0-1 0 0,0 0 1 0 0,0 0-1 0 0,0 0 1 0 0,0 0-1 0 0,1 0 1 0 0,-1 0-1 0 0,0 0 1 0 0,0 0-1 0 0,0 0 1 0 0,0 0-1 0 0,0 0 1 0 0,0 0-1 0 0,1 0 1 0 0,-1 0 0 0 0,0-1-1 0 0,2-6-7377 0 0,-2 5 4370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36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0 120 512 0 0,'10'-83'2911'0'0,"-10"81"-2793"0"0,0 1 0 0 0,0-1 0 0 0,0 0-1 0 0,1 0 1 0 0,-1 1 0 0 0,1-1 0 0 0,-1 0-1 0 0,1 1 1 0 0,-1-1 0 0 0,1 1-1 0 0,0-1 1 0 0,0 1 0 0 0,0-1 0 0 0,0 1-1 0 0,0 0 1 0 0,0-1 0 0 0,0 1 0 0 0,0 0-1 0 0,1 0 1 0 0,-1 0 0 0 0,3-2-1 0 0,-3 3-66 0 0,0-1-1 0 0,0 1 0 0 0,0-1 1 0 0,0 1-1 0 0,0 0 0 0 0,1-1 0 0 0,-1 1 1 0 0,0 0-1 0 0,0 0 0 0 0,0 0 1 0 0,1 0-1 0 0,-1 0 0 0 0,0 0 0 0 0,0 0 1 0 0,0 1-1 0 0,0-1 0 0 0,1 0 1 0 0,-1 1-1 0 0,0-1 0 0 0,0 1 0 0 0,0-1 1 0 0,0 1-1 0 0,0-1 0 0 0,0 1 0 0 0,0 0 1 0 0,0 0-1 0 0,0-1 0 0 0,0 1 1 0 0,-1 0-1 0 0,1 0 0 0 0,0 0 0 0 0,0 0 1 0 0,0 1-1 0 0,8 9 240 0 0,1-1 0 0 0,0 0 0 0 0,11 9-1 0 0,12 11 438 0 0,-29-27-692 0 0,1 0 0 0 0,-1-1 0 0 0,0 0 0 0 0,1 0 0 0 0,9 3 0 0 0,7 4 108 0 0,-20-9-137 0 0,4 2 25 0 0,0 0-1 0 0,1 1 0 0 0,-1 0 0 0 0,-1 0 0 0 0,1 0 0 0 0,0 0 0 0 0,-1 1 0 0 0,1 0 1 0 0,-1 0-1 0 0,0 0 0 0 0,-1 0 0 0 0,1 0 0 0 0,4 8 0 0 0,-5-7-19 0 0,-1 1 0 0 0,1 0 1 0 0,-1 0-1 0 0,0 0 0 0 0,-1 0 0 0 0,1 0 0 0 0,-1 0 0 0 0,0 1 0 0 0,-1-1 0 0 0,1 0 1 0 0,-1 0-1 0 0,-1 1 0 0 0,1-1 0 0 0,-1 0 0 0 0,0 1 0 0 0,0-1 0 0 0,-1 0 0 0 0,-3 9 0 0 0,-5 7 45 0 0,-1 1-1 0 0,0-2 0 0 0,-22 31 0 0 0,9-15 35 0 0,-23 31-51 0 0,-8 13 255 0 0,54-78-275 0 0,-1 1 1 0 0,0-1-1 0 0,1 1 1 0 0,0-1-1 0 0,0 1 0 0 0,0-1 1 0 0,0 1-1 0 0,0 0 0 0 0,1-1 1 0 0,-1 1-1 0 0,1 0 1 0 0,0-1-1 0 0,1 1 0 0 0,0 6 1 0 0,-1-8-10 0 0,1-1-1 0 0,-1 1 1 0 0,1 0 0 0 0,0-1 0 0 0,-1 1 0 0 0,1 0 0 0 0,0-1 0 0 0,0 1 0 0 0,0-1-1 0 0,0 1 1 0 0,1-1 0 0 0,-1 0 0 0 0,0 0 0 0 0,1 1 0 0 0,-1-1 0 0 0,0 0 0 0 0,1 0 0 0 0,-1 0-1 0 0,1 0 1 0 0,0-1 0 0 0,-1 1 0 0 0,1 0 0 0 0,0-1 0 0 0,-1 1 0 0 0,1-1 0 0 0,0 1-1 0 0,0-1 1 0 0,0 0 0 0 0,-1 0 0 0 0,1 0 0 0 0,2 0 0 0 0,1 0 0 0 0,1 0 0 0 0,-1 0 0 0 0,0 1 1 0 0,0 0-1 0 0,1 0 0 0 0,-1 0 0 0 0,0 1 0 0 0,0-1 1 0 0,0 1-1 0 0,0 0 0 0 0,-1 1 0 0 0,1-1 0 0 0,0 1 1 0 0,-1 0-1 0 0,0 0 0 0 0,0 0 0 0 0,0 1 1 0 0,0-1-1 0 0,4 6 0 0 0,6 7 22 0 0,-1-1-1 0 0,0 2 1 0 0,-1 0 0 0 0,10 19 0 0 0,-17-27 11 0 0,-2-1 1 0 0,1 1 0 0 0,-1 0 0 0 0,-1 0-1 0 0,1 0 1 0 0,-2 0 0 0 0,1 0 0 0 0,-1 1-1 0 0,0 11 1 0 0,-2 0 33 0 0,0 0-1 0 0,-2 0 1 0 0,-5 22 0 0 0,4-26 3 0 0,-2-1 1 0 0,-13 28 0 0 0,-2 6 16 0 0,-6 21 128 0 0,14-39-66 0 0,1 1 1 0 0,-13 60 0 0 0,22-76-82 0 0,1 0 1 0 0,0 0-1 0 0,1 1 1 0 0,2-1 0 0 0,-1 0-1 0 0,5 21 1 0 0,-3-26-10 0 0,1 0 1 0 0,1-1-1 0 0,0 1 0 0 0,0 0 1 0 0,1-1-1 0 0,0 0 1 0 0,1 0-1 0 0,1-1 1 0 0,11 15-1 0 0,1-1 29 0 0,-3-5 84 0 0,18 28 0 0 0,-29-39-163 0 0,-1 0 0 0 0,0 1 0 0 0,0 0-1 0 0,-1-1 1 0 0,0 1 0 0 0,3 19-1 0 0,-3-5-93 0 0,-1 41 1 0 0,-2-58 14 0 0,-6 18-634 0 0,5-22 276 0 0,0-1 1 0 0,1 1-1 0 0,-1 0 1 0 0,0 0-1 0 0,1-1 0 0 0,-1 1 1 0 0,1 0-1 0 0,0 0 1 0 0,0 0-1 0 0,0 0 1 0 0,0-1-1 0 0,0 4 0 0 0,4 1-1191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3:14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31 512 0 0,'-38'-5'-79'0'0,"36"5"54"0"0,0-1 1 0 0,0 1-1 0 0,0-1 1 0 0,1 0-1 0 0,-1 0 1 0 0,0 1-1 0 0,0-1 1 0 0,1 0-1 0 0,-1-1 1 0 0,0 1-1 0 0,1 0 1 0 0,-1 0-1 0 0,1-1 1 0 0,0 1-1 0 0,-1 0 1 0 0,0-3-1 0 0,2 4 49 0 0,0 0 0 0 0,0 0 0 0 0,0 0 1 0 0,0 0-1 0 0,1 0 0 0 0,-1 0 0 0 0,0 0 0 0 0,0 0 0 0 0,0 0 0 0 0,1 0 0 0 0,-1 0 1 0 0,0 0-1 0 0,0 0 0 0 0,0 0 0 0 0,0 0 0 0 0,1 0 0 0 0,-1 0 0 0 0,0 0 1 0 0,0 0-1 0 0,0 0 0 0 0,0 0 0 0 0,1 0 0 0 0,-1 0 0 0 0,0-1 0 0 0,0 1 0 0 0,0 0 1 0 0,0 0-1 0 0,1 0 0 0 0,-1 0 0 0 0,0 0 0 0 0,0 0 0 0 0,0-1 0 0 0,0 1 1 0 0,0 0-1 0 0,0 0 0 0 0,0 0 0 0 0,0 0 0 0 0,1-1 0 0 0,-1 1 0 0 0,0 0 0 0 0,0 0 1 0 0,0 0-1 0 0,0 0 0 0 0,0-1 0 0 0,0 1 0 0 0,0 0 0 0 0,0 0 0 0 0,0 0 1 0 0,0-1-1 0 0,0 1 0 0 0,0 0 0 0 0,0 0 0 0 0,0 0 0 0 0,0 0 0 0 0,0-1 1 0 0,-1 1-1 0 0,1 0 0 0 0,15 10 572 0 0,8 27 393 0 0,-17-25-802 0 0,2 0 1 0 0,0-1-1 0 0,0 1 1 0 0,1-2-1 0 0,0 1 1 0 0,15 12-1 0 0,-3-5 5 0 0,0 0-1 0 0,-1 1 1 0 0,19 25-1 0 0,-30-32-70 0 0,0 0 0 0 0,-1 1 1 0 0,0 0-1 0 0,-1 0 0 0 0,0 0 0 0 0,-2 1 0 0 0,7 20 0 0 0,-8-18-46 0 0,-1 0 1 0 0,0 1-1 0 0,-1 0 1 0 0,-1-1-1 0 0,-1 1 1 0 0,0 0-1 0 0,-1 0 1 0 0,-1 0-1 0 0,0-1 0 0 0,-1 1 1 0 0,-1-1-1 0 0,-1 0 1 0 0,-12 29-1 0 0,-43 70 662 0 0,35-69-488 0 0,14-26-156 0 0,0 0-1 0 0,2 1 1 0 0,1 1 0 0 0,-8 30 0 0 0,14-47-74 0 0,1 1 0 0 0,0 0 1 0 0,1 0-1 0 0,-1 0 0 0 0,1-1 0 0 0,0 1 0 0 0,1 0 1 0 0,-1 0-1 0 0,1 0 0 0 0,3 9 0 0 0,-3-12-6 0 0,0 0 0 0 0,0-1-1 0 0,1 1 1 0 0,0 0-1 0 0,-1-1 1 0 0,1 1 0 0 0,0-1-1 0 0,0 1 1 0 0,0-1-1 0 0,1 0 1 0 0,-1 0 0 0 0,0 0-1 0 0,1 0 1 0 0,0 0-1 0 0,-1 0 1 0 0,1-1 0 0 0,0 0-1 0 0,0 1 1 0 0,0-1-1 0 0,5 1 1 0 0,48 13 23 0 0,-47-14 5 0 0,-1 1 0 0 0,1 0 0 0 0,0 0 0 0 0,-1 1-1 0 0,0 0 1 0 0,1 0 0 0 0,-1 1 0 0 0,-1 0 0 0 0,1 0 0 0 0,8 7 0 0 0,-11-7-26 0 0,-1 0 1 0 0,0 0-1 0 0,0 0 1 0 0,-1 0-1 0 0,1 1 1 0 0,-1-1-1 0 0,0 1 1 0 0,0 0-1 0 0,-1 0 1 0 0,1 0-1 0 0,-1 0 1 0 0,0 0-1 0 0,-1 1 1 0 0,1-1-1 0 0,-1 1 1 0 0,1 9-1 0 0,-1 6 39 0 0,-1 0 0 0 0,0 0 0 0 0,-2 0 0 0 0,-1 0 0 0 0,-8 34-1 0 0,-38 102 193 0 0,41-134-240 0 0,-79 199 529 0 0,82-208-493 0 0,-7 23 16 0 0,12-35-47 0 0,-1 1-1 0 0,1-1 1 0 0,0 1 0 0 0,-1-1 0 0 0,1 0 0 0 0,0 1-1 0 0,1-1 1 0 0,-1 1 0 0 0,0-1 0 0 0,1 0-1 0 0,-1 1 1 0 0,1-1 0 0 0,1 3 0 0 0,0-2-8 0 0,0 0 1 0 0,0 0 0 0 0,0 0-1 0 0,1 0 1 0 0,-1-1 0 0 0,1 1-1 0 0,0-1 1 0 0,0 1 0 0 0,0-1-1 0 0,0 0 1 0 0,4 2-1 0 0,43 18-54 0 0,-26-12 128 0 0,4 0-63 0 0,27 14 106 0 0,-52-23-88 0 0,0 1 1 0 0,0-1-1 0 0,-1 1 0 0 0,1 0 0 0 0,-1 0 0 0 0,1 0 0 0 0,-1 1 0 0 0,0-1 0 0 0,0 0 1 0 0,0 1-1 0 0,0 0 0 0 0,0-1 0 0 0,0 1 0 0 0,2 5 0 0 0,-4-5 16 0 0,1 0 1 0 0,-1 0-1 0 0,1 1 0 0 0,-1-1 0 0 0,0 0 1 0 0,-1 0-1 0 0,1 0 0 0 0,0 0 0 0 0,-1 0 1 0 0,0 0-1 0 0,0 0 0 0 0,0 0 1 0 0,-1 4-1 0 0,-22 40 485 0 0,17-34-486 0 0,-28 49 351 0 0,8-14-198 0 0,-25 58 1 0 0,47-93-252 0 0,0 1 1 0 0,1-1-1 0 0,0 1 0 0 0,1 0 0 0 0,0 0 0 0 0,1 0 0 0 0,1 18 0 0 0,1-27-151 0 0,0-1 0 0 0,0 1-1 0 0,1-1 1 0 0,0 0 0 0 0,0 1-1 0 0,0-1 1 0 0,0 0 0 0 0,1 0 0 0 0,-1 0-1 0 0,1 1 1 0 0,1-2 0 0 0,-1 1-1 0 0,0 0 1 0 0,1 0 0 0 0,0-1-1 0 0,-1 1 1 0 0,1-1 0 0 0,1 0-1 0 0,-1 0 1 0 0,0 0 0 0 0,1-1-1 0 0,0 1 1 0 0,-1-1 0 0 0,1 0-1 0 0,0 1 1 0 0,0-2 0 0 0,6 3-1 0 0,4 1-788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0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33 512 0 0,'0'-2'40'0'0,"0"0"0"0"0,1 0 0 0 0,0 0 0 0 0,-1 0 0 0 0,1 1 0 0 0,0-1 0 0 0,0 0 0 0 0,0 0 0 0 0,0 1 0 0 0,0-1 0 0 0,0 0 0 0 0,0 1 0 0 0,1-1 0 0 0,-1 1 1 0 0,1 0-1 0 0,1-2 0 0 0,-2 2 35 0 0,-1 1 1 0 0,1 0 0 0 0,-1 0 0 0 0,1 0 0 0 0,0-1 0 0 0,-1 1 0 0 0,1 0-1 0 0,-1 0 1 0 0,1 0 0 0 0,-1 0 0 0 0,1 0 0 0 0,-1 0 0 0 0,1 0 0 0 0,0 0 0 0 0,-1 0-1 0 0,1 0 1 0 0,-1 0 0 0 0,1 0 0 0 0,-1 1 0 0 0,1-1 0 0 0,0 0 0 0 0,0 1-1 0 0,0-1 53 0 0,0 1 1 0 0,0 0-1 0 0,0 0 0 0 0,0 0 0 0 0,0 0 0 0 0,0 0 0 0 0,-1 0 0 0 0,1 1 0 0 0,0-1 0 0 0,0 0 0 0 0,-1 0 0 0 0,1 0 0 0 0,0 2 0 0 0,12 36 478 0 0,-1 1-1 0 0,-3 0 1 0 0,-1 0-1 0 0,4 58 1 0 0,53 278 1550 0 0,-63-369-2157 0 0,2 10 67 0 0,-1 0 0 0 0,3 34 0 0 0,-9-48-64 0 0,-3-7-17 0 0,-9-11-49 0 0,13 12 33 0 0,-7-8 12 0 0,0-1 0 0 0,1 0-1 0 0,1 0 1 0 0,0-1-1 0 0,1 0 1 0 0,0 0 0 0 0,1-1-1 0 0,-4-14 1 0 0,-5-13 35 0 0,-3-3-3 0 0,2 0 1 0 0,2-2 0 0 0,2 0-1 0 0,3 0 1 0 0,1 0 0 0 0,2-1-1 0 0,2-67 1 0 0,3 107-6 0 0,1-1 0 0 0,-1 1 1 0 0,2 0-1 0 0,-1 0 0 0 0,1 0 0 0 0,0 1 0 0 0,0-1 0 0 0,5-8 0 0 0,-6 12-7 0 0,1 1-1 0 0,-1-1 0 0 0,1 1 1 0 0,0 0-1 0 0,0 0 1 0 0,0 0-1 0 0,0 0 0 0 0,0 0 1 0 0,1 0-1 0 0,-1 0 0 0 0,1 1 1 0 0,-1-1-1 0 0,1 1 0 0 0,-1-1 1 0 0,1 1-1 0 0,0 0 0 0 0,0 0 1 0 0,0 1-1 0 0,-1-1 0 0 0,1 0 1 0 0,0 1-1 0 0,4 0 0 0 0,15-1 105 0 0,0 2-1 0 0,1 0 0 0 0,-1 2 0 0 0,0 0 0 0 0,0 2 0 0 0,-1 0 0 0 0,29 11 0 0 0,-46-14-79 0 0,0 0 1 0 0,0 0 0 0 0,0 0 0 0 0,0 0 0 0 0,0 1-1 0 0,0 0 1 0 0,-1-1 0 0 0,1 1 0 0 0,-1 1-1 0 0,0-1 1 0 0,0 0 0 0 0,0 1 0 0 0,0-1-1 0 0,0 1 1 0 0,-1 0 0 0 0,2 5 0 0 0,-1-2 10 0 0,-1-1 0 0 0,1 1 1 0 0,-2 0-1 0 0,1 0 0 0 0,-1 0 0 0 0,0 0 1 0 0,-1 0-1 0 0,1 0 0 0 0,-2 12 1 0 0,-1-5 3 0 0,0 0 0 0 0,-1-1 1 0 0,0 0-1 0 0,-1 0 1 0 0,0 0-1 0 0,-1 0 1 0 0,-1 0-1 0 0,0-1 0 0 0,-1 0 1 0 0,-11 16-1 0 0,11-19-24 0 0,-1 0-1 0 0,0 0 0 0 0,0-1 1 0 0,0-1-1 0 0,-20 14 0 0 0,24-18-26 0 0,1-1 0 0 0,-1 0 0 0 0,0 0 0 0 0,0-1 0 0 0,0 1 0 0 0,0-1 0 0 0,0 0 0 0 0,-1 0 0 0 0,1 0 0 0 0,0 0-1 0 0,0-1 1 0 0,-1 0 0 0 0,1 0 0 0 0,0 0 0 0 0,-1 0 0 0 0,1-1 0 0 0,0 1 0 0 0,-1-1 0 0 0,-6-3 0 0 0,10 4-56 0 0,0 0-1 0 0,0 0 1 0 0,0-1 0 0 0,0 1 0 0 0,0-1-1 0 0,0 1 1 0 0,0-1 0 0 0,0 1 0 0 0,0-1-1 0 0,0 0 1 0 0,0 0 0 0 0,0 1-1 0 0,0-1 1 0 0,0 0 0 0 0,0 0 0 0 0,1 0-1 0 0,-1 0 1 0 0,0 0 0 0 0,1 0 0 0 0,-1 0-1 0 0,0 0 1 0 0,1 0 0 0 0,0 0 0 0 0,-1 0-1 0 0,1 0 1 0 0,0-1 0 0 0,-1 1 0 0 0,1 0-1 0 0,0 0 1 0 0,0 0 0 0 0,0 0-1 0 0,0-1 1 0 0,0 1 0 0 0,0 0 0 0 0,0 0-1 0 0,1 0 1 0 0,-1-1 0 0 0,0 1 0 0 0,1 0-1 0 0,-1 0 1 0 0,0 0 0 0 0,1 0 0 0 0,0 0-1 0 0,-1 0 1 0 0,1 0 0 0 0,0 0 0 0 0,-1 0-1 0 0,1 0 1 0 0,0 0 0 0 0,0 0-1 0 0,0 1 1 0 0,0-1 0 0 0,0 0 0 0 0,1 0-1 0 0,7-8-1356 0 0,-7-1-179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0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41 8 0 0,'0'-3'481'0'0,"0"-1"0"0"0,0 0 0 0 0,0 1 0 0 0,-1-1 0 0 0,1 0 0 0 0,-3-4 0 0 0,3 7-368 0 0,0 1 0 0 0,-1-1 0 0 0,1 0-1 0 0,0 1 1 0 0,-1-1 0 0 0,1 1 0 0 0,0-1 0 0 0,-1 1 0 0 0,1-1 0 0 0,-1 1 0 0 0,1-1 0 0 0,-1 1 0 0 0,1-1 0 0 0,-1 1 0 0 0,1 0 0 0 0,-1-1 0 0 0,0 1 0 0 0,1 0 0 0 0,-1-1-1 0 0,1 1 1 0 0,-1 0 0 0 0,0 0 0 0 0,1 0 0 0 0,-1-1 0 0 0,0 1 0 0 0,1 0 0 0 0,-1 0 0 0 0,0 0 0 0 0,1 0 0 0 0,-1 0 0 0 0,0 0 0 0 0,1 0 0 0 0,-1 1 0 0 0,0-1 0 0 0,1 0 0 0 0,-1 0-1 0 0,0 0 1 0 0,1 1 0 0 0,-1-1 0 0 0,1 0 0 0 0,-1 1 0 0 0,-1 0 0 0 0,-22 22 1626 0 0,14-15-1563 0 0,0 1 0 0 0,1 0 1 0 0,0 0-1 0 0,0 1 0 0 0,1 0 0 0 0,0 0 0 0 0,1 1 0 0 0,0 0 0 0 0,1 0 0 0 0,0 1 1 0 0,1 0-1 0 0,0 0 0 0 0,1 0 0 0 0,-6 26 0 0 0,2 9 188 0 0,2 0-1 0 0,-1 80 1 0 0,5-85-221 0 0,2-1 0 0 0,1 1 0 0 0,3-1 0 0 0,17 79 0 0 0,-20-115-137 0 0,1 0 1 0 0,-1-1 0 0 0,1 0-1 0 0,0 1 1 0 0,1-1 0 0 0,-1 0-1 0 0,1 0 1 0 0,0 0 0 0 0,0-1-1 0 0,0 1 1 0 0,0-1 0 0 0,6 6-1 0 0,-7-8-12 0 0,-1-1 0 0 0,1 1-1 0 0,-1 0 1 0 0,1 0 0 0 0,-1 0 0 0 0,1-1-1 0 0,0 1 1 0 0,0-1 0 0 0,-1 1 0 0 0,1-1-1 0 0,0 0 1 0 0,0 0 0 0 0,0 0 0 0 0,-1 0-1 0 0,1 0 1 0 0,0 0 0 0 0,0 0 0 0 0,-1-1-1 0 0,1 1 1 0 0,0 0 0 0 0,0-1 0 0 0,-1 0-1 0 0,1 1 1 0 0,0-1 0 0 0,-1 0 0 0 0,1 0-1 0 0,-1 0 1 0 0,1 0 0 0 0,-1 0 0 0 0,1 0-1 0 0,-1 0 1 0 0,0-1 0 0 0,0 1 0 0 0,0 0-1 0 0,2-3 1 0 0,6-8-631 0 0,0-1-1 0 0,-1 0 1 0 0,-1 0-1 0 0,0-1 1 0 0,0 0-1 0 0,7-26 1 0 0,-5 17-2314 0 0,13-28 0 0 0,-10 35 1917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0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8 0 0,'0'-1'28'0'0,"0"1"0"0"0,0 0 0 0 0,0 0 0 0 0,0 0 0 0 0,0-1 0 0 0,0 1 0 0 0,0 0 0 0 0,0 0 0 0 0,0-1 0 0 0,0 1 0 0 0,1 0 0 0 0,-1 0-1 0 0,0-1 1 0 0,0 1 0 0 0,0 0 0 0 0,0 0 0 0 0,0 0 0 0 0,0-1 0 0 0,1 1 0 0 0,-1 0 0 0 0,0 0 0 0 0,0 0 0 0 0,0 0 0 0 0,1 0 0 0 0,-1-1 0 0 0,0 1 0 0 0,0 0 0 0 0,0 0 0 0 0,1 0 0 0 0,-1 0 0 0 0,0 0 0 0 0,0 0 0 0 0,1 0 0 0 0,-1 0 0 0 0,0 0 0 0 0,0 0 0 0 0,1 0 0 0 0,-1 0-1 0 0,0 0 1 0 0,0 0 0 0 0,1 0 0 0 0,-1 0 0 0 0,1 0 107 0 0,-1 0 0 0 0,1 0 0 0 0,-1 1-1 0 0,0-1 1 0 0,1 0 0 0 0,-1 0 0 0 0,1 1-1 0 0,-1-1 1 0 0,0 0 0 0 0,1 1 0 0 0,-1-1-1 0 0,0 0 1 0 0,0 1 0 0 0,1-1 0 0 0,-1 0-1 0 0,0 1 1 0 0,0-1 0 0 0,1 1 0 0 0,-1-1 0 0 0,0 1-1 0 0,0-1 1 0 0,0 0 0 0 0,0 1 0 0 0,0-1-1 0 0,1 1 1 0 0,-1-1 0 0 0,0 1 0 0 0,0-1-1 0 0,-1 1 1 0 0,-2 41 1896 0 0,0 12-940 0 0,5 33-550 0 0,7 72 24 0 0,-5-121-361 0 0,-3-24-85 0 0,1 0 0 0 0,0 0 0 0 0,1-1 0 0 0,0 1 1 0 0,8 21-1 0 0,-3-17 15 0 0,-5-12-82 0 0,-1 0-1 0 0,1 0 1 0 0,0 0 0 0 0,0 0-1 0 0,1-1 1 0 0,5 7 0 0 0,-8-11-35 0 0,1 1 0 0 0,0-1 0 0 0,-1 1 0 0 0,1-1 0 0 0,0 0 0 0 0,0 0 0 0 0,0 0 0 0 0,0 0 0 0 0,0 0 0 0 0,0-1 0 0 0,0 1 0 0 0,0 0 0 0 0,0-1 0 0 0,0 0 0 0 0,1 1 0 0 0,-1-1 0 0 0,0 0 0 0 0,0 0 0 0 0,0 0 0 0 0,1-1 0 0 0,-1 1 0 0 0,0 0 0 0 0,3-2 0 0 0,-1 1-2 0 0,0-1 0 0 0,-1 1 0 0 0,1-1 0 0 0,0 0 0 0 0,-1-1 0 0 0,1 1 0 0 0,-1 0 0 0 0,1-1 0 0 0,-1 0 0 0 0,0 0 0 0 0,3-4 0 0 0,2-2-19 0 0,-1 0 0 0 0,11-19 0 0 0,-9 14 31 0 0,-2-2-1 0 0,0 1 1 0 0,0-1 0 0 0,-2 0 0 0 0,0 0 0 0 0,-1 0 0 0 0,3-20-1 0 0,-6 25-33 0 0,0 1-1 0 0,-1-1 0 0 0,0 0 0 0 0,0 0 1 0 0,-4-16-1 0 0,3 25 21 0 0,0-1 0 0 0,-1 1-1 0 0,1-1 1 0 0,-1 1 0 0 0,1-1 0 0 0,-1 1 0 0 0,0 0 0 0 0,-2-2-1 0 0,4 4-9 0 0,0-1 0 0 0,-1 1-1 0 0,1-1 1 0 0,0 1 0 0 0,-1 0-1 0 0,1-1 1 0 0,0 1 0 0 0,-1 0-1 0 0,1-1 1 0 0,-1 1 0 0 0,1 0-1 0 0,0 0 1 0 0,-1-1-1 0 0,1 1 1 0 0,-1 0 0 0 0,1 0-1 0 0,-1 0 1 0 0,1 0 0 0 0,-1-1-1 0 0,1 1 1 0 0,-1 0 0 0 0,1 0-1 0 0,-1 0 1 0 0,1 0 0 0 0,-1 0-1 0 0,1 0 1 0 0,-1 0 0 0 0,1 1-1 0 0,-1-1 1 0 0,1 0 0 0 0,-1 0-1 0 0,1 0 1 0 0,-1 0-1 0 0,1 1 1 0 0,-1-1 0 0 0,1 0-1 0 0,0 0 1 0 0,-1 1 0 0 0,1-1-1 0 0,-1 0 1 0 0,1 1 0 0 0,0-1-1 0 0,-1 1 1 0 0,1-1 0 0 0,0 0-1 0 0,-1 1 1 0 0,1-1 0 0 0,0 1-1 0 0,-1 0 1 0 0,-7 12 36 0 0,7-12-39 0 0,0 1 0 0 0,-1 0 0 0 0,1 0 0 0 0,0-1 0 0 0,0 1 0 0 0,0 0 0 0 0,1 0 0 0 0,-1 0 0 0 0,0 0 0 0 0,0 3 0 0 0,-4 30 138 0 0,0 61 1 0 0,4-49-72 0 0,2 69 282 0 0,0-105-360 0 0,0 1 0 0 0,1 0 0 0 0,0-1-1 0 0,1 1 1 0 0,1-1 0 0 0,0 0 0 0 0,9 19 0 0 0,-13-29-20 0 0,1 0 0 0 0,0 0 0 0 0,-1 0 0 0 0,1 0 0 0 0,0 0 1 0 0,0 0-1 0 0,0 0 0 0 0,-1 0 0 0 0,1 0 0 0 0,0-1 0 0 0,0 1 1 0 0,0 0-1 0 0,0-1 0 0 0,1 1 0 0 0,-1 0 0 0 0,0-1 0 0 0,0 0 1 0 0,0 1-1 0 0,0-1 0 0 0,0 0 0 0 0,1 1 0 0 0,-1-1 0 0 0,0 0 1 0 0,2 0-1 0 0,1 0-313 0 0,-1-1 0 0 0,1 1 0 0 0,-1-1 0 0 0,1 0-1 0 0,-1 0 1 0 0,0-1 0 0 0,4-1 0 0 0,6-4-1229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1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41 8 0 0,'-5'-18'941'0'0,"5"16"-469"0"0,0 0 0 0 0,-1 0 0 0 0,1 0 0 0 0,-1 1 0 0 0,1-1 0 0 0,-1 0-1 0 0,0 0 1 0 0,0 0 0 0 0,0 1 0 0 0,-2-4 0 0 0,1 9 112 0 0,1 1 1 0 0,-1-1-1 0 0,1 1 0 0 0,0-1 1 0 0,0 1-1 0 0,0 7 0 0 0,0-8-278 0 0,-3 37 519 0 0,1 79 1 0 0,3-84-558 0 0,-14 340 153 0 0,14-347-1745 0 0,0-29 1203 0 0,0-1-1 0 0,0 1 0 0 0,1 0 1 0 0,-1 0-1 0 0,0-1 0 0 0,0 1 1 0 0,0 0-1 0 0,1 0 0 0 0,-1-1 1 0 0,0 1-1 0 0,0 0 0 0 0,1 0 1 0 0,-1 0-1 0 0,0 0 1 0 0,0-1-1 0 0,1 1 0 0 0,-1 0 1 0 0,0 0-1 0 0,1 0 0 0 0,-1 0 1 0 0,0 0-1 0 0,0 0 0 0 0,1 0 1 0 0,-1 0-1 0 0,0 0 1 0 0,1 0-1 0 0,-1 0 0 0 0,0 0 1 0 0,1 0-1 0 0,-1 0 0 0 0,0 0 1 0 0,1 0-1 0 0,-1 0 0 0 0,0 0 1 0 0,0 0-1 0 0,1 0 0 0 0,-1 1 1 0 0,0-1-1 0 0,0 0 1 0 0,1 0-1 0 0,-1 0 0 0 0,0 0 1 0 0,0 1-1 0 0,1-1 0 0 0,-1 0 1 0 0,0 0-1 0 0,0 1 0 0 0,0-1 1 0 0,1 0-1 0 0,-1 0 1 0 0,0 1-1 0 0,0-1 0 0 0,0 0 1 0 0,0 0-1 0 0,0 1 0 0 0,0-1 1 0 0,1 0-1 0 0,-1 1 0 0 0,0-1 1 0 0,0 0-1 0 0,0 1 0 0 0,0-1 1 0 0,2-4-751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1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8 0 0,'3'-9'96'0'0,"4"-11"-174"0"0,-7 20 210 0 0,0-1 0 0 0,1 1 0 0 0,-1-1-1 0 0,0 0 1 0 0,0 1 0 0 0,1-1 0 0 0,-1 1-1 0 0,1-1 1 0 0,-1 1 0 0 0,1-1 0 0 0,-1 1-1 0 0,1-1 1 0 0,-1 1 0 0 0,1 0 0 0 0,-1-1 0 0 0,1 1-1 0 0,-1 0 1 0 0,1-1 0 0 0,-1 1 0 0 0,1 0-1 0 0,0 0 1 0 0,-1-1 0 0 0,2 1 0 0 0,-1 1 44 0 0,0-1 1 0 0,0 1-1 0 0,-1-1 1 0 0,1 1-1 0 0,0 0 1 0 0,-1 0-1 0 0,1-1 0 0 0,0 1 1 0 0,-1 0-1 0 0,1 0 1 0 0,-1 0-1 0 0,1-1 1 0 0,-1 1-1 0 0,1 0 1 0 0,-1 0-1 0 0,0 0 1 0 0,0 0-1 0 0,1 1 1 0 0,6 22 481 0 0,-6-21-454 0 0,2 14 207 0 0,0-1-1 0 0,0 25 0 0 0,1 0 12 0 0,1 8 141 0 0,-4-27-239 0 0,1 1-1 0 0,2-1 1 0 0,0 0 0 0 0,1 0 0 0 0,1 0 0 0 0,10 23 0 0 0,-14-42-282 0 0,0 1 0 0 0,0-1 0 0 0,0 0 1 0 0,1-1-1 0 0,-1 1 0 0 0,1 0 1 0 0,-1-1-1 0 0,1 1 0 0 0,0-1 0 0 0,0 0 1 0 0,0 0-1 0 0,1 0 0 0 0,-1 0 1 0 0,0-1-1 0 0,1 1 0 0 0,-1-1 0 0 0,1 0 1 0 0,6 1-1 0 0,4 1-23 0 0,1-1 0 0 0,0-1 0 0 0,19-1 0 0 0,-26 0-6 0 0,-5 0-49 0 0,0 0 1 0 0,0-1 0 0 0,0 1 0 0 0,0-1-1 0 0,-1 1 1 0 0,1-1 0 0 0,0 0-1 0 0,0 0 1 0 0,0-1 0 0 0,-1 1-1 0 0,1-1 1 0 0,0 1 0 0 0,-1-1-1 0 0,4-2 1 0 0,2-4-1051 0 0,-1 1-1 0 0,12-17 0 0 0,-3 5-2501 0 0,-5 7 2636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1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8 0 0,'-1'0'83'0'0,"0"1"0"0"0,1 0 0 0 0,-1-1 0 0 0,1 1 0 0 0,-1 0 0 0 0,1 0 1 0 0,-1 0-1 0 0,1 0 0 0 0,0 0 0 0 0,-1-1 0 0 0,1 1 0 0 0,0 0 0 0 0,0 0 0 0 0,0 0 0 0 0,0 0 0 0 0,-1 0 0 0 0,1 0 0 0 0,1 0 0 0 0,-1 0 0 0 0,0 0 1 0 0,0 0-1 0 0,0 0 0 0 0,0 0 0 0 0,1-1 0 0 0,-1 1 0 0 0,0 0 0 0 0,1 0 0 0 0,-1 0 0 0 0,0 0 0 0 0,1 0 0 0 0,0-1 0 0 0,-1 1 0 0 0,1 0 1 0 0,-1-1-1 0 0,2 2 0 0 0,3 4 848 0 0,0-2 1 0 0,1 1-1 0 0,10 7 0 0 0,-10-7-411 0 0,145 95 4015 0 0,-126-82-4051 0 0,-1 2 0 0 0,0 0 0 0 0,21 25 1 0 0,-38-37-394 0 0,0 1 1 0 0,-1-1-1 0 0,-1 1 0 0 0,1 0 1 0 0,-1 0-1 0 0,-1 1 1 0 0,0-1-1 0 0,0 1 1 0 0,-1 0-1 0 0,0 0 1 0 0,-1 1-1 0 0,3 20 1 0 0,-4-2-62 0 0,-1 0 0 0 0,-1 0 1 0 0,-1 0-1 0 0,-1 0 0 0 0,-2 0 1 0 0,-1 0-1 0 0,-2-1 1 0 0,-15 40-1 0 0,22-66-47 0 0,-69 149-1 0 0,60-134-321 0 0,0 0-1 0 0,-2-1 1 0 0,0-1 0 0 0,-1 1 0 0 0,0-2-1 0 0,-20 17 1 0 0,31-29 125 0 0,0-1-1 0 0,0 1 1 0 0,0-1 0 0 0,0 0-1 0 0,1 0 1 0 0,-2 0-1 0 0,1 0 1 0 0,0-1 0 0 0,0 1-1 0 0,0 0 1 0 0,0-1 0 0 0,0 1-1 0 0,-1-1 1 0 0,1 0-1 0 0,-2 0 1 0 0,-3 1-832 0 0,-5 1-84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5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60 512 0 0,'-36'45'132'0'0,"35"-46"40"0"0,1 1 1 0 0,0-1-1 0 0,0 0 0 0 0,-1 1 1 0 0,1-1-1 0 0,0 0 0 0 0,0 1 0 0 0,0-1 1 0 0,0 0-1 0 0,0 1 0 0 0,0-1 0 0 0,0 0 1 0 0,0 0-1 0 0,0 1 0 0 0,1-1 1 0 0,-1 0-1 0 0,0 1 0 0 0,0-1 0 0 0,0 0 1 0 0,1 1-1 0 0,-1-2 0 0 0,6-4 185 0 0,0 0 0 0 0,1 0 0 0 0,-1 1 0 0 0,1 0 0 0 0,0 0-1 0 0,0 1 1 0 0,1-1 0 0 0,-1 1 0 0 0,16-5 0 0 0,4 0 314 0 0,45-9 0 0 0,-53 15-560 0 0,0 1 1 0 0,0 1-1 0 0,0 1 1 0 0,0 0 0 0 0,26 5-1 0 0,-12-2 10 0 0,-23-3-137 0 0,-4 1 28 0 0,1-1 0 0 0,-1 1 0 0 0,0 0 1 0 0,12 3-1 0 0,-18-4-20 0 0,1 0 0 0 0,0 0 0 0 0,0 1 1 0 0,0-1-1 0 0,-1 0 0 0 0,1 1 0 0 0,0-1 0 0 0,-1 1 1 0 0,1-1-1 0 0,0 1 0 0 0,-1-1 0 0 0,1 1 0 0 0,-1-1 1 0 0,1 1-1 0 0,-1 0 0 0 0,1-1 0 0 0,-1 1 0 0 0,1 0 1 0 0,-1-1-1 0 0,1 1 0 0 0,-1 0 0 0 0,0 0 0 0 0,0-1 1 0 0,1 1-1 0 0,-1 0 0 0 0,0 0 0 0 0,0 0 0 0 0,0-1 1 0 0,0 1-1 0 0,0 0 0 0 0,0 0 0 0 0,0 0 0 0 0,0-1 1 0 0,0 1-1 0 0,0 0 0 0 0,0 0 0 0 0,-1 0 0 0 0,1-1 1 0 0,0 1-1 0 0,-1 0 0 0 0,1 0 0 0 0,0-1 0 0 0,-1 1 1 0 0,0 1-1 0 0,1-1-56 0 0,-1 0 1 0 0,0 0-1 0 0,0 0 1 0 0,0 0-1 0 0,0 0 1 0 0,0 0-1 0 0,0 0 1 0 0,-1 0-1 0 0,1 0 1 0 0,0 0-1 0 0,-2 0 1 0 0,-10 11-2731 0 0,-4 4-678 0 0,8-11 2119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5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8 0 0,'-2'2'175'0'0,"1"1"0"0"0,-1 0-1 0 0,1-1 1 0 0,-1 1 0 0 0,1 0 0 0 0,0 0 0 0 0,0 0 0 0 0,0 0-1 0 0,0 0 1 0 0,1 0 0 0 0,-1 1 0 0 0,1-1 0 0 0,0 0 0 0 0,0 0-1 0 0,0 0 1 0 0,0 0 0 0 0,1 1 0 0 0,-1-1 0 0 0,1 0-1 0 0,0 0 1 0 0,0 0 0 0 0,0 0 0 0 0,0 0 0 0 0,0 0 0 0 0,1-1-1 0 0,0 1 1 0 0,-1 0 0 0 0,1-1 0 0 0,0 1 0 0 0,0-1 0 0 0,4 5-1 0 0,0-2 203 0 0,-1 0 0 0 0,1-1 0 0 0,0 1 0 0 0,0-1-1 0 0,1 0 1 0 0,-1-1 0 0 0,1 0 0 0 0,0 0 0 0 0,0 0-1 0 0,0-1 1 0 0,0 0 0 0 0,12 2 0 0 0,-9-3-169 0 0,-1 0 1 0 0,1-1-1 0 0,-1 0 1 0 0,1 0-1 0 0,-1-1 0 0 0,0 0 1 0 0,16-5-1 0 0,-20 5-209 0 0,-1-1 1 0 0,1 0-1 0 0,-1 0 0 0 0,1 0 1 0 0,-1 0-1 0 0,0-1 0 0 0,0 0 0 0 0,0 0 1 0 0,-1 0-1 0 0,1 0 0 0 0,-1 0 1 0 0,1-1-1 0 0,-1 1 0 0 0,0-1 0 0 0,-1 0 1 0 0,5-8-1 0 0,-6 11-128 0 0,0-1 0 0 0,0 1 0 0 0,0-1 0 0 0,-1 1 0 0 0,1-1-1 0 0,0 0 1 0 0,-1 1 0 0 0,0-1 0 0 0,1 0 0 0 0,-1 0 0 0 0,0 1 0 0 0,0-1 0 0 0,0 0 0 0 0,0 0 0 0 0,0 1 0 0 0,0-1 0 0 0,-1 0-1 0 0,0-3 1 0 0,1 5 11 0 0,0-1 0 0 0,-1 1 0 0 0,1-1 0 0 0,0 0 0 0 0,0 1-1 0 0,0-1 1 0 0,0 0 0 0 0,0 1 0 0 0,0-1 0 0 0,0 0 0 0 0,0 1 0 0 0,0-1-1 0 0,0 0 1 0 0,0 1 0 0 0,0-1 0 0 0,0 0 0 0 0,0 1 0 0 0,1-1-1 0 0,-1 0 1 0 0,0 1 0 0 0,1-1 0 0 0,-1 0 0 0 0,0 1 0 0 0,1-1-1 0 0,-1 1 1 0 0,0-1 0 0 0,1 1 0 0 0,-1-1 0 0 0,1 1 0 0 0,-1-1-1 0 0,1 1 1 0 0,-1 0 0 0 0,1-1 0 0 0,0 1 0 0 0,7-3-737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6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179 117 8 0 0,'-31'-38'1842'0'0,"26"30"-1208"0"0,-1 0 0 0 0,0 0 1 0 0,-1 1-1 0 0,0 0 0 0 0,-8-6 1 0 0,14 12-572 0 0,-5-3 337 0 0,0-1 0 0 0,0 1 0 0 0,-12-5 0 0 0,17 8-367 0 0,0 1 1 0 0,0-1 0 0 0,0 1 0 0 0,0-1-1 0 0,0 1 1 0 0,0 0 0 0 0,-1-1 0 0 0,1 1-1 0 0,0 0 1 0 0,0 0 0 0 0,0 0-1 0 0,-1 0 1 0 0,1 0 0 0 0,0 0 0 0 0,0 0-1 0 0,0 0 1 0 0,-1 1 0 0 0,1-1-1 0 0,0 0 1 0 0,0 1 0 0 0,0-1 0 0 0,0 1-1 0 0,0-1 1 0 0,0 1 0 0 0,0-1-1 0 0,0 1 1 0 0,0 0 0 0 0,0 0 0 0 0,0-1-1 0 0,0 1 1 0 0,-1 1 0 0 0,-2 5 20 0 0,1-1 1 0 0,-1 1-1 0 0,1 0 0 0 0,0 0 1 0 0,1 0-1 0 0,0 0 1 0 0,0 1-1 0 0,0-1 0 0 0,1 1 1 0 0,0 9-1 0 0,0 14 105 0 0,3 37 0 0 0,0-27-79 0 0,16 193 433 0 0,-10-186-246 0 0,2 1-1 0 0,27 80 0 0 0,-35-123-228 0 0,0 0-1 0 0,1 1 0 0 0,0-1 0 0 0,0-1 1 0 0,0 1-1 0 0,1 0 0 0 0,0-1 0 0 0,0 0 1 0 0,1 0-1 0 0,-1 0 0 0 0,1 0 0 0 0,0-1 0 0 0,10 8 1 0 0,-14-12-27 0 0,0 1 0 0 0,1-1 0 0 0,-1 0 0 0 0,0 0 1 0 0,0 0-1 0 0,0 0 0 0 0,0 0 0 0 0,0 0 0 0 0,0 0 1 0 0,0-1-1 0 0,1 1 0 0 0,-1 0 0 0 0,0 0 0 0 0,0-1 1 0 0,0 1-1 0 0,0-1 0 0 0,0 1 0 0 0,0-1 0 0 0,0 1 1 0 0,0-1-1 0 0,0 0 0 0 0,-1 0 0 0 0,1 1 0 0 0,0-1 1 0 0,0 0-1 0 0,0 0 0 0 0,-1 0 0 0 0,1 0 0 0 0,-1 0 0 0 0,2-1 1 0 0,18-32 114 0 0,-13 18-96 0 0,-1 0-1 0 0,0 0 0 0 0,-1-1 1 0 0,-1 0-1 0 0,-1 0 1 0 0,0 0-1 0 0,-1 0 1 0 0,-1-33-1 0 0,-2 37-7 0 0,0 0 0 0 0,-1 0 0 0 0,0 0 0 0 0,-1 0 0 0 0,-1 1 0 0 0,0 0 0 0 0,-1-1 0 0 0,0 1 0 0 0,0 1 0 0 0,-2-1 0 0 0,1 1 0 0 0,-12-15 0 0 0,11 18-63 0 0,0 1 10 0 0,1-1 0 0 0,0 0 0 0 0,0 0 0 0 0,1-1 0 0 0,0 1 1 0 0,1-1-1 0 0,-5-12 0 0 0,9 21-6 0 0,-1 0 0 0 0,1 0 0 0 0,0-1 0 0 0,0 1 0 0 0,0 0 0 0 0,0 0 0 0 0,0 0 0 0 0,0 0 0 0 0,-1-1 0 0 0,1 1 0 0 0,0 0 0 0 0,0 0 1 0 0,0 0-1 0 0,0 0 0 0 0,0-1 0 0 0,0 1 0 0 0,0 0 0 0 0,0 0 0 0 0,0 0 0 0 0,0 0 0 0 0,0-1 0 0 0,0 1 0 0 0,0 0 0 0 0,0 0 0 0 0,0 0 0 0 0,0-1 0 0 0,0 1 0 0 0,0 0 0 0 0,0 0 0 0 0,0 0 0 0 0,0 0 0 0 0,0-1 0 0 0,1 1 1 0 0,-1 0-1 0 0,0 0 0 0 0,0 0 0 0 0,0 0 0 0 0,0-1 0 0 0,0 1 0 0 0,0 0 0 0 0,0 0 0 0 0,1 0 0 0 0,-1 0 0 0 0,0 0 0 0 0,0 0 0 0 0,0 0 0 0 0,0-1 0 0 0,1 1 0 0 0,-1 0 0 0 0,0 0 0 0 0,0 0 0 0 0,0 0 0 0 0,1 0 0 0 0,-1 0 1 0 0,0 0-1 0 0,0 0 0 0 0,0 0 0 0 0,0 0 0 0 0,1 0 0 0 0,-1 0 0 0 0,0 0 0 0 0,0 0 0 0 0,1 0 0 0 0,9 8-4318 0 0,-7-6 3569 0 0,3 3-1624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6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8 0 0,'12'111'6351'0'0,"-12"-105"-6023"0"0,0-2-202 0 0,0 1 0 0 0,1 0-1 0 0,-2-1 1 0 0,1 1-1 0 0,0-1 1 0 0,-1 1 0 0 0,0-1-1 0 0,0 1 1 0 0,0-1 0 0 0,-1 1-1 0 0,0-1 1 0 0,-2 5-1 0 0,4-8-85 0 0,-2-16-530 0 0,2-19-2846 0 0,2 20 1651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6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8 0 0,'4'-3'15'0'0,"0"10"452"0"0,2 22 1200 0 0,0-5-106 0 0,-2-17-1094 0 0,0-1 0 0 0,1 0 0 0 0,0 1 0 0 0,0-2 0 0 0,1 1-1 0 0,-1-1 1 0 0,1 1 0 0 0,0-1 0 0 0,1-1 0 0 0,7 5 0 0 0,-7-6-140 0 0,0 1 0 0 0,1-1 1 0 0,-1 0-1 0 0,1-1 0 0 0,12 3 1 0 0,13 3 586 0 0,-8 0-465 0 0,-11-4-115 0 0,-1 1 0 0 0,1 0 0 0 0,-1 0 0 0 0,23 14 0 0 0,-32-16-285 0 0,-1-1 0 0 0,0 1-1 0 0,1 0 1 0 0,-1 0 0 0 0,0 0 0 0 0,0 1 0 0 0,-1-1-1 0 0,1 1 1 0 0,-1-1 0 0 0,1 1 0 0 0,-1 0-1 0 0,0 0 1 0 0,-1 0 0 0 0,1 0 0 0 0,-1 1-1 0 0,0-1 1 0 0,0 0 0 0 0,0 0 0 0 0,0 1-1 0 0,-1 5 1 0 0,0 6 8 0 0,-1 0 0 0 0,0 0-1 0 0,-2 0 1 0 0,0 0 0 0 0,-1 0 0 0 0,-6 16-1 0 0,0 5 26 0 0,9-35-85 0 0,0 1-1 0 0,0-1 1 0 0,0 0 0 0 0,0 1 0 0 0,0-1 0 0 0,0 0-1 0 0,-1 1 1 0 0,1-1 0 0 0,-1 0 0 0 0,1 0-1 0 0,-1 0 1 0 0,0-1 0 0 0,0 1 0 0 0,0 0-1 0 0,0-1 1 0 0,0 1 0 0 0,0-1 0 0 0,-1 0-1 0 0,1 1 1 0 0,0-1 0 0 0,-1 0 0 0 0,-4 1-1 0 0,6-2-42 0 0,-1 1 0 0 0,0-1-1 0 0,1 0 1 0 0,-1 0 0 0 0,0 0-1 0 0,1 0 1 0 0,-1 0-1 0 0,0-1 1 0 0,1 1 0 0 0,-1 0-1 0 0,0-1 1 0 0,1 1 0 0 0,-1-1-1 0 0,1 0 1 0 0,-1 1-1 0 0,1-1 1 0 0,-1 0 0 0 0,1 0-1 0 0,0 0 1 0 0,-1 0 0 0 0,1 0-1 0 0,0 0 1 0 0,0 0-1 0 0,0-1 1 0 0,0 1 0 0 0,0 0-1 0 0,0-1 1 0 0,0 1 0 0 0,0-1-1 0 0,0 1 1 0 0,1-1-1 0 0,-1 1 1 0 0,0-1 0 0 0,0-2-1 0 0,-22-97-9212 0 0,19 89 7263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6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0 208 8 0 0,'2'-5'169'0'0,"-1"0"1"0"0,1 0-1 0 0,0 0 0 0 0,1 0 0 0 0,-1 1 1 0 0,1-1-1 0 0,0 1 0 0 0,0-1 1 0 0,0 1-1 0 0,1 0 0 0 0,-1 1 1 0 0,1-1-1 0 0,0 0 0 0 0,0 1 0 0 0,0 0 1 0 0,1 0-1 0 0,-1 0 0 0 0,1 1 1 0 0,5-3-1 0 0,10-3 1215 0 0,0 1 0 0 0,0 1 1 0 0,33-6-1 0 0,3-1-608 0 0,-47 11-603 0 0,15-4-45 0 0,0-1 0 0 0,-1-2 1 0 0,0 0-1 0 0,39-22 0 0 0,-52 27-260 0 0,-9 4-57 0 0,0-1 1 0 0,0 1-1 0 0,0 0 1 0 0,0-1-1 0 0,0 1 1 0 0,0-1 0 0 0,0 1-1 0 0,0-1 1 0 0,0 0-1 0 0,0 1 1 0 0,0-1-1 0 0,1-1 1 0 0,-1-3-1478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7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0 512 0 0,'-2'1'25'0'0,"1"0"1"0"0,0-1-1 0 0,0 1 0 0 0,0 0 1 0 0,-1 0-1 0 0,1-1 0 0 0,0 1 1 0 0,0 0-1 0 0,0 0 0 0 0,0 0 1 0 0,0 0-1 0 0,0 1 0 0 0,1-1 1 0 0,-1 0-1 0 0,0 0 0 0 0,1 0 1 0 0,-1 1-1 0 0,0-1 0 0 0,1 0 1 0 0,0 1-1 0 0,-1 1 0 0 0,-8 34 606 0 0,9-12 582 0 0,6 39 0 0 0,0 12-202 0 0,-9 69 375 0 0,6 135 688 0 0,-3-258-1906 0 0,3 21-31 0 0,-3-41-137 0 0,0 0 1 0 0,0 0-1 0 0,1 0 1 0 0,-1 0-1 0 0,1 0 1 0 0,0-1-1 0 0,-1 1 1 0 0,1 0-1 0 0,0 0 1 0 0,0 0-1 0 0,0-1 1 0 0,0 1-1 0 0,0 0 1 0 0,1-1-1 0 0,1 3 1 0 0,-3-4-14 0 0,0 0-1 0 0,1 0 1 0 0,-1 0 0 0 0,0 1 0 0 0,1-1-1 0 0,-1 0 1 0 0,0 0 0 0 0,1 0 0 0 0,-1 0-1 0 0,0 0 1 0 0,1 0 0 0 0,-1 0 0 0 0,1 0-1 0 0,-1 0 1 0 0,0 0 0 0 0,1 0 0 0 0,-1 0-1 0 0,0 0 1 0 0,1 0 0 0 0,-1 0 0 0 0,0 0-1 0 0,1 0 1 0 0,-1 0 0 0 0,0 0 0 0 0,1-1-1 0 0,-1 1 1 0 0,0 0 0 0 0,1 0 0 0 0,-1 0-1 0 0,1-1 1 0 0,9-12-434 0 0,4-19-1010 0 0,-13 30 1147 0 0,7-18-1310 0 0,1-1-124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7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8 0 0,'0'-1'11'0'0,"0"-1"0"0"0,0 1 0 0 0,0-1 0 0 0,1 1 0 0 0,-1-1 0 0 0,0 1 0 0 0,1-1 1 0 0,-1 1-1 0 0,1 0 0 0 0,0-1 0 0 0,-1 1 0 0 0,1 0 0 0 0,0-1 0 0 0,0 1 0 0 0,0 0 0 0 0,0 0 0 0 0,0 0 0 0 0,0-1 0 0 0,1 0 0 0 0,1 0 165 0 0,0 0 0 0 0,0 1 0 0 0,0-1 0 0 0,0 0 0 0 0,1 1-1 0 0,-1 0 1 0 0,0 0 0 0 0,5-1 0 0 0,5 0 696 0 0,1 0-1 0 0,1 1 1 0 0,15 0 0 0 0,-25 1-734 0 0,2 0 8 0 0,0 0 1 0 0,-1 1-1 0 0,1-1 0 0 0,0 1 1 0 0,-1 1-1 0 0,1-1 0 0 0,-1 1 1 0 0,1 1-1 0 0,-1-1 0 0 0,0 1 0 0 0,10 5 1 0 0,-12-5-89 0 0,-1 0 1 0 0,0 0 0 0 0,1 0 0 0 0,-1 0-1 0 0,0 1 1 0 0,0-1 0 0 0,-1 1 0 0 0,1 0-1 0 0,-1-1 1 0 0,0 1 0 0 0,0 0-1 0 0,0 1 1 0 0,0-1 0 0 0,-1 0 0 0 0,1 0-1 0 0,-1 1 1 0 0,0-1 0 0 0,0 7-1 0 0,0 1 64 0 0,0 0 0 0 0,-1 0 0 0 0,0 0-1 0 0,-1-1 1 0 0,0 1 0 0 0,-1 0-1 0 0,0 0 1 0 0,-1-1 0 0 0,0 0-1 0 0,-1 1 1 0 0,-1-1 0 0 0,1-1-1 0 0,-2 1 1 0 0,1-1 0 0 0,-1 1 0 0 0,-1-2-1 0 0,0 1 1 0 0,-1-1 0 0 0,1 0-1 0 0,-2 0 1 0 0,1-1 0 0 0,-1 0-1 0 0,-14 9 1 0 0,15-11-123 0 0,-52 33 157 0 0,54-36-198 0 0,1 0-1 0 0,-1-1 1 0 0,0 1 0 0 0,0-1-1 0 0,0 0 1 0 0,0-1-1 0 0,-1 1 1 0 0,-12 0-1 0 0,19-2 29 0 0,0 0 1 0 0,0 0-1 0 0,0 0 0 0 0,0 0 0 0 0,0 0 0 0 0,0 0 0 0 0,0 0 0 0 0,-1 0 0 0 0,1 0 0 0 0,0 0 1 0 0,0 0-1 0 0,0 0 0 0 0,0 0 0 0 0,0 0 0 0 0,0 0 0 0 0,0 0 0 0 0,-1 0 0 0 0,1 0 0 0 0,0-1 1 0 0,0 1-1 0 0,0 0 0 0 0,0 0 0 0 0,0 0 0 0 0,0 0 0 0 0,0 0 0 0 0,0 0 0 0 0,0 0 0 0 0,-1 0 1 0 0,1 0-1 0 0,0 0 0 0 0,0-1 0 0 0,0 1 0 0 0,0 0 0 0 0,0 0 0 0 0,0 0 0 0 0,0 0 0 0 0,0 0 0 0 0,0 0 1 0 0,0-1-1 0 0,0 1 0 0 0,0 0 0 0 0,0 0 0 0 0,0 0 0 0 0,0 0 0 0 0,0 0 0 0 0,0 0 0 0 0,0 0 1 0 0,0-1-1 0 0,0 1 0 0 0,0 0 0 0 0,0 0 0 0 0,0 0 0 0 0,0 0 0 0 0,1 0 0 0 0,-1 0 0 0 0,7-10-938 0 0,11-8-1605 0 0,-7 9 1259 0 0,-1 2-38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7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24 8 0 0,'2'-5'12'0'0,"7"-12"31"0"0,-7 16 304 0 0,-3 11 449 0 0,-9 32 1054 0 0,-43 254 3668 0 0,39-59-3597 0 0,14-197-1629 0 0,1 1-1 0 0,3 0 1 0 0,15 70-1 0 0,-17-100-251 0 0,2 0 0 0 0,-1-1 0 0 0,1 1 0 0 0,1-1 0 0 0,0 0-1 0 0,0 0 1 0 0,12 16 0 0 0,-15-23-90 0 0,0-1 0 0 0,0 0 0 0 0,0 0-1 0 0,0 0 1 0 0,0 0 0 0 0,0 0 0 0 0,1 0 0 0 0,-1-1-1 0 0,1 1 1 0 0,-1-1 0 0 0,1 0 0 0 0,-1 0 0 0 0,1 0-1 0 0,0 0 1 0 0,0 0 0 0 0,0 0 0 0 0,-1-1 0 0 0,1 1 0 0 0,0-1-1 0 0,0 0 1 0 0,0 0 0 0 0,0 0 0 0 0,0 0 0 0 0,0 0-1 0 0,0-1 1 0 0,0 1 0 0 0,-1-1 0 0 0,1 0 0 0 0,0 0-1 0 0,0 0 1 0 0,-1 0 0 0 0,1 0 0 0 0,0-1 0 0 0,3-2 0 0 0,-3 2-514 0 0,1-1 0 0 0,0 0 0 0 0,-1 1 0 0 0,0-1 0 0 0,0-1 0 0 0,0 1 0 0 0,0 0 0 0 0,4-8 0 0 0,3-3-1751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49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8 0 0,'-3'21'2164'0'0,"1"0"1"0"0,1 30-1 0 0,47 331 2429 0 0,-44-367-4449 0 0,3 27-1 0 0,25 146 247 0 0,-26-175-279 0 0,-1-9-778 0 0,0-6-2340 0 0,-3-5 1480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0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45 549 8 0 0,'-3'82'4751'0'0,"3"-89"-2588"0"0,0-21-207 0 0,0-26-697 0 0,0 40-906 0 0,1-55 1046 0 0,-13-98 0 0 0,3 89-1031 0 0,-4-28-12 0 0,10 71-255 0 0,3 28-56 0 0,-1-1 0 0 0,1 1 0 0 0,-4-13 1 0 0,3 15-55 0 0,3 5 28 0 0,7 7 132 0 0,-8-6-149 0 0,1 1 0 0 0,-1-1 0 0 0,1 0 0 0 0,-1 1 0 0 0,1-1 0 0 0,-1 0-1 0 0,1 0 1 0 0,0 0 0 0 0,0-1 0 0 0,0 1 0 0 0,-1 0 0 0 0,1-1 0 0 0,3 2 0 0 0,-5-2 11 0 0,1 0-22 0 0,-1-1 10 0 0,0 1 1 0 0,0 0-1 0 0,1 0 1 0 0,-1 0-1 0 0,0 0 0 0 0,0 0 1 0 0,0 0-1 0 0,0 0 1 0 0,1 0-1 0 0,-1-1 1 0 0,0 1-1 0 0,0 0 1 0 0,0 0-1 0 0,0 0 1 0 0,0 0-1 0 0,0 0 0 0 0,1-1 1 0 0,-1 1-1 0 0,0 0 1 0 0,0 0-1 0 0,0 0 1 0 0,0-1-1 0 0,0 1 1 0 0,0 0-1 0 0,0 0 1 0 0,0 0-1 0 0,0 0 0 0 0,0-1 1 0 0,0 1-1 0 0,0 0 1 0 0,0 0-1 0 0,0 0 1 0 0,0-1-1 0 0,0 1 1 0 0,0 0-1 0 0,0 0 1 0 0,0 0-1 0 0,0-1 0 0 0,0 1 1 0 0,0 0-1 0 0,-1 0 1 0 0,-3-14 14 0 0,1 3 1 0 0,3 11-18 0 0,0-1 0 0 0,0 1 0 0 0,0-1 0 0 0,0 1 0 0 0,0-1 0 0 0,0 1 0 0 0,0-1 0 0 0,0 1 0 0 0,0-1 0 0 0,0 1 0 0 0,0-1 0 0 0,0 1-1 0 0,0-1 1 0 0,0 1 0 0 0,0-1 0 0 0,0 1 0 0 0,0-1 0 0 0,-1 1 0 0 0,1-1 0 0 0,0 1 0 0 0,0-1 0 0 0,-1 1 0 0 0,1-1 0 0 0,0 1 0 0 0,-1 0 0 0 0,1-1-1 0 0,0 1 1 0 0,-1 0 0 0 0,1-1 0 0 0,-1 1 0 0 0,1 0 0 0 0,0-1 0 0 0,-1 1 0 0 0,1 0 0 0 0,-1 0 0 0 0,1 0 0 0 0,-2-1 0 0 0,1 2 5 0 0,1-1 0 0 0,-1 1 1 0 0,0 0-1 0 0,1-1 0 0 0,-1 1 0 0 0,1 0 1 0 0,-1-1-1 0 0,0 1 0 0 0,1 0 1 0 0,0 0-1 0 0,-1 0 0 0 0,1 0 1 0 0,-1-1-1 0 0,1 1 0 0 0,0 0 0 0 0,0 0 1 0 0,0 0-1 0 0,-1 0 0 0 0,1 0 1 0 0,0 0-1 0 0,0 0 0 0 0,0 0 1 0 0,0 0-1 0 0,1 1 0 0 0,1 124 75 0 0,-2 18 28 0 0,-2-61-168 0 0,-6 155 212 0 0,8-233-175 0 0,2 34 40 0 0,-2-36-21 0 0,1-1 1 0 0,-1 1-1 0 0,1 0 1 0 0,-1-1-1 0 0,1 1 1 0 0,0-1-1 0 0,0 0 1 0 0,0 1-1 0 0,0-1 1 0 0,0 0-1 0 0,0 1 1 0 0,3 1 0 0 0,-4-4 6 0 0,0 0 0 0 0,1 1 0 0 0,-1-1 0 0 0,1 0 1 0 0,-1 0-1 0 0,1 0 0 0 0,-1 0 0 0 0,1 0 0 0 0,-1 0 1 0 0,1 0-1 0 0,-1 0 0 0 0,0 0 0 0 0,1 0 0 0 0,-1 0 1 0 0,1 0-1 0 0,-1 0 0 0 0,1 0 0 0 0,-1 0 1 0 0,1 0-1 0 0,-1 0 0 0 0,1-1 0 0 0,-1 1 0 0 0,0 0 1 0 0,1 0-1 0 0,-1 0 0 0 0,1-1 0 0 0,-1 1 0 0 0,0 0 1 0 0,1-1-1 0 0,-1 1 0 0 0,0 0 0 0 0,1-1 0 0 0,-1 0 1 0 0,15-16-10 0 0,-10 12 100 0 0,-4 3-96 0 0,1 1 1 0 0,-1 0-1 0 0,1-1 1 0 0,-1 1-1 0 0,1 0 1 0 0,-1 0-1 0 0,1 0 0 0 0,0 0 1 0 0,0 0-1 0 0,0 0 1 0 0,0 1-1 0 0,0-1 1 0 0,-1 1-1 0 0,1-1 1 0 0,0 1-1 0 0,0 0 1 0 0,0-1-1 0 0,0 1 0 0 0,0 0 1 0 0,0 1-1 0 0,0-1 1 0 0,3 0-1 0 0,3 1 17 0 0,0 0 1 0 0,0 0-1 0 0,-1 1 0 0 0,13 4 0 0 0,20 3 65 0 0,-22-6-182 0 0,-13-2 115 0 0,0 0 1 0 0,0 0 0 0 0,1-1-1 0 0,-1 0 1 0 0,0 0 0 0 0,0 0 0 0 0,6-1-1 0 0,18-7-40 0 0,-25 6-157 0 0,0 0 1 0 0,0 0-1 0 0,0 0 0 0 0,0 0 0 0 0,0-1 0 0 0,-1 1 1 0 0,1-1-1 0 0,-1 0 0 0 0,0 0 0 0 0,4-4 0 0 0,0-1-2399 0 0,-3 4 484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1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18 8 0 0,'-1'0'93'0'0,"1"0"-1"0"0,0 0 1 0 0,-1 0 0 0 0,1 0-1 0 0,0 0 1 0 0,0 0-1 0 0,-1 0 1 0 0,1 0 0 0 0,0 0-1 0 0,-1 0 1 0 0,1 0 0 0 0,0 0-1 0 0,0-1 1 0 0,-1 1-1 0 0,1 0 1 0 0,0 0 0 0 0,0 0-1 0 0,-1 0 1 0 0,1-1 0 0 0,0 1-1 0 0,0 0 1 0 0,0 0-1 0 0,-1-1 1 0 0,1 1 0 0 0,0 0-1 0 0,0 0 1 0 0,0-1 0 0 0,0 1-1 0 0,0 0 1 0 0,0 0-1 0 0,-1-1 1 0 0,1 1 0 0 0,0 0-1 0 0,0 0 1 0 0,0-1 0 0 0,0 1-1 0 0,0 0 1 0 0,0-1-1 0 0,0 1 1 0 0,0 0 0 0 0,0-1-1 0 0,0 1 1 0 0,0 0 0 0 0,0 0-1 0 0,1-1 1 0 0,-1 1-1 0 0,0 0 1 0 0,0 0 0 0 0,0-1-1 0 0,0 1 1 0 0,0 0 0 0 0,1 0-1 0 0,-1-1 1 0 0,0 1-1 0 0,0 0 1 0 0,1-1 0 0 0,-1 1 10 0 0,0-1 0 0 0,1 1 1 0 0,-1-1-1 0 0,1 1 0 0 0,-1 0 1 0 0,1-1-1 0 0,0 1 0 0 0,-1 0 1 0 0,1-1-1 0 0,-1 1 0 0 0,1 0 1 0 0,0-1-1 0 0,-1 1 0 0 0,1 0 0 0 0,-1 0 1 0 0,1 0-1 0 0,0 0 0 0 0,-1 0 1 0 0,1 0-1 0 0,0 0 0 0 0,-1 0 1 0 0,1 0-1 0 0,0 0 0 0 0,-1 0 1 0 0,1 0-1 0 0,0 0 0 0 0,-1 0 1 0 0,1 1-1 0 0,0-1 0 0 0,-1 0 1 0 0,1 1-1 0 0,-1-1 0 0 0,1 0 1 0 0,-1 1-1 0 0,2 0 0 0 0,4 3 183 0 0,-1 2 1 0 0,1-1-1 0 0,-1 1 0 0 0,0 0 0 0 0,0 0 0 0 0,0 0 1 0 0,-1 1-1 0 0,0-1 0 0 0,-1 1 0 0 0,5 9 0 0 0,1 7 331 0 0,12 47 1 0 0,-11-24-224 0 0,-3 0 1 0 0,-1 1-1 0 0,-3 1 1 0 0,-2-1 0 0 0,-1 0-1 0 0,-3 0 1 0 0,-2 0 0 0 0,-2 0-1 0 0,-2 0 1 0 0,-18 54-1 0 0,21-81-344 0 0,0-1 0 0 0,-2 0 0 0 0,0 0-1 0 0,-1 0 1 0 0,-1-1 0 0 0,-1-1 0 0 0,-1 1-1 0 0,0-2 1 0 0,-1 0 0 0 0,0 0 0 0 0,-2-1 0 0 0,-30 24-1 0 0,44-38-63 0 0,0 0 0 0 0,0 0 0 0 0,0-1 0 0 0,0 1 0 0 0,0-1 0 0 0,0 1 0 0 0,0-1 0 0 0,0 1 0 0 0,0-1 0 0 0,0 0 0 0 0,0 1 0 0 0,0-1 0 0 0,0 0 0 0 0,0 0 0 0 0,0 0 0 0 0,0 0 0 0 0,0 0 0 0 0,0 0 0 0 0,-2 0 0 0 0,3-1-35 0 0,-1 1 0 0 0,1 0 1 0 0,0-1-1 0 0,0 1 0 0 0,-1-1 0 0 0,1 1 0 0 0,0-1 1 0 0,0 1-1 0 0,-1-1 0 0 0,1 1 0 0 0,0-1 1 0 0,0 1-1 0 0,0-1 0 0 0,0 1 0 0 0,0-1 0 0 0,0 1 1 0 0,0-1-1 0 0,0 1 0 0 0,0-1 0 0 0,0 1 0 0 0,0-1 1 0 0,0 1-1 0 0,0-1 0 0 0,0 0 0 0 0,0 1 0 0 0,1-1 1 0 0,-1 1-1 0 0,0 0 0 0 0,0-1 0 0 0,0 1 0 0 0,1-1 1 0 0,-1 1-1 0 0,0-1 0 0 0,1 1 0 0 0,-1 0 1 0 0,1-1-1 0 0,-1 1 0 0 0,1-1 0 0 0,48-71-9240 0 0,-38 58 7857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1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 8 0 0,'8'0'5408'0'0,"13"0"-2274"0"0,2-1-2175 0 0,-1-2 0 0 0,0-1 0 0 0,-1-1 0 0 0,1-1 0 0 0,38-15 0 0 0,13-4-373 0 0,-72 25-590 0 0,0-1 0 0 0,0 1 1 0 0,0 0-1 0 0,0-1 0 0 0,0 1 1 0 0,0 0-1 0 0,0 0 0 0 0,0 0 0 0 0,1 0 1 0 0,-1 0-1 0 0,0 0 0 0 0,0 0 1 0 0,0 0-1 0 0,0 0 0 0 0,0 0 0 0 0,0 0 1 0 0,0 1-1 0 0,0-1 0 0 0,0 0 1 0 0,0 1-1 0 0,0-1 0 0 0,0 1 0 0 0,0-1 1 0 0,0 1-1 0 0,0 0 0 0 0,0-1 1 0 0,1 2-1 0 0,-1 0-19 0 0,-1 0-1 0 0,1 0 1 0 0,-1-1-1 0 0,1 1 1 0 0,-1 0 0 0 0,0 0-1 0 0,1 0 1 0 0,-1 0-1 0 0,0 0 1 0 0,0 0 0 0 0,0-1-1 0 0,0 1 1 0 0,-1 0 0 0 0,1 0-1 0 0,-1 0 1 0 0,0 2-1 0 0,-2 3-664 0 0,0-1 0 0 0,0 1 0 0 0,-1-1 0 0 0,0 0 0 0 0,-1 0 0 0 0,1 0-1 0 0,-1 0 1 0 0,0-1 0 0 0,0 0 0 0 0,-1 0 0 0 0,-8 7 0 0 0,-1 1-1471 0 0,3-2 1228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1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 8 0 0,'-3'3'13'0'0,"1"1"0"0"0,0 0 0 0 0,0 0 0 0 0,1 1 0 0 0,-1-1 0 0 0,-1 8 0 0 0,3-11 147 0 0,0 0 0 0 0,-1 0-1 0 0,1 0 1 0 0,0 0 0 0 0,0 0-1 0 0,0 0 1 0 0,0 0 0 0 0,1 0-1 0 0,-1-1 1 0 0,0 1 0 0 0,0 0-1 0 0,1 0 1 0 0,-1 0 0 0 0,0 0-1 0 0,1 0 1 0 0,-1 0 0 0 0,1 0-1 0 0,-1-1 1 0 0,1 1 0 0 0,-1 0-1 0 0,1 0 1 0 0,0-1 0 0 0,-1 1-1 0 0,1 0 1 0 0,0-1 0 0 0,0 1-1 0 0,-1-1 1 0 0,1 1 0 0 0,0-1-1 0 0,0 1 1 0 0,0-1 0 0 0,0 0-1 0 0,0 1 1 0 0,-1-1 0 0 0,1 0-1 0 0,0 0 1 0 0,2 1 0 0 0,12 1 805 0 0,0 0 1 0 0,1 0-1 0 0,-1-2 1 0 0,1 0 0 0 0,24-3-1 0 0,75-22-17 0 0,-94 20-844 0 0,-21 5-149 0 0,1 0 0 0 0,0 0 0 0 0,-1 0-1 0 0,1 0 1 0 0,0 0 0 0 0,-1 0 0 0 0,1 0 0 0 0,0 0 0 0 0,-1 0 0 0 0,1 1-1 0 0,-1-1 1 0 0,1 0 0 0 0,0 0 0 0 0,-1 1 0 0 0,1-1 0 0 0,-1 0-1 0 0,1 1 1 0 0,0-1 0 0 0,-1 1-62 0 0,1-1 0 0 0,-1 0 0 0 0,1 1 1 0 0,-1-1-1 0 0,0 0 0 0 0,1 0 0 0 0,-1 1 0 0 0,1-1 0 0 0,-1 0 0 0 0,0 0 0 0 0,1 0 1 0 0,-1 0-1 0 0,1 0 0 0 0,-1 0 0 0 0,1 0 0 0 0,-1 1 0 0 0,1-1 0 0 0,-1 0 0 0 0,0-1 1 0 0,1 1-1 0 0,-1 0 0 0 0,1 0 0 0 0,-1 0 0 0 0,1 0 0 0 0,-1 0 0 0 0,1 0 0 0 0,-1 0 1 0 0,0-1-1 0 0,1 1 0 0 0,-1 0 0 0 0,1 0 0 0 0,0-1 0 0 0,22-20-4242 0 0,-15 14 3160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2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56 8 0 0,'2'-6'-22'0'0,"2"-24"1208"0"0,-7 14 2580 0 0,2 15-3675 0 0,1 1 0 0 0,-1 0 0 0 0,1-1 0 0 0,-1 1 0 0 0,1 0-1 0 0,0 0 1 0 0,-1-1 0 0 0,1 1 0 0 0,-1 0 0 0 0,1 0 0 0 0,-1 0-1 0 0,1-1 1 0 0,-1 1 0 0 0,0 0 0 0 0,1 0 0 0 0,-1 0-1 0 0,1 0 1 0 0,-1 0 0 0 0,1 0 0 0 0,-1 0 0 0 0,1 0 0 0 0,-1 0-1 0 0,1 0 1 0 0,-1 0 0 0 0,1 1 0 0 0,-1-1 0 0 0,1 0 0 0 0,-1 0-1 0 0,1 1 1 0 0,-1-1 0 0 0,1 0 0 0 0,-1 0 0 0 0,1 1 0 0 0,-1-1-1 0 0,1 0 1 0 0,0 1 0 0 0,-1-1 0 0 0,1 1 0 0 0,0-1 0 0 0,-1 0-1 0 0,1 1 1 0 0,0-1 0 0 0,-1 1 0 0 0,-15 20 1068 0 0,7-4-902 0 0,1 0 0 0 0,1 0 0 0 0,0 1 0 0 0,1 0-1 0 0,1 0 1 0 0,1 1 0 0 0,-3 30 0 0 0,0 136 473 0 0,7-147-525 0 0,0-13-100 0 0,1 1 1 0 0,2 0-1 0 0,0-1 0 0 0,9 33 1 0 0,-9-48-63 0 0,0 0 0 0 0,1-1 0 0 0,0 0-1 0 0,1 0 1 0 0,0 0 0 0 0,6 9 0 0 0,-8-14-32 0 0,1 1 0 0 0,0-1-1 0 0,0 0 1 0 0,0 0 0 0 0,1 0 0 0 0,-1-1 0 0 0,1 1-1 0 0,0-1 1 0 0,0 0 0 0 0,0 0 0 0 0,8 2-1 0 0,-8-3 9 0 0,0 0-1 0 0,0-1 0 0 0,-1 0 0 0 0,1 0 1 0 0,0-1-1 0 0,0 1 0 0 0,0-1 1 0 0,0 0-1 0 0,0 0 0 0 0,0-1 0 0 0,0 0 1 0 0,0 0-1 0 0,8-2 0 0 0,-6 0 14 0 0,0 0-1 0 0,-1 0 0 0 0,1 0 0 0 0,-1-1 1 0 0,0 0-1 0 0,0-1 0 0 0,0 1 0 0 0,7-9 1 0 0,-2 1 27 0 0,0-1 1 0 0,-1 0 0 0 0,-1-1-1 0 0,0 0 1 0 0,-1-1 0 0 0,0 0 0 0 0,7-21-1 0 0,-10 22-5 0 0,-1 1-1 0 0,-1-1 1 0 0,0 0 0 0 0,0-1-1 0 0,-2 1 1 0 0,0 0 0 0 0,0-1-1 0 0,-2 1 1 0 0,-1-15 0 0 0,0 18-32 0 0,0 0 0 0 0,0 0 1 0 0,-1 0-1 0 0,-1 0 1 0 0,0 0-1 0 0,-1 0 1 0 0,1 1-1 0 0,-2 0 0 0 0,0 0 1 0 0,0 0-1 0 0,-14-15 1 0 0,-44-54-1096 0 0,62 71-310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2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1 352 0 0,'1'11'769'0'0,"1"-1"0"0"0,-2 1 0 0 0,1 0 0 0 0,-2 0 1 0 0,1 0-1 0 0,-1 0 0 0 0,-1 0 0 0 0,0-1 0 0 0,-1 1 0 0 0,1-1 0 0 0,-2 1 0 0 0,-5 11 0 0 0,9-22-772 0 0,0 0 0 0 0,0 0 1 0 0,0 0-1 0 0,0 0 0 0 0,0 0 0 0 0,0 0 0 0 0,0 0 0 0 0,0-1 0 0 0,0 1 0 0 0,0 0 0 0 0,0 0 1 0 0,0 0-1 0 0,0 0 0 0 0,0 0 0 0 0,0 0 0 0 0,0 0 0 0 0,0 0 0 0 0,0 0 0 0 0,0 0 1 0 0,0 0-1 0 0,0 0 0 0 0,0 0 0 0 0,0 0 0 0 0,0-1 0 0 0,0 1 0 0 0,0 0 0 0 0,0 0 0 0 0,0 0 1 0 0,-1 0-1 0 0,1 0 0 0 0,0 0 0 0 0,0 0 0 0 0,0 0 0 0 0,0 0 0 0 0,0 0 0 0 0,0 0 1 0 0,0 0-1 0 0,0 0 0 0 0,0 0 0 0 0,0 0 0 0 0,0 0 0 0 0,0 0 0 0 0,0 0 0 0 0,0 0 0 0 0,-1 0 1 0 0,1 0-1 0 0,0 0 0 0 0,0 0 0 0 0,0 0 0 0 0,0 0 0 0 0,0 0 0 0 0,0 0 0 0 0,0 0 0 0 0,0 0 1 0 0,0 0-1 0 0,0 0 0 0 0,0 0 0 0 0,0 0 0 0 0,0 0 0 0 0,0 0 0 0 0,0 0 0 0 0,-1 0 1 0 0,1 0-1 0 0,0 0 0 0 0,0 0 0 0 0,0 1 0 0 0,0-1 0 0 0,-2-11-1160 0 0,0-13-1689 0 0,4 10 1530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2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 0 0,'-1'15'1273'0'0,"2"0"0"0"0,0 0 0 0 0,0 0 0 0 0,2 0 1 0 0,4 17-1 0 0,-6-27-1049 0 0,1-1 0 0 0,0 0 0 0 0,0 0 0 0 0,0 0 0 0 0,0 0 0 0 0,0 0 1 0 0,1 0-1 0 0,0-1 0 0 0,0 1 0 0 0,0-1 0 0 0,0 0 0 0 0,0 0 0 0 0,1 0 0 0 0,-1 0 1 0 0,1 0-1 0 0,0-1 0 0 0,0 0 0 0 0,0 1 0 0 0,0-1 0 0 0,0-1 0 0 0,7 3 0 0 0,22 5 741 0 0,61 20 1092 0 0,-82-24-1740 0 0,1 0-1 0 0,-1 1 1 0 0,0 1-1 0 0,0 0 1 0 0,11 9-1 0 0,-21-14-257 0 0,0-1 0 0 0,-1 1 0 0 0,1-1-1 0 0,-1 1 1 0 0,1-1 0 0 0,-1 1 0 0 0,0 0 0 0 0,0 0-1 0 0,0 0 1 0 0,0 0 0 0 0,0 0 0 0 0,0 0-1 0 0,0 0 1 0 0,0 0 0 0 0,-1 0 0 0 0,0 0-1 0 0,1 0 1 0 0,-1 3 0 0 0,0-1-10 0 0,0 0 0 0 0,0 0 0 0 0,-1 0 0 0 0,0 0 0 0 0,0 0 0 0 0,0 0 0 0 0,0 0 0 0 0,-1 0 0 0 0,-1 4 0 0 0,-5 6-14 0 0,-1 0 0 0 0,0 0 0 0 0,-19 21 0 0 0,28-35-35 0 0,-4 6-47 0 0,0-1 0 0 0,0 0-1 0 0,-1-1 1 0 0,1 1-1 0 0,-1-1 1 0 0,0 0 0 0 0,0 0-1 0 0,-1-1 1 0 0,1 1-1 0 0,-1-1 1 0 0,0-1 0 0 0,0 1-1 0 0,0-1 1 0 0,0 0-1 0 0,0 0 1 0 0,-1 0 0 0 0,1-1-1 0 0,0 0 1 0 0,-1-1-1 0 0,1 1 1 0 0,-7-1 0 0 0,10-1-114 0 0,1 0 1 0 0,0 0 0 0 0,0 0-1 0 0,0 0 1 0 0,0 0 0 0 0,0-1 0 0 0,0 1-1 0 0,0-1 1 0 0,0 1 0 0 0,0-1-1 0 0,0 1 1 0 0,1-1 0 0 0,-1 0 0 0 0,1 0-1 0 0,0 0 1 0 0,-2-3 0 0 0,-19-37-3566 0 0,21 39 3351 0 0,-17-47-6032 0 0,11 31 3790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2:52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8 0 0,'18'1'1276'0'0,"1"-2"1"0"0,-1 0-1 0 0,0-1 1 0 0,1-1-1 0 0,-1 0 1 0 0,0-2-1 0 0,22-7 1 0 0,-5-2-575 0 0,0-1 0 0 0,0-2 0 0 0,-2-1 0 0 0,0-1 1 0 0,-1-2-1 0 0,42-36 0 0 0,-72 55-724 0 0,42-44 297 0 0,-41 42-424 0 0,0 1 1 0 0,-1 0-1 0 0,0-1 0 0 0,1 1 0 0 0,-1-1 1 0 0,-1 0-1 0 0,1 0 0 0 0,0 0 1 0 0,-1 0-1 0 0,0 0 0 0 0,0 0 1 0 0,1-7-1 0 0,-3 4-2065 0 0,-3 4-297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3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68 667 8 0 0,'-7'27'-14'0'0,"7"-24"111"0"0,0 0 1 0 0,-1 0 0 0 0,1 0-1 0 0,-1 0 1 0 0,0 0 0 0 0,0-1 0 0 0,0 1-1 0 0,0 0 1 0 0,-2 2 0 0 0,-2 4 1063 0 0,8-11 315 0 0,-3 1-1445 0 0,0 1 0 0 0,0 0-1 0 0,1 0 1 0 0,-1 0 0 0 0,0-1-1 0 0,0 1 1 0 0,0 0-1 0 0,0 0 1 0 0,0 0 0 0 0,1-1-1 0 0,-1 1 1 0 0,0 0-1 0 0,0 0 1 0 0,0-1 0 0 0,0 1-1 0 0,0 0 1 0 0,0 0-1 0 0,0-1 1 0 0,0 1 0 0 0,0 0-1 0 0,0 0 1 0 0,0-1 0 0 0,0 1-1 0 0,0 0 1 0 0,0 0-1 0 0,0-1 1 0 0,0 1 0 0 0,0 0-1 0 0,-1 0 1 0 0,1-1-1 0 0,0 1 1 0 0,0 0 0 0 0,0 0-1 0 0,0-1 1 0 0,0 1 0 0 0,0 0-1 0 0,-1 0 1 0 0,1 0-1 0 0,0 0 1 0 0,0-1 0 0 0,0 1-1 0 0,-1 0 1 0 0,1 0-1 0 0,0 0 1 0 0,0 0 0 0 0,-1 0-1 0 0,1 0 1 0 0,0-1-1 0 0,0 1 1 0 0,-1 0 0 0 0,1 0-1 0 0,0 0 1 0 0,0 0 0 0 0,-1 0-1 0 0,1 0 1 0 0,0 0-1 0 0,0 0 1 0 0,-1 0 0 0 0,1 0-1 0 0,0 0 1 0 0,0 0 72 0 0,0 0 0 0 0,1-1 0 0 0,-1 1 1 0 0,0-1-1 0 0,1 1 0 0 0,-1-1 0 0 0,0 1 0 0 0,0-1 0 0 0,1 1 1 0 0,-1-1-1 0 0,0 1 0 0 0,0-1 0 0 0,0 1 0 0 0,0-1 1 0 0,1 1-1 0 0,-1-1 0 0 0,0 1 0 0 0,0-1 0 0 0,0 1 0 0 0,0-1 1 0 0,0 0-1 0 0,0 1 0 0 0,-1-1 0 0 0,1 1 0 0 0,0-1 1 0 0,0 1-1 0 0,0-1 0 0 0,-1 0 0 0 0,-5-26 366 0 0,4 20-133 0 0,-1-12 33 0 0,0 0 0 0 0,1-22 0 0 0,-4-24 272 0 0,-6-53-157 0 0,6 82-302 0 0,3-1-1 0 0,1 0 0 0 0,2-37 1 0 0,1 27 74 0 0,-1 31-147 0 0,1 13-64 0 0,-1 0-1 0 0,0-1 1 0 0,0 1-1 0 0,0 0 1 0 0,0 0-1 0 0,-1 0 1 0 0,-1-6-1 0 0,2 9-39 0 0,0-1 1 0 0,0 1-1 0 0,0-1 0 0 0,0 1 0 0 0,-1 0 1 0 0,1-1-1 0 0,0 1 0 0 0,0-1 0 0 0,0 1 1 0 0,0-1-1 0 0,0 1 0 0 0,0-1 0 0 0,1 1 1 0 0,-1 0-1 0 0,0-1 0 0 0,0 1 0 0 0,0-1 1 0 0,0 1-1 0 0,0 0 0 0 0,1-1 0 0 0,-1 1 1 0 0,0-1-1 0 0,0 1 0 0 0,1 0 0 0 0,-1-1 1 0 0,0 1-1 0 0,1 0 0 0 0,-1-1 0 0 0,0 1 1 0 0,1 0-1 0 0,-1 0 0 0 0,0-1 0 0 0,1 1 1 0 0,-1 0-1 0 0,1 0 0 0 0,-1 0 0 0 0,0 0 1 0 0,1-1-1 0 0,-1 1 0 0 0,1 0 0 0 0,-1 0 1 0 0,1 0-1 0 0,-1 0 0 0 0,1 0 0 0 0,-1 0 1 0 0,1 0-1 0 0,-1 0-7 0 0,3 0 49 0 0,11 29 265 0 0,15 104-94 0 0,-8-47-161 0 0,0 6 26 0 0,41 107-1 0 0,-54-177-92 0 0,0-3 47 0 0,-1 0 1 0 0,12 19 0 0 0,-15-32-10 0 0,-1-1 1 0 0,0 0 0 0 0,1 0-1 0 0,0-1 1 0 0,0 1-1 0 0,1-1 1 0 0,-1 0-1 0 0,1 0 1 0 0,0 0 0 0 0,0 0-1 0 0,7 3 1 0 0,-11-7-11 0 0,0 1 1 0 0,0-1 0 0 0,0 1-1 0 0,1-1 1 0 0,-1 1 0 0 0,0-1-1 0 0,0 0 1 0 0,0 0 0 0 0,0 1-1 0 0,0-1 1 0 0,0 0 0 0 0,0 0-1 0 0,1 0 1 0 0,-1 0 0 0 0,0 0-1 0 0,0-1 1 0 0,0 1 0 0 0,0 0-1 0 0,0 0 1 0 0,0-1 0 0 0,0 1-1 0 0,0-1 1 0 0,0 1 0 0 0,2-2-1 0 0,-1 1 12 0 0,-1-1-1 0 0,1 0 1 0 0,0 1-1 0 0,-1-1 1 0 0,0 0-1 0 0,1 0 1 0 0,-1 0-1 0 0,0 0 1 0 0,0 0-1 0 0,0 0 1 0 0,1-3-1 0 0,1-4 47 0 0,-1 1 0 0 0,0-1 0 0 0,-1 0 0 0 0,1 0 0 0 0,-1-10 0 0 0,-11-123 340 0 0,1 77-242 0 0,-21-68 0 0 0,-17-105 73 0 0,40 211-395 0 0,2 1-1 0 0,1 0 1 0 0,0-33-1 0 0,4 59 139 0 0,0-1-1 0 0,0 1 0 0 0,0 0 0 0 0,0 0 0 0 0,0 0 0 0 0,0-1 0 0 0,0 1 1 0 0,0 0-1 0 0,0 0 0 0 0,0 0 0 0 0,0-1 0 0 0,0 1 0 0 0,0 0 1 0 0,0 0-1 0 0,0 0 0 0 0,0-1 0 0 0,0 1 0 0 0,0 0 0 0 0,0 0 0 0 0,0 0 1 0 0,1-1-1 0 0,-1 1 0 0 0,0 0 0 0 0,0 0 0 0 0,0 0 0 0 0,0 0 0 0 0,0 0 1 0 0,1 0-1 0 0,-1-1 0 0 0,0 1 0 0 0,0 0 0 0 0,0 0 0 0 0,1 0 1 0 0,-1 0-1 0 0,0 0 0 0 0,0 0 0 0 0,0 0 0 0 0,0 0 0 0 0,1 0 0 0 0,-1 0 1 0 0,0 0-1 0 0,0 0 0 0 0,1 0 0 0 0,-1 0 0 0 0,12 6-1377 0 0,12 15-1961 0 0,-21-19 2715 0 0,32 23-3117 0 0,-8-8 1675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41 8 0 0,'-1'-1'4'0'0,"0"-4"431"0"0,0 1 1 0 0,-1-1-1 0 0,0 1 0 0 0,0 0 0 0 0,0 0 1 0 0,0 0-1 0 0,-5-6 0 0 0,-7 46 3469 0 0,10-8-3370 0 0,0 0 1 0 0,2 0 0 0 0,2 36 0 0 0,0-37-337 0 0,5 252 1493 0 0,-2-225-1174 0 0,2 1 0 0 0,24 102 0 0 0,-27-147-460 0 0,1-1 0 0 0,0 0-1 0 0,1 0 1 0 0,0 0-1 0 0,0-1 1 0 0,1 1-1 0 0,0-1 1 0 0,1 0 0 0 0,0 0-1 0 0,9 9 1 0 0,-12-14-27 0 0,0 0 1 0 0,-1-1-1 0 0,1 0 1 0 0,0 1-1 0 0,1-1 1 0 0,-1 0-1 0 0,0-1 1 0 0,1 1-1 0 0,-1-1 0 0 0,1 1 1 0 0,-1-1-1 0 0,1 0 1 0 0,-1 0-1 0 0,1-1 1 0 0,0 1-1 0 0,0-1 1 0 0,-1 1-1 0 0,1-1 1 0 0,0-1-1 0 0,0 1 1 0 0,-1 0-1 0 0,1-1 1 0 0,0 0-1 0 0,-1 0 0 0 0,1 0 1 0 0,-1 0-1 0 0,1 0 1 0 0,-1-1-1 0 0,5-2 1 0 0,-1 0 6 0 0,-1-1 0 0 0,0 0 0 0 0,0 0 0 0 0,-1 0 0 0 0,1-1 0 0 0,-1 1 0 0 0,-1-1 0 0 0,1 0 0 0 0,-1-1 0 0 0,0 1 0 0 0,0-1 0 0 0,-1 0 0 0 0,1 0 0 0 0,-2 0 0 0 0,1 0 0 0 0,-1-1 0 0 0,0 1 0 0 0,-1-1 0 0 0,2-10-1 0 0,-1-1-13 0 0,-1 1-1 0 0,-1 0 0 0 0,0-1 0 0 0,-2 1 0 0 0,0-1 0 0 0,-9-35 1 0 0,10 51-13 0 0,0 0 1 0 0,0-1-1 0 0,-1 1 1 0 0,1 0-1 0 0,-1 0 1 0 0,0 0-1 0 0,0 0 1 0 0,0 1-1 0 0,0-1 1 0 0,-1 0-1 0 0,1 1 1 0 0,-1-1-1 0 0,1 1 1 0 0,-1 0-1 0 0,-5-3 1 0 0,7 4-6 0 0,0 1 0 0 0,0-1 0 0 0,0 1 0 0 0,0 0 0 0 0,0-1 0 0 0,-1 1-1 0 0,1 0 1 0 0,0 0 0 0 0,0-1 0 0 0,0 1 0 0 0,-1 0 0 0 0,1 0 0 0 0,0 0 0 0 0,0 1 0 0 0,0-1 0 0 0,-1 0 0 0 0,1 0 0 0 0,-2 1 0 0 0,2 0-3 0 0,-1 0 1 0 0,1 0-1 0 0,0 0 0 0 0,-1 0 1 0 0,1 0-1 0 0,0 0 0 0 0,0 1 1 0 0,0-1-1 0 0,0 0 0 0 0,0 1 1 0 0,0-1-1 0 0,0 1 0 0 0,0-1 0 0 0,1 1 1 0 0,-1-1-1 0 0,1 1 0 0 0,-1 1 1 0 0,-7 22 14 0 0,2 1 0 0 0,1-1 0 0 0,1 1 0 0 0,1 0 1 0 0,1 0-1 0 0,2 1 0 0 0,2 26 0 0 0,-2-51-39 0 0,1 0-1 0 0,-1 0 1 0 0,1 0-1 0 0,0 0 1 0 0,0-1-1 0 0,0 1 1 0 0,0 0-1 0 0,0 0 1 0 0,0 0-1 0 0,0-1 1 0 0,0 1 0 0 0,1-1-1 0 0,-1 1 1 0 0,1-1-1 0 0,-1 1 1 0 0,1-1-1 0 0,0 0 1 0 0,3 2-1 0 0,-4-2-111 0 0,0 0 0 0 0,0-1 0 0 0,1 1 0 0 0,-1-1 0 0 0,0 1 0 0 0,1-1 0 0 0,-1 1 0 0 0,0-1 0 0 0,1 0 0 0 0,-1 0 0 0 0,1 1 0 0 0,-1-1 0 0 0,0 0 0 0 0,1 0 0 0 0,-1-1 0 0 0,1 1 0 0 0,-1 0 0 0 0,0 0 0 0 0,1-1 0 0 0,-1 1 0 0 0,0-1 0 0 0,1 1 0 0 0,-1-1 0 0 0,0 1 0 0 0,1-1 0 0 0,-1 0 0 0 0,0 0 0 0 0,2-1 0 0 0,6-9-1705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07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2 321 512 0 0,'-1'-24'1662'0'0,"1"6"326"0"0,0 1 0 0 0,1 0-1 0 0,3-18 1 0 0,0-6-286 0 0,-4 35-1472 0 0,0 0 0 0 0,0-1 0 0 0,1 1 1 0 0,0 0-1 0 0,0 0 0 0 0,0-1 0 0 0,1 1 0 0 0,0 0 1 0 0,0 0-1 0 0,4-6 0 0 0,-6 12-188 0 0,1 0 1 0 0,-1 0-1 0 0,0 0 0 0 0,1 1 0 0 0,-1-1 1 0 0,1 0-1 0 0,-1 0 0 0 0,0 1 1 0 0,1-1-1 0 0,-1 0 0 0 0,0 1 0 0 0,1-1 1 0 0,-1 1-1 0 0,0-1 0 0 0,0 0 1 0 0,1 1-1 0 0,-1-1 0 0 0,0 1 0 0 0,0-1 1 0 0,0 0-1 0 0,0 1 0 0 0,1-1 1 0 0,-1 1-1 0 0,0-1 0 0 0,0 1 0 0 0,0-1 1 0 0,0 1-1 0 0,0-1 0 0 0,0 0 1 0 0,0 2-1 0 0,5 20 157 0 0,-5-21-151 0 0,10 57 584 0 0,2 68 0 0 0,2 13 127 0 0,-10-110-527 0 0,-1 39 0 0 0,-3-63-223 0 0,0 0 0 0 0,1 0 0 0 0,-1 0 1 0 0,1 0-1 0 0,0-1 0 0 0,3 10 0 0 0,-6-20-29 0 0,0-1-1 0 0,1 1 1 0 0,-1-1 0 0 0,1 0 0 0 0,0-8-1 0 0,-4-26-8 0 0,-16-58 29 0 0,18 82-3 0 0,0-1-1 0 0,1 0 0 0 0,1 0 1 0 0,0 0-1 0 0,2 0 0 0 0,0 0 1 0 0,1 0-1 0 0,0 0 0 0 0,2 0 1 0 0,0 0-1 0 0,11-26 0 0 0,-5 20-27 0 0,0 3 17 0 0,18-33 0 0 0,-25 48 17 0 0,1 1 0 0 0,0 0 0 0 0,0-1 0 0 0,0 1 0 0 0,1 1 0 0 0,-1-1 0 0 0,1 1 0 0 0,0 0 0 0 0,1 0 0 0 0,8-5 0 0 0,-10 8-2 0 0,0-1 0 0 0,0 1 0 0 0,0 0 1 0 0,0 0-1 0 0,0 1 0 0 0,1-1 0 0 0,-1 1 1 0 0,0 0-1 0 0,0 0 0 0 0,1 0 0 0 0,-1 1 1 0 0,0 0-1 0 0,0-1 0 0 0,1 1 0 0 0,-1 1 1 0 0,0-1-1 0 0,0 1 0 0 0,0-1 0 0 0,-1 1 1 0 0,1 0-1 0 0,0 1 0 0 0,-1-1 0 0 0,6 5 1 0 0,-1-1 4 0 0,0 1 0 0 0,0 0 1 0 0,-1 0-1 0 0,0 1 0 0 0,-1 0 0 0 0,0 0 1 0 0,0 0-1 0 0,9 19 0 0 0,-11-18-3 0 0,-1 1-1 0 0,0 0 0 0 0,0 0 1 0 0,-1 0-1 0 0,-1 0 0 0 0,1 0 1 0 0,-2 1-1 0 0,1-1 0 0 0,-2 0 1 0 0,1 1-1 0 0,-4 14 0 0 0,2-18 5 0 0,-1 0-1 0 0,1 0 0 0 0,-2-1 1 0 0,1 1-1 0 0,-1-1 0 0 0,0 0 1 0 0,0 0-1 0 0,0-1 1 0 0,-1 1-1 0 0,0-1 0 0 0,0 0 1 0 0,-1 0-1 0 0,1 0 0 0 0,-1-1 1 0 0,-9 6-1 0 0,6-5-38 0 0,0 0-1 0 0,-1-1 1 0 0,1 0-1 0 0,-1-1 1 0 0,0 0 0 0 0,0 0-1 0 0,0-1 1 0 0,0 0-1 0 0,0-1 1 0 0,-13 1 0 0 0,2-6-690 0 0,20 4 498 0 0,1 0-1 0 0,-1-1 1 0 0,0 1 0 0 0,0 0-1 0 0,0 0 1 0 0,1-1 0 0 0,-1 1-1 0 0,0 0 1 0 0,0-1 0 0 0,1 1-1 0 0,-1-1 1 0 0,0 1 0 0 0,1-1-1 0 0,-1 1 1 0 0,0-1-1 0 0,1 1 1 0 0,-1-1 0 0 0,1 0-1 0 0,-1 1 1 0 0,1-1 0 0 0,-1-1-1 0 0,1 2-51 0 0,0-1-1 0 0,1 0 1 0 0,-1 0 0 0 0,0 1-1 0 0,1-1 1 0 0,-1 0-1 0 0,1 1 1 0 0,-1-1-1 0 0,1 1 1 0 0,-1-1 0 0 0,1 1-1 0 0,-1-1 1 0 0,1 1-1 0 0,0-1 1 0 0,-1 1-1 0 0,1-1 1 0 0,0 1 0 0 0,-1 0-1 0 0,1-1 1 0 0,0 1-1 0 0,1-1 1 0 0,4-2-1094 0 0,1-3 53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07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94 8 0 0,'14'-55'644'0'0,"-11"18"3512"0"0,-3 37-4114 0 0,0 0 1 0 0,0 0-1 0 0,0 0 1 0 0,0 0-1 0 0,0 0 1 0 0,0 0-1 0 0,0 0 1 0 0,0 0-1 0 0,0 0 1 0 0,0 0-1 0 0,0 0 0 0 0,0 0 1 0 0,0 0-1 0 0,0-1 1 0 0,0 1-1 0 0,0 0 1 0 0,0 0-1 0 0,0 0 1 0 0,0 0-1 0 0,0 0 1 0 0,0 0-1 0 0,0 0 1 0 0,0 0-1 0 0,0 0 1 0 0,0 0-1 0 0,0 0 1 0 0,0 0-1 0 0,0 0 1 0 0,0 0-1 0 0,0 0 1 0 0,0-1-1 0 0,0 1 1 0 0,0 0-1 0 0,0 0 1 0 0,0 0-1 0 0,0 0 1 0 0,0 0-1 0 0,0 0 1 0 0,0 0-1 0 0,-1 0 1 0 0,1 0-1 0 0,0 0 0 0 0,0 0 1 0 0,0 0-1 0 0,0 0 1 0 0,0 0-1 0 0,0 0 1 0 0,0 0-1 0 0,0 0 1 0 0,0 0-1 0 0,0 0 1 0 0,0 0-1 0 0,0 0 1 0 0,0 0-1 0 0,-1 0 1 0 0,1 0-1 0 0,0 0 1 0 0,0 0-1 0 0,0 0 1 0 0,0 0-1 0 0,0 0 1 0 0,0 0-1 0 0,0 0 1 0 0,0 0-1 0 0,0 0 1 0 0,0 1-1 0 0,0-1 1 0 0,-6 6 1213 0 0,-3 8-344 0 0,-5 31 287 0 0,1 1 1 0 0,2 0-1 0 0,-7 72 1 0 0,12-49-93 0 0,6 121 0 0 0,3-163-1004 0 0,0-1 0 0 0,1 0 0 0 0,2 1 0 0 0,1-2 0 0 0,1 1 0 0 0,1-1 0 0 0,1 0 0 0 0,20 35 0 0 0,-27-54-75 0 0,1 0 0 0 0,0-1 0 0 0,0 0 0 0 0,0 1 0 0 0,1-1 0 0 0,0-1 0 0 0,0 1 0 0 0,0-1 0 0 0,0 0 0 0 0,1 0 0 0 0,10 5 0 0 0,-12-7-279 0 0,0 0 0 0 0,0-1 0 0 0,1 0 0 0 0,-1 0 1 0 0,1 0-1 0 0,-1 0 0 0 0,8 0 0 0 0,-8-1-624 0 0,1 0 1 0 0,0-1-1 0 0,-1 1 1 0 0,1-1-1 0 0,-1 0 1 0 0,1-1-1 0 0,-1 1 0 0 0,5-3 1 0 0,1 0-923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5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1 198 512 0 0,'1'-6'-44'0'0,"0"0"0"0"0,0 0 0 0 0,1 1 0 0 0,0-1 0 0 0,0 0-1 0 0,0 1 1 0 0,1-1 0 0 0,0 1 0 0 0,3-5 0 0 0,5-9 690 0 0,58-96 4969 0 0,-66 113-4074 0 0,-4 10-1066 0 0,-2 10-149 0 0,-5 7-85 0 0,2 0-1 0 0,1 1 1 0 0,-3 42 0 0 0,5 80 636 0 0,3-120-651 0 0,0-3 16 0 0,1 0 1 0 0,6 33 0 0 0,-5-51-182 0 0,-1 0-1 0 0,1 0 1 0 0,0 0 0 0 0,0 0 0 0 0,1 0-1 0 0,0-1 1 0 0,0 0 0 0 0,0 1 0 0 0,1-1 0 0 0,0 0-1 0 0,0-1 1 0 0,1 1 0 0 0,5 5 0 0 0,-7-9-52 0 0,-1 0 0 0 0,1 0 0 0 0,0 0 0 0 0,-1 0 0 0 0,1-1 0 0 0,0 1 1 0 0,0-1-1 0 0,1 0 0 0 0,-1 0 0 0 0,0 0 0 0 0,0 0 0 0 0,0 0 0 0 0,1-1 1 0 0,-1 1-1 0 0,0-1 0 0 0,1 0 0 0 0,3 0 0 0 0,-1-1 22 0 0,-1 0 1 0 0,0-1-1 0 0,0 1 0 0 0,0-1 0 0 0,0 0 1 0 0,0 0-1 0 0,0-1 0 0 0,0 1 0 0 0,8-7 1 0 0,-3 0 17 0 0,0 1-1 0 0,-1-1 1 0 0,0-1 0 0 0,0 0 0 0 0,-1 0-1 0 0,0 0 1 0 0,-1-1 0 0 0,7-13 0 0 0,-6 8 3 0 0,-1 0 0 0 0,-1-1 1 0 0,6-25-1 0 0,-10 35-33 0 0,0 0 0 0 0,-1 0 0 0 0,0-1 0 0 0,-1 1-1 0 0,0 0 1 0 0,0-1 0 0 0,0 1 0 0 0,-1 0 0 0 0,0-1 0 0 0,-1 1 0 0 0,-2-8 0 0 0,3 13-5 0 0,0-1 0 0 0,-1 1 0 0 0,1-1 0 0 0,-1 1 0 0 0,0 0 0 0 0,1 0 0 0 0,-1 0 1 0 0,0 0-1 0 0,-1 0 0 0 0,1 0 0 0 0,0 0 0 0 0,0 1 0 0 0,-1-1 0 0 0,1 1 0 0 0,-1-1 0 0 0,1 1 0 0 0,-1 0 0 0 0,0 0 0 0 0,1 0 0 0 0,-1 1 1 0 0,0-1-1 0 0,0 1 0 0 0,-5-1 0 0 0,6 1-13 0 0,0-1-1 0 0,-1 1 1 0 0,1 0 0 0 0,0 1 0 0 0,-1-1 0 0 0,1 0 0 0 0,0 1-1 0 0,0-1 1 0 0,-1 1 0 0 0,1 0 0 0 0,0 0 0 0 0,0-1 0 0 0,0 1-1 0 0,0 1 1 0 0,0-1 0 0 0,0 0 0 0 0,0 0 0 0 0,0 1 0 0 0,1-1-1 0 0,-1 1 1 0 0,0 0 0 0 0,1-1 0 0 0,-1 1 0 0 0,1 0 0 0 0,0 0-1 0 0,0 0 1 0 0,0 0 0 0 0,-1 0 0 0 0,0 4 0 0 0,-4 20 27 0 0,1 0 0 0 0,1 1 0 0 0,1-1 0 0 0,2 1 0 0 0,0 0 1 0 0,2 0-1 0 0,1 0 0 0 0,5 27 0 0 0,-6-50-18 0 0,0 0-1 0 0,0 0 1 0 0,0 0-1 0 0,1 0 1 0 0,-1 0-1 0 0,1 0 1 0 0,0-1 0 0 0,0 1-1 0 0,0-1 1 0 0,1 1-1 0 0,-1-1 1 0 0,4 4-1 0 0,-5-6-69 0 0,0 0 0 0 0,0 0 0 0 0,0 0 0 0 0,0 0 0 0 0,1-1 0 0 0,-1 1 0 0 0,0 0 0 0 0,1-1 0 0 0,-1 1-1 0 0,0-1 1 0 0,1 1 0 0 0,-1-1 0 0 0,1 1 0 0 0,-1-1 0 0 0,1 0 0 0 0,-1 0 0 0 0,1 0 0 0 0,-1 0 0 0 0,1 0 0 0 0,-1 0-1 0 0,0 0 1 0 0,1 0 0 0 0,-1-1 0 0 0,1 1 0 0 0,-1-1 0 0 0,1 1 0 0 0,-1-1 0 0 0,0 1 0 0 0,1-1 0 0 0,-1 0-1 0 0,0 0 1 0 0,0 1 0 0 0,1-1 0 0 0,-1 0 0 0 0,1-2 0 0 0,42-31-6673 0 0,-30 25 5331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6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1 150 8 0 0,'0'-1'2'0'0,"0"-20"97"0"0,0-1-1 0 0,1 0 1 0 0,1 1-1 0 0,10-41 1 0 0,-12 62-55 0 0,0 0 1 0 0,0 0 0 0 0,0 0-1 0 0,0 1 1 0 0,0-1-1 0 0,1 0 1 0 0,-1 0 0 0 0,0 0-1 0 0,0 0 1 0 0,0 0-1 0 0,0 1 1 0 0,0-1 0 0 0,0 0-1 0 0,0 0 1 0 0,0 0-1 0 0,1 0 1 0 0,-1 0 0 0 0,0 0-1 0 0,0 1 1 0 0,0-1-1 0 0,0 0 1 0 0,0 0 0 0 0,1 0-1 0 0,-1 0 1 0 0,0 0-1 0 0,0 0 1 0 0,0 0 0 0 0,0 0-1 0 0,1 0 1 0 0,-1 0-1 0 0,0 0 1 0 0,0 0 0 0 0,0 0-1 0 0,0 0 1 0 0,1 0-1 0 0,-1 0 1 0 0,0 0 0 0 0,0 0-1 0 0,0 0 1 0 0,0 0-1 0 0,1 0 1 0 0,-1 0-1 0 0,0 0 1 0 0,0 0 0 0 0,0 0-1 0 0,0-1 1 0 0,1 1-1 0 0,-1 0 1 0 0,0 0 0 0 0,0 0-1 0 0,0 0 1 0 0,0 0-1 0 0,0 0 1 0 0,0-1 0 0 0,0 1-1 0 0,1 0 1 0 0,-1 0-1 0 0,0 0 1 0 0,0 0 0 0 0,0 0-1 0 0,0-1 1 0 0,5 16 1069 0 0,26 193 3939 0 0,-8 109-2658 0 0,-18-224-1682 0 0,7 221-843 0 0,-7-318-3543 0 0,0-7 219 0 0,0 2 1897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7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21 242 8 0 0,'-13'-48'527'0'0,"11"32"1172"0"0,0-1 1 0 0,0-22-1 0 0,1 39-1608 0 0,1-1-1 0 0,0 0 1 0 0,0 1-1 0 0,0-1 0 0 0,0 0 1 0 0,0 1-1 0 0,0-1 1 0 0,0 0-1 0 0,0 1 1 0 0,0-1-1 0 0,0 0 1 0 0,1 1-1 0 0,-1-1 0 0 0,0 0 1 0 0,0 1-1 0 0,1-1 1 0 0,-1 1-1 0 0,0-1 1 0 0,1 1-1 0 0,-1-1 0 0 0,0 1 1 0 0,1-1-1 0 0,-1 1 1 0 0,1-1-1 0 0,-1 1 1 0 0,1-1-1 0 0,-1 1 1 0 0,1-1-1 0 0,-1 1 0 0 0,2-1 1 0 0,-2 1-32 0 0,1 1 0 0 0,0-1 0 0 0,-1 0 0 0 0,1 0 1 0 0,-1 1-1 0 0,1-1 0 0 0,-1 0 0 0 0,1 1 0 0 0,-1-1 0 0 0,1 1 0 0 0,-1-1 0 0 0,1 1 1 0 0,-1-1-1 0 0,1 0 0 0 0,-1 1 0 0 0,0 0 0 0 0,1-1 0 0 0,-1 1 0 0 0,0-1 0 0 0,1 1 1 0 0,-1-1-1 0 0,0 1 0 0 0,0 0 0 0 0,0-1 0 0 0,1 1 0 0 0,-1 0 0 0 0,0-1 0 0 0,0 2 0 0 0,5 35 722 0 0,-1 0-1 0 0,-2 47 1 0 0,-1-26-307 0 0,0 26 219 0 0,-1-25 15 0 0,11 72 1 0 0,-8-109-531 0 0,-2-10-114 0 0,0 0 1 0 0,1 0 0 0 0,1 0 0 0 0,0 0 0 0 0,0 0 0 0 0,1-1-1 0 0,1 0 1 0 0,6 12 0 0 0,-10-21-57 0 0,0-1 0 0 0,-1 0-1 0 0,1 1 1 0 0,0-1 0 0 0,0 0 0 0 0,0 0 0 0 0,0 0 0 0 0,1 0-1 0 0,-1 0 1 0 0,0 0 0 0 0,0 0 0 0 0,1 0 0 0 0,-1-1-1 0 0,0 1 1 0 0,1 0 0 0 0,-1-1 0 0 0,1 1 0 0 0,-1-1-1 0 0,0 0 1 0 0,1 1 0 0 0,-1-1 0 0 0,3 0 0 0 0,-2 0-1 0 0,0 0 1 0 0,1-1 0 0 0,-1 1 0 0 0,0-1 0 0 0,0 0-1 0 0,0 0 1 0 0,0 0 0 0 0,0 0 0 0 0,0 0 0 0 0,0 0-1 0 0,0 0 1 0 0,0-1 0 0 0,2-1 0 0 0,3-5 5 0 0,1 0 0 0 0,-2 0 0 0 0,1-1 1 0 0,-1 0-1 0 0,5-9 0 0 0,6-13 42 0 0,-2-1 0 0 0,-1 0 0 0 0,-2-1 0 0 0,17-67 0 0 0,-20 52-16 0 0,-2 0 0 0 0,1-98 0 0 0,-8 104-39 0 0,3-82-32 0 0,3 90 43 0 0,-6 33-12 0 0,1 0 1 0 0,-1 0-1 0 0,0 0 1 0 0,0 0-1 0 0,1 0 1 0 0,-1 0-1 0 0,0 0 1 0 0,1 0-1 0 0,0 0 1 0 0,-1 0-1 0 0,1 0 1 0 0,-1 0-1 0 0,1 0 1 0 0,0 0 0 0 0,0 0-1 0 0,-1 0 1 0 0,1 1-1 0 0,0-1 1 0 0,0 0-1 0 0,0 1 1 0 0,0-1-1 0 0,0 0 1 0 0,0 1-1 0 0,1-1 1 0 0,-1 1-14 0 0,1 0 1 0 0,-1 0-1 0 0,0 1 0 0 0,0-1 1 0 0,0 0-1 0 0,0 1 0 0 0,0-1 1 0 0,0 1-1 0 0,0-1 0 0 0,0 1 1 0 0,0 0-1 0 0,0-1 0 0 0,0 1 1 0 0,0 0-1 0 0,0 0 0 0 0,-1 0 1 0 0,1-1-1 0 0,0 1 0 0 0,0 0 1 0 0,-1 0-1 0 0,1 0 0 0 0,-1 0 1 0 0,2 2-1 0 0,10 32-2107 0 0,-5-12-3281 0 0,-2-16 2596 0 0,-1 0-173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7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3 8 0 0,'0'0'112'0'0,"-1"0"0"0"0,1-1 1 0 0,-1 1-1 0 0,0 0 0 0 0,1-1 0 0 0,-1 1 1 0 0,0 0-1 0 0,0 0 0 0 0,1 0 0 0 0,-1-1 1 0 0,0 1-1 0 0,1 0 0 0 0,-1 0 0 0 0,0 0 0 0 0,0 0 1 0 0,1 0-1 0 0,-1 0 0 0 0,0 1 0 0 0,1-1 1 0 0,-1 0-1 0 0,0 0 0 0 0,1 0 0 0 0,-1 1 0 0 0,0-1 1 0 0,1 0-1 0 0,-1 1 0 0 0,0 0 0 0 0,0 0 169 0 0,0 0-1 0 0,0 0 1 0 0,0 1-1 0 0,0-1 1 0 0,0 0-1 0 0,1 1 0 0 0,-1-1 1 0 0,1 0-1 0 0,-1 1 1 0 0,1-1-1 0 0,0 1 0 0 0,-1 2 1 0 0,0 5 578 0 0,0 0-1 0 0,1 1 1 0 0,2 11-1 0 0,-2-19-1075 0 0,31 344 3347 0 0,-22-5-1072 0 0,-9-341-2049 0 0,0 0 1 0 0,1 1-1 0 0,-1-1 1 0 0,0 0-1 0 0,0 0 1 0 0,0 0 0 0 0,0 0-1 0 0,0 0 1 0 0,0 1-1 0 0,0-1 1 0 0,0 0-1 0 0,0 0 1 0 0,0 0 0 0 0,0 0-1 0 0,0 0 1 0 0,0 0-1 0 0,1 0 1 0 0,-1 0-1 0 0,0 1 1 0 0,0-1 0 0 0,0 0-1 0 0,0 0 1 0 0,0 0-1 0 0,0 0 1 0 0,1 0-1 0 0,-1 0 1 0 0,0 0 0 0 0,0 0-1 0 0,0 0 1 0 0,0 0-1 0 0,0 0 1 0 0,1 0-1 0 0,-1 0 1 0 0,0 0 0 0 0,0 0-1 0 0,0 0 1 0 0,0 0-1 0 0,0 0 1 0 0,0 0-1 0 0,1 0 1 0 0,-1 0 0 0 0,0 0-1 0 0,0 0 1 0 0,0 0-1 0 0,12-5 225 0 0,17-12-73 0 0,-22 13-110 0 0,5-2-16 0 0,-1 2 1 0 0,1-1 0 0 0,0 1 0 0 0,25-4-1 0 0,-21 4 3 0 0,0 0 0 0 0,18-7 0 0 0,1-7-31 0 0,14-6 104 0 0,-46 22-153 0 0,0 1 1 0 0,0 0-1 0 0,0 0 1 0 0,0 1-1 0 0,0-1 1 0 0,1 1-1 0 0,-1 0 1 0 0,0-1-1 0 0,0 1 1 0 0,0 1-1 0 0,0-1 1 0 0,1 0 0 0 0,3 2-1 0 0,-5-2-354 0 0,-1 1-1 0 0,0-1 1 0 0,1 0 0 0 0,-1 0 0 0 0,0 1-1 0 0,1-1 1 0 0,-1 0 0 0 0,1 0-1 0 0,-1 0 1 0 0,0-1 0 0 0,1 1-1 0 0,-1 0 1 0 0,1 0 0 0 0,-1-1-1 0 0,0 1 1 0 0,1-1 0 0 0,-1 1 0 0 0,0-1-1 0 0,0 0 1 0 0,1 1 0 0 0,-1-1-1 0 0,0 0 1 0 0,2-2 0 0 0,0-3-750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8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26 8 0 0,'-6'-9'-950'0'0,"6"9"1084"0"0,-1-1-1 0 0,1 1 1 0 0,0-1-1 0 0,0 1 0 0 0,0-1 1 0 0,0 1-1 0 0,0-1 0 0 0,0 1 0 0 0,0-1 0 0 0,0 1 1 0 0,0-1-1 0 0,0 1 1 0 0,0-1-1 0 0,0 1 1 0 0,1-1-1 0 0,-1 1 0 0 0,0 0 1 0 0,0-1-1 0 0,0 1 1 0 0,1-1-1 0 0,-1 1 0 0 0,1-1 1 0 0,-1 0 113 0 0,1 1-1 0 0,0-1 1 0 0,-1 1 0 0 0,1-1 0 0 0,0 1 0 0 0,0 0 0 0 0,-1-1-1 0 0,1 1 1 0 0,0 0 0 0 0,0-1 0 0 0,0 1 0 0 0,-1 0 0 0 0,1 0-1 0 0,0 0 1 0 0,0 0 0 0 0,0 0 0 0 0,0 0 0 0 0,0 0-1 0 0,-1 0 1 0 0,1 0 0 0 0,0 0 0 0 0,0 0 0 0 0,0 0 0 0 0,1 1-1 0 0,6 2 282 0 0,27 8 1229 0 0,-1 1 0 0 0,64 34 1 0 0,-88-40-1652 0 0,0 1 0 0 0,0-1 0 0 0,-1 2 0 0 0,0-1 0 0 0,-1 1 1 0 0,0 0-1 0 0,0 1 0 0 0,-1 0 0 0 0,0 0 0 0 0,0 1 0 0 0,-1 0 1 0 0,-1 0-1 0 0,8 17 0 0 0,-6-6-18 0 0,-1 1 0 0 0,0-1 0 0 0,-2 1 0 0 0,0 0 0 0 0,-2 1 0 0 0,0 40 1 0 0,-4-18-2 0 0,-2-1 0 0 0,-15 66 0 0 0,8-63-136 0 0,-2 0 1 0 0,-2-1-1 0 0,-2 0 1 0 0,-3-2 0 0 0,-1 0-1 0 0,-35 54 1 0 0,14-38-1120 0 0,12-22-2982 0 0,21-27 1655 0 0,0-1-268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9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94 8 0 0,'-1'1'129'0'0,"0"0"-1"0"0,1-1 1 0 0,-1 1 0 0 0,0 0 0 0 0,0 0-1 0 0,0 0 1 0 0,1 0 0 0 0,-1 0 0 0 0,0 0-1 0 0,1 0 1 0 0,-1 0 0 0 0,1 0 0 0 0,0 0-1 0 0,-1 0 1 0 0,1 0 0 0 0,0 0 0 0 0,-1 1-1 0 0,1-1 1 0 0,0 2 0 0 0,0-2 81 0 0,1 0 0 0 0,-1-1-1 0 0,1 1 1 0 0,0 0 0 0 0,-1-1 0 0 0,1 1 0 0 0,0 0-1 0 0,-1-1 1 0 0,1 1 0 0 0,0-1 0 0 0,-1 0 0 0 0,1 1 0 0 0,0-1-1 0 0,0 1 1 0 0,0-1 0 0 0,-1 0 0 0 0,1 0 0 0 0,0 1-1 0 0,0-1 1 0 0,0 0 0 0 0,0 0 0 0 0,0 0 0 0 0,-1 0 0 0 0,1 0-1 0 0,0 0 1 0 0,0 0 0 0 0,1-1 0 0 0,19 1 841 0 0,0-2 1 0 0,0-1-1 0 0,41-10 1 0 0,62-28-219 0 0,-66 21-431 0 0,-16 4-342 0 0,-31 11-66 0 0,1 0 0 0 0,0 1 0 0 0,0 0 1 0 0,1 1-1 0 0,-1 0 0 0 0,1 1 0 0 0,-1 0 0 0 0,1 1 0 0 0,14 0 0 0 0,-26 2-44 0 0,1-1 0 0 0,-1 0-1 0 0,1 0 1 0 0,-1 1 0 0 0,0-1 0 0 0,1 1-1 0 0,-1-1 1 0 0,0 1 0 0 0,1-1 0 0 0,-1 1-1 0 0,0 0 1 0 0,0 0 0 0 0,0 0-1 0 0,1-1 1 0 0,-1 1 0 0 0,0 0 0 0 0,0 1-1 0 0,-1-1 1 0 0,1 0 0 0 0,0 0-1 0 0,0 0 1 0 0,0 0 0 0 0,-1 1 0 0 0,2 1-1 0 0,-1 1-689 0 0,0 1 0 0 0,0-1 0 0 0,0 1 0 0 0,-1-1 0 0 0,1 1 0 0 0,-1 6 0 0 0,0 1-1298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19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8 0 0,'3'2'360'0'0,"0"0"1"0"0,0 0-1 0 0,0-1 1 0 0,0 1-1 0 0,0-1 1 0 0,1 0-1 0 0,-1 1 0 0 0,0-1 1 0 0,1-1-1 0 0,-1 1 1 0 0,1 0-1 0 0,5-1 1 0 0,44 0 3115 0 0,-29-3-2991 0 0,-1-1 0 0 0,0-2 0 0 0,-1 0 0 0 0,23-10 0 0 0,-16 6-282 0 0,-14 5-350 0 0,-5 1-288 0 0,-1 1 0 0 0,0 1-1 0 0,1-1 1 0 0,0 1-1 0 0,17-1 1 0 0,-20 3-522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20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44 8 0 0,'-9'-8'117'0'0,"-9"-11"52"0"0,8 5 3082 0 0,10 14-3163 0 0,0 0 0 0 0,0 0 0 0 0,0 0 0 0 0,0 0 0 0 0,0 0 0 0 0,0-1 0 0 0,0 1 0 0 0,0 0 0 0 0,0 0 0 0 0,0 0 0 0 0,0 0 0 0 0,-1 0 0 0 0,1 0 0 0 0,0 0 0 0 0,0 0 0 0 0,0-1 0 0 0,0 1 0 0 0,0 0 0 0 0,0 0 1 0 0,-1 0-1 0 0,1 0 0 0 0,0 0 0 0 0,0 0 0 0 0,0 0 0 0 0,0 0 0 0 0,0 0 0 0 0,-1 0 0 0 0,1 0 0 0 0,0 0 0 0 0,0 0 0 0 0,0 0 0 0 0,0 0 0 0 0,0 0 0 0 0,-1 0 0 0 0,1 0 0 0 0,0 0 0 0 0,0 0 0 0 0,0 0 0 0 0,0 0 0 0 0,0 0 0 0 0,0 0 0 0 0,-1 1 0 0 0,1-1 0 0 0,0 0 1 0 0,0 0-1 0 0,0 0 0 0 0,-7 9 1580 0 0,-2 10-751 0 0,5 3-565 0 0,1-1 0 0 0,1 1 0 0 0,2-1 0 0 0,0 1 0 0 0,1 0 0 0 0,7 40 0 0 0,-1 0-103 0 0,-4-27-156 0 0,13 101-32 0 0,-14-122-116 0 0,1-1 0 0 0,1 0 0 0 0,0 0 0 0 0,1 0 0 0 0,1-1 1 0 0,-1 1-1 0 0,15 19 0 0 0,-19-30-54 0 0,0 0 1 0 0,1 0-1 0 0,-1 0 1 0 0,1 0-1 0 0,-1 0 0 0 0,1-1 1 0 0,-1 1-1 0 0,1-1 0 0 0,0 1 1 0 0,0-1-1 0 0,0 0 0 0 0,0 0 1 0 0,0 0-1 0 0,0 0 1 0 0,0 0-1 0 0,0 0 0 0 0,1 0 1 0 0,-1-1-1 0 0,0 1 0 0 0,0-1 1 0 0,4 1-1 0 0,-4-2-179 0 0,1 1-1 0 0,-1-1 1 0 0,0 0-1 0 0,1 0 1 0 0,-1 0-1 0 0,0 0 1 0 0,0 0 0 0 0,0 0-1 0 0,0 0 1 0 0,0-1-1 0 0,0 1 1 0 0,0-1-1 0 0,-1 1 1 0 0,1-1 0 0 0,0 0-1 0 0,-1 0 1 0 0,0 0-1 0 0,1 0 1 0 0,-1 0-1 0 0,1-2 1 0 0,5-8-686 0 0,1 2 284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20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78 8 0 0,'3'-16'582'0'0,"1"1"0"0"0,9-28 0 0 0,-10 40 2977 0 0,-2 11-1945 0 0,-2 16-240 0 0,1-23-1215 0 0,-25 238 4130 0 0,-33 121-3246 0 0,51-317-944 0 0,-1 13-256 0 0,-1 108-1 0 0,9-162 82 0 0,0 8-130 0 0,0-1 1 0 0,1 1-1 0 0,2 10 1 0 0,-3-18-62 0 0,0-1 0 0 0,1 1 0 0 0,-1 0 0 0 0,1 0 0 0 0,-1-1 0 0 0,1 1 0 0 0,0 0 1 0 0,0-1-1 0 0,0 1 0 0 0,0-1 0 0 0,0 1 0 0 0,0-1 0 0 0,0 1 0 0 0,0-1 0 0 0,0 0 0 0 0,1 1 0 0 0,-1-1 0 0 0,0 0 1 0 0,1 0-1 0 0,-1 0 0 0 0,1 0 0 0 0,0 0 0 0 0,2 1 0 0 0,6-1-2420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20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0 264 0 0,'-3'5'421'0'0,"-1"1"0"0"0,1 0-1 0 0,1-1 1 0 0,-1 1 0 0 0,1 0 0 0 0,0 0-1 0 0,-2 10 1 0 0,-5 49 2335 0 0,5-34-1602 0 0,-5 28 17 0 0,3 0-1 0 0,2 1 0 0 0,3-1 1 0 0,7 62-1 0 0,-5-114-1110 0 0,0 0 0 0 0,0 0 0 0 0,1 0 0 0 0,0 0 0 0 0,0 0-1 0 0,1 0 1 0 0,0-1 0 0 0,0 1 0 0 0,1-1 0 0 0,-1 0 0 0 0,2 0 0 0 0,5 8 0 0 0,-7-11-37 0 0,0 0 1 0 0,1 0-1 0 0,-1-1 1 0 0,1 1-1 0 0,-1-1 1 0 0,1 0 0 0 0,0 0-1 0 0,0 0 1 0 0,0 0-1 0 0,0-1 1 0 0,0 1-1 0 0,0-1 1 0 0,1 0-1 0 0,-1-1 1 0 0,0 1 0 0 0,0-1-1 0 0,1 0 1 0 0,-1 0-1 0 0,0 0 1 0 0,1 0-1 0 0,-1-1 1 0 0,5-1-1 0 0,2 0 20 0 0,-1-1-1 0 0,0-1 0 0 0,0 0 1 0 0,-1 0-1 0 0,1-1 0 0 0,-1 0 0 0 0,0-1 1 0 0,-1 0-1 0 0,1 0 0 0 0,-1-1 0 0 0,0 0 1 0 0,-1-1-1 0 0,1 1 0 0 0,8-13 1 0 0,-3 1 78 0 0,0-1 0 0 0,-1 0 0 0 0,-1 0 1 0 0,-1-2-1 0 0,11-30 0 0 0,-17 40-14 0 0,-1-1-1 0 0,0 1 1 0 0,0-1-1 0 0,-2 1 1 0 0,1-1-1 0 0,-2 0 1 0 0,0 1-1 0 0,0-1 1 0 0,-1 0-1 0 0,0 0 1 0 0,-1 1-1 0 0,-1-1 1 0 0,-8-23-1 0 0,9 33-76 0 0,1-1 1 0 0,-1 1-1 0 0,0 0 0 0 0,0 1 1 0 0,0-1-1 0 0,0 0 0 0 0,-1 0 1 0 0,1 1-1 0 0,-1 0 0 0 0,0-1 0 0 0,1 1 1 0 0,-1 0-1 0 0,0 0 0 0 0,0 1 1 0 0,0-1-1 0 0,-6-2 0 0 0,7 4-19 0 0,-1-1 0 0 0,1 0 0 0 0,-1 1 0 0 0,1 0-1 0 0,0-1 1 0 0,-1 1 0 0 0,1 0 0 0 0,-1 0 0 0 0,1 1-1 0 0,-1-1 1 0 0,1 0 0 0 0,0 1 0 0 0,-1-1 0 0 0,1 1-1 0 0,0 0 1 0 0,-1 0 0 0 0,1 0 0 0 0,0 0 0 0 0,0 0 0 0 0,0 0-1 0 0,0 1 1 0 0,0-1 0 0 0,0 1 0 0 0,-2 2 0 0 0,-3 4-7 0 0,0 1 0 0 0,1 0 1 0 0,0 1-1 0 0,0-1 0 0 0,1 1 1 0 0,0 0-1 0 0,1 0 0 0 0,0 1 1 0 0,1-1-1 0 0,0 1 0 0 0,1 0 1 0 0,-2 14-1 0 0,0 10-41 0 0,2 0 0 0 0,3 54 0 0 0,-1-83 47 0 0,5 45 14 0 0,-4-49-33 0 0,-1 1-1 0 0,0-1 1 0 0,1 1 0 0 0,0-1 0 0 0,0 1-1 0 0,-1-1 1 0 0,2 0 0 0 0,-1 1-1 0 0,0-1 1 0 0,0 0 0 0 0,1 0-1 0 0,-1 0 1 0 0,1 0 0 0 0,-1 0 0 0 0,5 3-1 0 0,-5-4-77 0 0,1 0 0 0 0,-1 0 0 0 0,1-1-1 0 0,0 1 1 0 0,-1-1 0 0 0,1 1 0 0 0,0-1 0 0 0,0 0-1 0 0,-1 1 1 0 0,1-1 0 0 0,0 0 0 0 0,0 0 0 0 0,-1 0-1 0 0,1-1 1 0 0,0 1 0 0 0,0 0 0 0 0,-1-1 0 0 0,1 1-1 0 0,0-1 1 0 0,-1 1 0 0 0,1-1 0 0 0,-1 0 0 0 0,1 0-1 0 0,-1 0 1 0 0,1 0 0 0 0,1-1 0 0 0,2-2-747 0 0,-1 1 1 0 0,0-1 0 0 0,0 0 0 0 0,-1-1-1 0 0,1 1 1 0 0,-1-1 0 0 0,3-5 0 0 0,2-6-1695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21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41 315 8 0 0,'-5'-53'1050'0'0,"-5"2"4938"0"0,10 51-5930 0 0,0 0 0 0 0,0 0 0 0 0,0 0 0 0 0,0 0 1 0 0,0 0-1 0 0,0 0 0 0 0,0 0 0 0 0,0 0 0 0 0,0 1 1 0 0,-1-1-1 0 0,1 0 0 0 0,0 0 0 0 0,0 0 0 0 0,0 0 1 0 0,0 0-1 0 0,0 0 0 0 0,0 0 0 0 0,0 0 1 0 0,0 0-1 0 0,0 0 0 0 0,0 0 0 0 0,0 0 0 0 0,0 0 1 0 0,0 0-1 0 0,0 0 0 0 0,0 0 0 0 0,0 0 0 0 0,0 0 1 0 0,0 0-1 0 0,-1 0 0 0 0,1 0 0 0 0,0 0 0 0 0,0 0 1 0 0,0 0-1 0 0,0 0 0 0 0,0 0 0 0 0,0 0 1 0 0,0 0-1 0 0,0 0 0 0 0,0 0 0 0 0,0 0 0 0 0,0 0 1 0 0,0 0-1 0 0,0 0 0 0 0,0-1 0 0 0,0 1 0 0 0,-3 12 807 0 0,1 15-265 0 0,5 10-19 0 0,1 1 0 0 0,2-1-1 0 0,10 37 1 0 0,-9-47-439 0 0,1 23 108 0 0,-6-38-213 0 0,-1 0-1 0 0,1 0 0 0 0,1 0 0 0 0,0-1 0 0 0,1 1 1 0 0,0-1-1 0 0,0 1 0 0 0,11 16 0 0 0,-15-28-36 0 0,0 1 1 0 0,0-1-1 0 0,0 1 1 0 0,1-1-1 0 0,-1 1 1 0 0,0-1-1 0 0,1 1 1 0 0,-1-1-1 0 0,0 1 0 0 0,1-1 1 0 0,-1 1-1 0 0,1-1 1 0 0,-1 1-1 0 0,1-1 1 0 0,-1 0-1 0 0,1 1 0 0 0,-1-1 1 0 0,1 0-1 0 0,-1 0 1 0 0,1 1-1 0 0,-1-1 1 0 0,1 0-1 0 0,-1 0 0 0 0,1 0 1 0 0,-1 1-1 0 0,1-1 1 0 0,0 0-1 0 0,-1 0 1 0 0,1 0-1 0 0,0 0 0 0 0,0-1 0 0 0,-1 0 0 0 0,1 0 0 0 0,-1 0-1 0 0,0 0 1 0 0,1 0 0 0 0,-1 0-1 0 0,0 0 1 0 0,0 0 0 0 0,1 0-1 0 0,-1 0 1 0 0,0 0 0 0 0,0 0-1 0 0,0 0 1 0 0,0 0 0 0 0,0-1-1 0 0,-6-42-79 0 0,-18-53 141 0 0,-18-104-57 0 0,38 174-11 0 0,1 0 0 0 0,2 0 0 0 0,1 0 0 0 0,1 0 0 0 0,7-40 0 0 0,-8 62 10 0 0,2 0 0 0 0,-1 1 0 0 0,0-1 0 0 0,1 0 0 0 0,0 1 0 0 0,0 0 0 0 0,1-1 0 0 0,-1 1 0 0 0,1 0 0 0 0,0 0 0 0 0,0 0 0 0 0,0 0 0 0 0,0 1 0 0 0,1-1 0 0 0,4-3 0 0 0,-5 6-2 0 0,-1-1-1 0 0,1 0 1 0 0,-1 1-1 0 0,1 0 1 0 0,0 0-1 0 0,0 0 1 0 0,0 0-1 0 0,0 0 1 0 0,0 0-1 0 0,0 1 1 0 0,-1-1-1 0 0,2 1 1 0 0,-1 0-1 0 0,0 0 1 0 0,0 0-1 0 0,0 0 1 0 0,0 1-1 0 0,0-1 1 0 0,-1 1-1 0 0,1 0 1 0 0,0 0-1 0 0,0 0 1 0 0,0 0-1 0 0,0 0 1 0 0,3 3-1 0 0,-3-2 3 0 0,0 1 0 0 0,0-1 0 0 0,-1 1 0 0 0,1-1 0 0 0,-1 1-1 0 0,1 0 1 0 0,-1 0 0 0 0,0 0 0 0 0,0 0 0 0 0,0 1 0 0 0,-1-1 0 0 0,1 1 0 0 0,-1-1 0 0 0,0 1 0 0 0,0-1-1 0 0,0 1 1 0 0,0 0 0 0 0,-1-1 0 0 0,1 5 0 0 0,0 4 11 0 0,-1-1 0 0 0,0 1 0 0 0,0-1 0 0 0,-5 23 0 0 0,3-24-15 0 0,0 0 1 0 0,-1 0-1 0 0,0-1 0 0 0,0 1 1 0 0,-1-1-1 0 0,-1 0 0 0 0,1 1 1 0 0,-2-2-1 0 0,1 1 0 0 0,-1-1 1 0 0,0 0-1 0 0,-1 0 0 0 0,0 0 1 0 0,0-1-1 0 0,-1 0 0 0 0,0-1 1 0 0,0 0-1 0 0,0 0 0 0 0,-16 8 1 0 0,-48 16-2125 0 0,70-27-386 0 0,4-3 967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22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1 232 0 0,'-5'6'347'0'0,"0"0"1"0"0,0 0-1 0 0,1 1 1 0 0,0 0-1 0 0,0 0 0 0 0,0 0 1 0 0,1 0-1 0 0,-3 9 0 0 0,-15 65 2954 0 0,14-50-2098 0 0,-36 186 3861 0 0,30-123-3764 0 0,0 141 0 0 0,13-223-1267 0 0,0 0 1 0 0,1 0-1 0 0,1 0 1 0 0,0 0-1 0 0,1-1 1 0 0,0 1-1 0 0,9 21 1 0 0,-9-25-52 0 0,1-1 1 0 0,0 0-1 0 0,1 0 1 0 0,0-1-1 0 0,0 1 1 0 0,0-1-1 0 0,1 0 1 0 0,0-1-1 0 0,0 1 1 0 0,0-1-1 0 0,1 0 1 0 0,9 5-1 0 0,-9-6-136 0 0,0-1 0 0 0,0 1-1 0 0,1-2 1 0 0,-1 1 0 0 0,1-1 0 0 0,0 0 0 0 0,-1-1-1 0 0,1 1 1 0 0,0-2 0 0 0,11 1 0 0 0,-10-1-734 0 0,0-1 1 0 0,0 0-1 0 0,0-1 1 0 0,0 0-1 0 0,11-4 0 0 0,-3-1-1127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1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12 655 8 0 0,'-1'10'-55'0'0,"-8"67"1202"0"0,7-24 3514 0 0,4-43-3413 0 0,4-15 414 0 0,3-15 71 0 0,-1-7-937 0 0,-1 0 1 0 0,-1-1 0 0 0,-2 1 0 0 0,2-55 0 0 0,-15-112 471 0 0,4 122-828 0 0,3-83 0 0 0,3 129-360 0 0,1 1 1 0 0,11-47 0 0 0,-12 70-75 0 0,-1 1 0 0 0,0 0-1 0 0,1-1 1 0 0,-1 1 0 0 0,1 0-1 0 0,-1 0 1 0 0,1-1 0 0 0,-1 1-1 0 0,1 0 1 0 0,0 0 0 0 0,0 0 0 0 0,0 0-1 0 0,-1-1 1 0 0,1 1 0 0 0,0 1-1 0 0,2-3 1 0 0,-2 3-2 0 0,0 0 0 0 0,0 0-1 0 0,-1 0 1 0 0,1 1 0 0 0,0-1 0 0 0,0 0 0 0 0,0 0 0 0 0,-1 0 0 0 0,1 1-1 0 0,0-1 1 0 0,-1 0 0 0 0,1 1 0 0 0,0-1 0 0 0,-1 1 0 0 0,1-1-1 0 0,0 1 1 0 0,-1-1 0 0 0,1 1 0 0 0,-1-1 0 0 0,1 1 0 0 0,-1 0 0 0 0,1-1-1 0 0,-1 1 1 0 0,1 0 0 0 0,-1-1 0 0 0,0 1 0 0 0,1 0 0 0 0,-1-1-1 0 0,1 3 1 0 0,7 13 15 0 0,-1 1 0 0 0,-1 0 0 0 0,5 20 0 0 0,-3-9-77 0 0,46 183 108 0 0,6 14 40 0 0,-58-217-86 0 0,14 33-20 0 0,-15-39 17 0 0,0 0 0 0 0,0 0 0 0 0,0 0 0 0 0,1 0 1 0 0,-1 0-1 0 0,0 0 0 0 0,1 0 0 0 0,0-1 0 0 0,-1 1 0 0 0,1-1 1 0 0,0 1-1 0 0,0-1 0 0 0,0 1 0 0 0,0-1 0 0 0,2 1 0 0 0,-3-2 3 0 0,0 0 0 0 0,-1 0 0 0 0,1 0-1 0 0,-1 0 1 0 0,1 0 0 0 0,-1 0 0 0 0,1 0-1 0 0,0 0 1 0 0,-1 0 0 0 0,1 0 0 0 0,-1 0-1 0 0,1-1 1 0 0,-1 1 0 0 0,1 0-1 0 0,-1 0 1 0 0,1-1 0 0 0,-1 1 0 0 0,1 0-1 0 0,-1-1 1 0 0,1 1 0 0 0,-1-1 0 0 0,0 1-1 0 0,1 0 1 0 0,-1-1 0 0 0,0 1 0 0 0,1-1-1 0 0,-1 1 1 0 0,0-1 0 0 0,1 1 0 0 0,-1-1-1 0 0,0 1 1 0 0,0-1 0 0 0,1 0 0 0 0,5-22 47 0 0,-5 20-30 0 0,5-36 122 0 0,-2 1 0 0 0,-2-1-1 0 0,-2-46 1 0 0,0 38-55 0 0,-3-43 48 0 0,-16-94-1 0 0,12 87-338 0 0,7 97 157 0 0,0-1 0 0 0,0 1-1 0 0,0 0 1 0 0,0-1 0 0 0,0 1-1 0 0,0-1 1 0 0,0 1 0 0 0,0 0 0 0 0,0-1-1 0 0,0 1 1 0 0,0 0 0 0 0,0-1-1 0 0,0 1 1 0 0,1-1 0 0 0,-1 1 0 0 0,0 0-1 0 0,0-1 1 0 0,0 1 0 0 0,1 0-1 0 0,-1 0 1 0 0,0-1 0 0 0,1 1 0 0 0,-1 0-1 0 0,0 0 1 0 0,0-1 0 0 0,1 1-1 0 0,-1 0 1 0 0,0 0 0 0 0,1 0 0 0 0,-1-1-1 0 0,0 1 1 0 0,1 0 0 0 0,-1 0-1 0 0,1 0 1 0 0,-1 0 0 0 0,1 0 0 0 0,16 2-7122 0 0,-6 1 5033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1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8 0 0,'-2'1'47'0'0,"0"0"0"0"0,1 1 0 0 0,-1-1 1 0 0,0 0-1 0 0,1 1 0 0 0,-1-1 0 0 0,1 1 0 0 0,0 0 0 0 0,0-1 0 0 0,-1 1 0 0 0,1 0 1 0 0,0 0-1 0 0,1 0 0 0 0,-1-1 0 0 0,0 1 0 0 0,-1 4 0 0 0,-2 4 724 0 0,0-2-236 0 0,0-1 0 0 0,1 2-1 0 0,0-1 1 0 0,0 0 0 0 0,1 1-1 0 0,0-1 1 0 0,1 1 0 0 0,0 0-1 0 0,0 13 1 0 0,-6 35 657 0 0,4-35-710 0 0,-1 31-1 0 0,3-34-224 0 0,1-6-79 0 0,0-1-1 0 0,1 1 1 0 0,0 0 0 0 0,5 21 0 0 0,14 48 593 0 0,13 44 158 0 0,-26-106-782 0 0,0-1 0 0 0,2 0 0 0 0,0 0 0 0 0,14 22 0 0 0,-5-14 108 0 0,-11-14-168 0 0,1-1-1 0 0,1 1 1 0 0,0-2 0 0 0,0 1 0 0 0,18 15 0 0 0,-23-24-34 0 0,0 0 1 0 0,1 0 0 0 0,-1 0-1 0 0,1-1 1 0 0,-1 1-1 0 0,1-1 1 0 0,0 0 0 0 0,0-1-1 0 0,0 1 1 0 0,0-1-1 0 0,0 0 1 0 0,10 1 0 0 0,-12-2-12 0 0,1 0 0 0 0,-1-1 1 0 0,0 1-1 0 0,1-1 0 0 0,-1 1 1 0 0,0-1-1 0 0,0 0 0 0 0,1 0 1 0 0,-1-1-1 0 0,0 1 0 0 0,0-1 1 0 0,0 1-1 0 0,0-1 0 0 0,-1 0 1 0 0,1 0-1 0 0,0 0 0 0 0,-1 0 1 0 0,1-1-1 0 0,-1 1 0 0 0,3-5 1 0 0,1-2 11 0 0,0-1 0 0 0,0-1 0 0 0,-1 1 0 0 0,-1-1 0 0 0,1 0 0 0 0,-2 0 0 0 0,0 0 0 0 0,0 0 0 0 0,-1 0 0 0 0,2-22 0 0 0,-3-8 149 0 0,-5-67-1 0 0,3 96-176 0 0,0 0 15 0 0,1-3 7 0 0,-2 0 0 0 0,-3-15 0 0 0,5 28-41 0 0,0-1 1 0 0,-1 1 0 0 0,1 0-1 0 0,-1 0 1 0 0,0-1 0 0 0,0 1 0 0 0,0 0-1 0 0,0 0 1 0 0,0 0 0 0 0,0 0 0 0 0,0 0-1 0 0,-1 0 1 0 0,1 1 0 0 0,-1-1-1 0 0,0 0 1 0 0,1 1 0 0 0,-1-1 0 0 0,0 1-1 0 0,0-1 1 0 0,-3-1 0 0 0,4 3-6 0 0,1 0 0 0 0,-1 0 0 0 0,0 0 0 0 0,1 0 1 0 0,-1 0-1 0 0,1 0 0 0 0,-1 0 0 0 0,0 0 0 0 0,1 0 0 0 0,-1 0 0 0 0,1 0 1 0 0,-1 1-1 0 0,0-1 0 0 0,1 0 0 0 0,-1 0 0 0 0,1 1 0 0 0,-1-1 0 0 0,1 0 1 0 0,-1 1-1 0 0,1-1 0 0 0,-1 0 0 0 0,1 1 0 0 0,-1-1 0 0 0,1 1 0 0 0,0-1 1 0 0,-1 1-1 0 0,1-1 0 0 0,0 1 0 0 0,-1-1 0 0 0,1 1 0 0 0,0-1 1 0 0,0 1-1 0 0,-1-1 0 0 0,1 1 0 0 0,0 0 0 0 0,0-1 0 0 0,0 1 0 0 0,0 0 1 0 0,-5 30 61 0 0,5-24-28 0 0,-12 241 127 0 0,12-233-185 0 0,1 1 1 0 0,1 0 0 0 0,0-1-1 0 0,2 0 1 0 0,-1 1 0 0 0,9 18-1 0 0,-12-33-20 0 0,1 0-1 0 0,0 0 0 0 0,0 0 1 0 0,-1 0-1 0 0,1 0 0 0 0,0 0 1 0 0,0 0-1 0 0,0 0 0 0 0,0 0 1 0 0,0 0-1 0 0,0-1 0 0 0,0 1 1 0 0,0 0-1 0 0,0-1 1 0 0,1 1-1 0 0,-1-1 0 0 0,0 1 1 0 0,0-1-1 0 0,1 0 0 0 0,-1 1 1 0 0,0-1-1 0 0,0 0 0 0 0,1 0 1 0 0,-1 0-1 0 0,0 0 0 0 0,3 0 1 0 0,-3 0-176 0 0,0-1 1 0 0,0 1 0 0 0,0 0-1 0 0,0 0 1 0 0,0-1 0 0 0,0 1-1 0 0,0 0 1 0 0,-1-1 0 0 0,1 1-1 0 0,0-1 1 0 0,0 1 0 0 0,0-1-1 0 0,0 1 1 0 0,-1-1-1 0 0,1 0 1 0 0,0 1 0 0 0,-1-1-1 0 0,1 0 1 0 0,0 0 0 0 0,-1 0-1 0 0,1 1 1 0 0,0-3 0 0 0,2-6-1889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5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8 210 512 0 0,'-4'-98'100'0'0,"0"1"3586"0"0,4 96-3556 0 0,0 0-1 0 0,0 1 0 0 0,0-1 1 0 0,0 0-1 0 0,0 0 1 0 0,0 1-1 0 0,0-1 0 0 0,0 0 1 0 0,1 1-1 0 0,-1-1 1 0 0,0 1-1 0 0,0-1 0 0 0,1 0 1 0 0,-1 1-1 0 0,0-1 1 0 0,1 0-1 0 0,-1 1 0 0 0,0-1 1 0 0,1 1-1 0 0,0-2 1 0 0,0 3-66 0 0,-1-1 0 0 0,0 0 0 0 0,1 0 0 0 0,-1 0 0 0 0,0 1 0 0 0,1-1 0 0 0,-1 0 0 0 0,0 0 0 0 0,0 1 0 0 0,1-1 0 0 0,-1 0 0 0 0,0 1 0 0 0,0-1 0 0 0,1 0 0 0 0,-1 1 0 0 0,0-1 0 0 0,0 0 0 0 0,0 1 0 0 0,0-1 0 0 0,1 0 0 0 0,-1 1 0 0 0,0-1 0 0 0,0 1 0 0 0,0-1 0 0 0,0 0 0 0 0,0 1 0 0 0,0-1 0 0 0,0 1 0 0 0,0-1 0 0 0,0 0 1 0 0,0 1-1 0 0,0-1 0 0 0,-1 1 0 0 0,1-1 0 0 0,0 1 0 0 0,9 282 3091 0 0,-9-76-1991 0 0,5 116-653 0 0,-5-317-529 0 0,1 0 0 0 0,0 1 0 0 0,0-1 0 0 0,1 0 0 0 0,2 7-1 0 0,-3-11-52 0 0,-1 0-1 0 0,1 1 1 0 0,1-1-1 0 0,-1 0 1 0 0,0 0-1 0 0,0 0 0 0 0,1 0 1 0 0,-1-1-1 0 0,1 1 1 0 0,0 0-1 0 0,-1-1 0 0 0,1 1 1 0 0,0-1-1 0 0,0 1 1 0 0,0-1-1 0 0,3 2 0 0 0,-5-3 17 0 0,1 0-1 0 0,-1 0 0 0 0,1 0 1 0 0,-1 0-1 0 0,0 0 0 0 0,1 1 0 0 0,-1-1 1 0 0,1 0-1 0 0,-1 0 0 0 0,1 0 1 0 0,-1 0-1 0 0,0 0 0 0 0,1 0 0 0 0,-1 0 1 0 0,1-1-1 0 0,-1 1 0 0 0,1 0 1 0 0,-1 0-1 0 0,0 0 0 0 0,1 0 0 0 0,-1 0 1 0 0,1-1-1 0 0,-1 1 0 0 0,0 0 1 0 0,1 0-1 0 0,-1-1 0 0 0,0 1 0 0 0,1 0 1 0 0,-1 0-1 0 0,0-1 0 0 0,1 0 1 0 0,6-14-2331 0 0,-3 5 616 0 0,3-2 396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6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84 8 0 0,'-4'-3'194'0'0,"-1"1"0"0"0,1-1 1 0 0,0 0-1 0 0,0 0 0 0 0,1-1 0 0 0,-1 1 0 0 0,1-1 0 0 0,-1 1 1 0 0,1-1-1 0 0,0 0 0 0 0,1-1 0 0 0,-1 1 0 0 0,1 0 0 0 0,-3-7 1 0 0,4 9 14 0 0,0 1 1 0 0,0-1 0 0 0,0 1-1 0 0,0 0 1 0 0,-1-1 0 0 0,1 1-1 0 0,0 0 1 0 0,-1-1-1 0 0,1 1 1 0 0,-1 0 0 0 0,1 0-1 0 0,-4-1 1 0 0,-2-3 2042 0 0,7 7-2128 0 0,0 1 0 0 0,0 0 0 0 0,0 0 0 0 0,0 0 0 0 0,0-1 0 0 0,-1 1 0 0 0,1 0 0 0 0,-2 3 0 0 0,-2 15 103 0 0,4-13-136 0 0,-1 0 1 0 0,0-1 0 0 0,-1 1 0 0 0,-3 13 0 0 0,2-13-16 0 0,1-1 0 0 0,0 1 0 0 0,1 0 1 0 0,-1 14-1 0 0,5 27 85 0 0,2-1-1 0 0,11 50 1 0 0,-12-73-103 0 0,45 220 383 0 0,-44-225-311 0 0,0-1 0 0 0,14 31 0 0 0,-16-43-117 0 0,0 0 0 0 0,1-1 0 0 0,0 1-1 0 0,0-1 1 0 0,0 0 0 0 0,1 0 0 0 0,0-1 0 0 0,0 1-1 0 0,0-1 1 0 0,8 6 0 0 0,-10-9 3 0 0,-1-1-1 0 0,1 1 0 0 0,-1-1 1 0 0,1 0-1 0 0,-1 0 0 0 0,1 0 1 0 0,0 0-1 0 0,0 0 1 0 0,-1 0-1 0 0,1-1 0 0 0,0 1 1 0 0,0-1-1 0 0,0 0 0 0 0,0 0 1 0 0,-1 0-1 0 0,1 0 1 0 0,0 0-1 0 0,4-2 0 0 0,-5 2-3 0 0,0-1-1 0 0,0 0 0 0 0,0 0 0 0 0,0-1 1 0 0,0 1-1 0 0,0 0 0 0 0,-1-1 1 0 0,1 1-1 0 0,0-1 0 0 0,-1 1 0 0 0,1-1 1 0 0,-1 0-1 0 0,1 0 0 0 0,-1 1 0 0 0,0-1 1 0 0,0 0-1 0 0,0 0 0 0 0,0 0 1 0 0,0-1-1 0 0,0 1 0 0 0,-1 0 0 0 0,1 0 1 0 0,0-4-1 0 0,5-46 59 0 0,-1 0-1 0 0,-3 0 1 0 0,-6-78-1 0 0,2 86-40 0 0,-5-269 272 0 0,8 308-297 0 0,1 9 151 0 0,2 9-51 0 0,5 31 299 0 0,4 55 0 0 0,-8-50-128 0 0,30 252 804 0 0,-32-279-1054 0 0,3 17 5 0 0,0 48-1 0 0,-6-85-41 0 0,1-1 1 0 0,-1 1-1 0 0,0 0 0 0 0,1-1 0 0 0,-1 1 0 0 0,1-1 0 0 0,0 1 1 0 0,-1-1-1 0 0,1 1 0 0 0,0-1 0 0 0,0 1 0 0 0,0-1 0 0 0,0 0 1 0 0,0 0-1 0 0,2 2 0 0 0,6 8-504 0 0,-9-11 447 0 0,1 0-1 0 0,-1 0 1 0 0,1 0 0 0 0,-1 0 0 0 0,1 0 0 0 0,-1 0-1 0 0,1 0 1 0 0,-1 0 0 0 0,1 0 0 0 0,-1 0 0 0 0,0 0 0 0 0,1 0-1 0 0,-1 0 1 0 0,1 0 0 0 0,-1-1 0 0 0,1 1 0 0 0,-1 0-1 0 0,1 0 1 0 0,-1-1 0 0 0,0 1 0 0 0,1 0 0 0 0,-1 0-1 0 0,0-1 1 0 0,1 1 0 0 0,-1 0 0 0 0,1-1 0 0 0,14-13-2548 0 0,-11 11 1442 0 0,7-12-2244 0 0,-3 5 2293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6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9 8 0 0,'-1'0'99'0'0,"1"-1"0"0"0,0 1 0 0 0,0 0-1 0 0,0-1 1 0 0,0 1 0 0 0,0-1 0 0 0,-1 1 0 0 0,1-1 0 0 0,0 1 0 0 0,0 0 0 0 0,0-1-1 0 0,-1 1 1 0 0,1 0 0 0 0,0-1 0 0 0,-1 1 0 0 0,1 0 0 0 0,0-1 0 0 0,-1 1-1 0 0,1 0 1 0 0,-1 0 0 0 0,1-1 0 0 0,0 1 0 0 0,-1 0 0 0 0,1 0 0 0 0,-1 0 0 0 0,1 0-1 0 0,0-1 1 0 0,-1 1 0 0 0,1 0 0 0 0,-1 0 0 0 0,1 0 0 0 0,-1 0 0 0 0,1 0 0 0 0,-1 0-1 0 0,0 1 194 0 0,0 0 1 0 0,0-1-1 0 0,0 1 0 0 0,1 0 0 0 0,-1 0 0 0 0,0 0 0 0 0,1-1 0 0 0,-1 1 0 0 0,1 0 0 0 0,-1 0 1 0 0,1 0-1 0 0,-1 0 0 0 0,0 2 0 0 0,-1 2 226 0 0,1 1 0 0 0,-1 0 0 0 0,1-1 0 0 0,-1 12 0 0 0,34 342 1506 0 0,-23-288-1655 0 0,13 70 636 0 0,-22-141-989 0 0,0 1 1 0 0,0 0-1 0 0,0 0 1 0 0,0-1-1 0 0,1 1 1 0 0,-1 0 0 0 0,0-1-1 0 0,0 1 1 0 0,0 0-1 0 0,1 0 1 0 0,-1-1 0 0 0,0 1-1 0 0,1 0 1 0 0,-1-1-1 0 0,1 1 1 0 0,-1-1 0 0 0,0 1-1 0 0,1 0 1 0 0,0-1-1 0 0,-1 1 1 0 0,1-1 0 0 0,-1 1-1 0 0,1-1 1 0 0,-1 0-1 0 0,1 1 1 0 0,0-1-1 0 0,-1 0 1 0 0,1 1 0 0 0,0-1-1 0 0,0 0 1 0 0,-1 0-1 0 0,1 1 1 0 0,0-1 0 0 0,0 0-1 0 0,-1 0 1 0 0,1 0-1 0 0,0 0 1 0 0,0 0 0 0 0,-1 0-1 0 0,1 0 1 0 0,0 0-1 0 0,-1-1 1 0 0,1 1-1 0 0,0 0 1 0 0,0-1 0 0 0,4-1 103 0 0,0-1 1 0 0,0 0 0 0 0,0-1-1 0 0,-1 1 1 0 0,6-7 0 0 0,9-5 104 0 0,-14 12-197 0 0,1 1 1 0 0,-1 0-1 0 0,0 0 0 0 0,1 0 1 0 0,-1 1-1 0 0,0 0 1 0 0,1 0-1 0 0,0 0 0 0 0,-1 1 1 0 0,7 0-1 0 0,-5 0-36 0 0,1-1 0 0 0,0 0-1 0 0,0 0 1 0 0,9-3 0 0 0,-15 2-490 0 0,0 0 1 0 0,0 0-1 0 0,0 0 1 0 0,0 0 0 0 0,-1-1-1 0 0,1 1 1 0 0,-1 0 0 0 0,0-1-1 0 0,0 1 1 0 0,2-5-1 0 0,7-13-3556 0 0,-3 14 2612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6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34 8 0 0,'-1'-2'89'0'0,"0"1"-1"0"0,0 0 1 0 0,1-1-1 0 0,-1 1 1 0 0,1-1-1 0 0,-1 0 1 0 0,1 1-1 0 0,0-1 1 0 0,-1 1-1 0 0,1-1 1 0 0,0 0-1 0 0,0 1 1 0 0,0-3-1 0 0,0 4 75 0 0,1-1 1 0 0,-1 1-1 0 0,0-1 0 0 0,0 1 0 0 0,0-1 0 0 0,1 1 0 0 0,-1-1 1 0 0,0 1-1 0 0,0-1 0 0 0,1 1 0 0 0,-1 0 0 0 0,0-1 0 0 0,1 1 1 0 0,-1 0-1 0 0,1-1 0 0 0,-1 1 0 0 0,0 0 0 0 0,1-1 0 0 0,-1 1 1 0 0,1 0-1 0 0,-1 0 0 0 0,1-1 0 0 0,-1 1 0 0 0,1 0 0 0 0,-1 0 1 0 0,2 0-1 0 0,-1 0 190 0 0,1 0 0 0 0,0 0 1 0 0,-1 0-1 0 0,1 0 0 0 0,0 0 0 0 0,-1 0 1 0 0,1 1-1 0 0,0-1 0 0 0,-1 1 0 0 0,1-1 1 0 0,-1 1-1 0 0,2 1 0 0 0,13 9-481 0 0,10 15 750 0 0,0 0 1 0 0,-3 2-1 0 0,0 1 1 0 0,21 35-1 0 0,-16-15 113 0 0,40 100-1 0 0,-57-119-526 0 0,-2 1 0 0 0,-1 0-1 0 0,-1 1 1 0 0,5 56 0 0 0,-8-36 37 0 0,-1-31-76 0 0,-1-1 0 0 0,-1 1 0 0 0,-1-1-1 0 0,-1 0 1 0 0,-1 1 0 0 0,-8 38 0 0 0,9-56-150 0 0,-9 30 267 0 0,-17 36 1 0 0,24-60-277 0 0,-2 0 0 0 0,1-1 1 0 0,-1 0-1 0 0,-1 0 0 0 0,0 0 0 0 0,0-1 0 0 0,0 0 0 0 0,-1 0 0 0 0,-8 7 0 0 0,14-13-26 0 0,0 0-1 0 0,0 0 0 0 0,0 0 1 0 0,0-1-1 0 0,0 1 1 0 0,-1 0-1 0 0,1-1 1 0 0,0 1-1 0 0,0-1 1 0 0,-1 1-1 0 0,1-1 0 0 0,0 0 1 0 0,0 0-1 0 0,-1 1 1 0 0,1-1-1 0 0,0 0 1 0 0,-1 0-1 0 0,1 0 1 0 0,0 0-1 0 0,-1-1 0 0 0,1 1 1 0 0,0 0-1 0 0,-1 0 1 0 0,1-1-1 0 0,0 1 1 0 0,0-1-1 0 0,-1 1 0 0 0,1-1 1 0 0,0 0-1 0 0,0 1 1 0 0,0-1-1 0 0,-1-1 1 0 0,1 1-102 0 0,0 0 0 0 0,0-1 0 0 0,0 1 0 0 0,0 0-1 0 0,0-1 1 0 0,0 1 0 0 0,1-1 0 0 0,-1 1 0 0 0,0-1 0 0 0,1 1 0 0 0,-1-1 0 0 0,1 1 0 0 0,0-1 0 0 0,0 0 0 0 0,0 1 0 0 0,-1-1 0 0 0,1 0 0 0 0,1 1 0 0 0,-1-1 0 0 0,0 0 0 0 0,0 1 0 0 0,1-1 0 0 0,-1 1 0 0 0,1-1 0 0 0,0-2 0 0 0,18-49-4825 0 0,-14 35 2734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7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56 200 0 0,'-5'9'803'0'0,"5"-9"-679"0"0,0 1 0 0 0,0-1 1 0 0,0 0-1 0 0,0 0 0 0 0,-1 1 0 0 0,1-1 1 0 0,0 0-1 0 0,0 1 0 0 0,0-1 1 0 0,0 0-1 0 0,0 1 0 0 0,0-1 1 0 0,0 0-1 0 0,0 1 0 0 0,0-1 1 0 0,0 0-1 0 0,0 1 0 0 0,0-1 1 0 0,0 0-1 0 0,0 1 0 0 0,0-1 1 0 0,0 0-1 0 0,0 1 0 0 0,0-1 1 0 0,1 0-1 0 0,-1 0 0 0 0,0 1 0 0 0,0-1 1 0 0,0 0-1 0 0,1 0 0 0 0,-1 1 1 0 0,0-1-1 0 0,2 2 144 0 0,-1-1-1 0 0,1 1 1 0 0,0-1 0 0 0,0 0 0 0 0,0 0-1 0 0,-1 0 1 0 0,1 0 0 0 0,0 0-1 0 0,0 0 1 0 0,0 0 0 0 0,1-1-1 0 0,-1 1 1 0 0,0-1 0 0 0,0 0-1 0 0,0 1 1 0 0,0-1 0 0 0,0 0-1 0 0,1 0 1 0 0,-1 0 0 0 0,3-1-1 0 0,48-6 899 0 0,-29 1-801 0 0,1-2 0 0 0,33-16 0 0 0,-39 14-292 0 0,1 2 0 0 0,0 1 0 0 0,1 0 0 0 0,25-4 0 0 0,-44 11-82 0 0,-1-1-1 0 0,0 1 1 0 0,0 0-1 0 0,1 0 1 0 0,-1 0 0 0 0,0 0-1 0 0,0 0 1 0 0,0 0-1 0 0,1 1 1 0 0,-1-1-1 0 0,0 0 1 0 0,0 1-1 0 0,0-1 1 0 0,3 1 0 0 0,-4 0-22 0 0,1-1 1 0 0,-1 1-1 0 0,0-1 1 0 0,1 1-1 0 0,-1-1 1 0 0,1 1-1 0 0,-1-1 1 0 0,0 1-1 0 0,1-1 1 0 0,-1 1-1 0 0,0 0 1 0 0,1-1 0 0 0,-1 1-1 0 0,0-1 1 0 0,0 1-1 0 0,0 0 1 0 0,0-1-1 0 0,0 1 1 0 0,0 0-1 0 0,0 0 1 0 0,0 4-712 0 0,-1 0 0 0 0,0 0 0 0 0,0-1 0 0 0,0 1 0 0 0,-1 0 0 0 0,-1 4 0 0 0,1-5-504 0 0,-3 6-940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37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 0 0,'1'2'77'0'0,"1"0"0"0"0,-1 0 1 0 0,1-1-1 0 0,0 1 0 0 0,0-1 0 0 0,-1 1 1 0 0,1-1-1 0 0,0 1 0 0 0,0-1 0 0 0,0 0 1 0 0,0 0-1 0 0,4 1 0 0 0,29 10 3014 0 0,-29-10-2490 0 0,4 1 232 0 0,1-1 1 0 0,-1 0 0 0 0,1-1 0 0 0,-1 0-1 0 0,15-1 1 0 0,-15 0-649 0 0,-1-1 0 0 0,0 0-1 0 0,1-1 1 0 0,-1 0 0 0 0,0 0 0 0 0,11-5 0 0 0,-6-1-192 0 0,-13 7-162 0 0,0 0 0 0 0,1 0 0 0 0,-1 0 0 0 0,0 1 1 0 0,0-1-1 0 0,1 0 0 0 0,-1 1 0 0 0,0-1 0 0 0,1 1 1 0 0,-1-1-1 0 0,1 1 0 0 0,-1 0 0 0 0,1 0 0 0 0,1-1 0 0 0,-2 0-1434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40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60 8 0 0,'-17'-37'735'0'0,"2"17"2651"0"0,14 19-3287 0 0,1 1 0 0 0,-1 0 0 0 0,1 0 0 0 0,-1-1 0 0 0,1 1 0 0 0,-1 0-1 0 0,1 0 1 0 0,-1 0 0 0 0,1 0 0 0 0,-1-1 0 0 0,1 1 0 0 0,-1 0 0 0 0,1 0 0 0 0,-1 0 0 0 0,1 0 0 0 0,-1 0 0 0 0,1 0 0 0 0,-1 1 0 0 0,0-1 0 0 0,1 0 0 0 0,-1 0 0 0 0,1 0-1 0 0,-1 0 1 0 0,1 1 0 0 0,-1-1 0 0 0,1 0 0 0 0,0 0 0 0 0,-1 1 0 0 0,1-1 0 0 0,-1 0 0 0 0,1 1 0 0 0,0-1 0 0 0,-1 1 0 0 0,1-1 0 0 0,-1 0 0 0 0,1 1 0 0 0,0-1 0 0 0,0 1-1 0 0,-1-1 1 0 0,1 2 0 0 0,-15 22 1166 0 0,14-21-1081 0 0,-4 10 205 0 0,0 1 0 0 0,1 0 0 0 0,1 0-1 0 0,0 0 1 0 0,1 0 0 0 0,0 0 0 0 0,1 0 0 0 0,1 22-1 0 0,0-32-178 0 0,1 0-1 0 0,0 0 0 0 0,-1 1 0 0 0,1-1 0 0 0,1 0 0 0 0,-1 0 0 0 0,3 6 0 0 0,-3-9-175 0 0,-1 0 1 0 0,1 0-1 0 0,-1-1 1 0 0,1 1-1 0 0,-1 0 1 0 0,1-1-1 0 0,-1 1 0 0 0,1-1 1 0 0,0 1-1 0 0,0 0 1 0 0,-1-1-1 0 0,1 1 1 0 0,0-1-1 0 0,0 0 0 0 0,-1 1 1 0 0,1-1-1 0 0,0 0 1 0 0,0 1-1 0 0,0-1 1 0 0,0 0-1 0 0,-1 0 0 0 0,1 0 1 0 0,0 0-1 0 0,0 0 1 0 0,0 0-1 0 0,0 0 1 0 0,0 0-1 0 0,0 0 0 0 0,-1 0 1 0 0,1 0-1 0 0,0-1 1 0 0,0 1-1 0 0,0 0 1 0 0,0-1-1 0 0,-1 1 0 0 0,1 0 1 0 0,0-1-1 0 0,0 1 1 0 0,-1-1-1 0 0,1 1 1 0 0,0-1-1 0 0,-1 0 0 0 0,2 0 1 0 0,54-44 874 0 0,-35 29-720 0 0,28-19 6 0 0,-46 33-172 0 0,1 0 0 0 0,-1 0 0 0 0,0 1 0 0 0,1-1 1 0 0,0 1-1 0 0,-1 0 0 0 0,1 0 0 0 0,0 0 0 0 0,-1 1 0 0 0,1-1 0 0 0,0 1 0 0 0,5 0 0 0 0,-6 0-15 0 0,-1 1 0 0 0,0-1 0 0 0,0 1 0 0 0,0-1 0 0 0,0 1 0 0 0,0 0-1 0 0,0 0 1 0 0,0 0 0 0 0,0 0 0 0 0,0 0 0 0 0,0 0 0 0 0,-1 0-1 0 0,1 1 1 0 0,0-1 0 0 0,-1 1 0 0 0,1-1 0 0 0,-1 1 0 0 0,1 0-1 0 0,-1-1 1 0 0,0 1 0 0 0,0 0 0 0 0,0 0 0 0 0,0 0 0 0 0,0 0 0 0 0,0 0-1 0 0,-1 0 1 0 0,1 0 0 0 0,0 0 0 0 0,-1 3 0 0 0,2 7 26 0 0,-1-1 1 0 0,-1 0 0 0 0,0 0 0 0 0,-3 18-1 0 0,2-10 28 0 0,0-8-47 0 0,-1 0-1 0 0,1-1 1 0 0,-2 1-1 0 0,1-1 0 0 0,-1 1 1 0 0,-1-1-1 0 0,0 0 1 0 0,-5 10-1 0 0,7-17-27 0 0,0 0 1 0 0,0 0-1 0 0,0 0 0 0 0,0 0 1 0 0,0 0-1 0 0,0 0 1 0 0,-1 0-1 0 0,0-1 0 0 0,1 1 1 0 0,-1-1-1 0 0,0 0 0 0 0,0 0 1 0 0,0 0-1 0 0,0 0 0 0 0,-1-1 1 0 0,1 1-1 0 0,0-1 1 0 0,-1 0-1 0 0,1 0 0 0 0,-1 0 1 0 0,1 0-1 0 0,-1 0 0 0 0,0-1 1 0 0,1 0-1 0 0,-1 0 0 0 0,0 0 1 0 0,-3 0-1 0 0,5-1-46 0 0,1 1 0 0 0,0 0 0 0 0,-1-1 0 0 0,1 1 0 0 0,0-1 0 0 0,-1 0 0 0 0,1 1 0 0 0,0-1 0 0 0,0 0 0 0 0,0 0 0 0 0,0 1 0 0 0,0-1 0 0 0,0 0 0 0 0,0 0 0 0 0,0 0 0 0 0,0 0 0 0 0,0-1 0 0 0,0 1 0 0 0,0 0 0 0 0,0-3 0 0 0,-10-29-2293 0 0,6 14 955 0 0,4 18 1343 0 0,-1-4-637 0 0,0 0 1 0 0,1 0 0 0 0,0 0 0 0 0,0-1 0 0 0,0 1 0 0 0,0 0 0 0 0,1-6 0 0 0,0-2-1683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40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29 114 8 0 0,'-12'5'-814'0'0,"-4"7"9150"0"0,31-20-5540 0 0,30-10-643 0 0,-16 8-1479 0 0,1-3-309 0 0,85-32 358 0 0,-98 40-773 0 0,0 1-1 0 0,1 0 1 0 0,-1 1 0 0 0,36-1 0 0 0,-14 3-1095 0 0,-13-1-3841 0 0,37-9 0 0 0,-53 9 4353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40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22 8 0 0,'2'-2'73'0'0,"1"-1"-1"0"0,0 0 1 0 0,0 1 0 0 0,0-1-1 0 0,0 1 1 0 0,6-3-1 0 0,-8 5-13 0 0,-1-1-1 0 0,0 1 1 0 0,1 0-1 0 0,-1 0 1 0 0,0 0-1 0 0,1 0 1 0 0,-1 0-1 0 0,1 0 1 0 0,-1 0-1 0 0,0 0 1 0 0,1 0-1 0 0,-1 0 1 0 0,0 0-1 0 0,1 0 1 0 0,-1 0-1 0 0,1 0 1 0 0,-1 0-1 0 0,0 0 1 0 0,1 1-1 0 0,-1-1 1 0 0,0 0-1 0 0,1 0 1 0 0,-1 0-1 0 0,0 0 1 0 0,1 1-1 0 0,-1-1 1 0 0,1 1-1 0 0,-1 0 106 0 0,1 0 0 0 0,-1 0 0 0 0,1 0 0 0 0,-1 1-1 0 0,1-1 1 0 0,-1 0 0 0 0,0 1 0 0 0,0-1-1 0 0,1 0 1 0 0,-1 0 0 0 0,0 1 0 0 0,0 1 0 0 0,-2 40 2125 0 0,-12 68 0 0 0,-1-1-658 0 0,-21 207 1338 0 0,-34 35-1506 0 0,67-335-1483 0 0,2-1 0 0 0,-1 24 1 0 0,2-40 11 0 0,1 0 1 0 0,-1 0-1 0 0,0 1 1 0 0,0-1-1 0 0,0 0 1 0 0,0 0-1 0 0,1 0 1 0 0,-1 1-1 0 0,0-1 1 0 0,0 0-1 0 0,0 0 1 0 0,1 0-1 0 0,-1 1 1 0 0,0-1-1 0 0,0 0 1 0 0,0 0-1 0 0,1 0 1 0 0,-1 0-1 0 0,0 0 1 0 0,1 0-1 0 0,-1 0 1 0 0,0 1-1 0 0,0-1 1 0 0,1 0-1 0 0,-1 0 0 0 0,0 0 1 0 0,0 0-1 0 0,1 0 1 0 0,-1 0-1 0 0,0 0 1 0 0,1 0-1 0 0,-1-1 1 0 0,0 1-1 0 0,0 0 1 0 0,1 0-1 0 0,-1 0 1 0 0,0 0-1 0 0,0 0 1 0 0,1 0-1 0 0,-1 0 1 0 0,0-1-1 0 0,0 1 1 0 0,1 0-1 0 0,12-8-291 0 0,-10 2-4 0 0,1-1-1 0 0,-1 1 0 0 0,3-13 1 0 0,11-21-1183 0 0,16-8-1341 0 0,-17 26 1160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4:40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8 0 0,'-10'70'2046'0'0,"10"-45"-622"0"0,11 244 6244 0 0,-7-235-6883 0 0,-1-11-128 0 0,6 31 0 0 0,-7-47-482 0 0,0-1 1 0 0,0 1 0 0 0,1-1 0 0 0,0 1 0 0 0,0-1 0 0 0,1 0-1 0 0,-1 0 1 0 0,9 10 0 0 0,-6-11-53 0 0,1 0 0 0 0,0 0 1 0 0,0 0-1 0 0,1-1 0 0 0,-1 0 0 0 0,1-1 0 0 0,-1 1 0 0 0,11 1 0 0 0,-13-4-96 0 0,-1-2 0 0 0,1 1 0 0 0,-1 0 0 0 0,1-1 0 0 0,-1 0 0 0 0,0 0 0 0 0,1 0-1 0 0,-1 0 1 0 0,0-1 0 0 0,1 0 0 0 0,-1 0 0 0 0,4-3 0 0 0,17-6 160 0 0,-19 8-169 0 0,0 0 0 0 0,0-1 0 0 0,0 0 0 0 0,0 0 1 0 0,-1 0-1 0 0,0 0 0 0 0,0-1 0 0 0,0 0 1 0 0,-1 0-1 0 0,1-1 0 0 0,-1 1 0 0 0,0-1 1 0 0,-1 0-1 0 0,5-8 0 0 0,-2 1 26 0 0,0 0 1 0 0,0-1-1 0 0,-1 0 0 0 0,-1 0 0 0 0,4-26 0 0 0,-7 33 9 0 0,3-42 140 0 0,-4 46-162 0 0,0-1 0 0 0,0 0 0 0 0,-1 1 1 0 0,1-1-1 0 0,-1 1 0 0 0,0-1 0 0 0,0 1 0 0 0,0-1 0 0 0,-1 1 0 0 0,-3-7 0 0 0,3 9-8 0 0,0-1 0 0 0,0 1 0 0 0,0 0 0 0 0,0 0 0 0 0,0 0 0 0 0,0 0 0 0 0,-1 0-1 0 0,1 0 1 0 0,0 1 0 0 0,-1-1 0 0 0,1 1 0 0 0,-1 0 0 0 0,1-1 0 0 0,0 1 0 0 0,-1 0-1 0 0,1 0 1 0 0,-1 1 0 0 0,1-1 0 0 0,-3 1 0 0 0,2 0 0 0 0,-1 1-1 0 0,1-1 1 0 0,0 1-1 0 0,-1 0 1 0 0,1 0 0 0 0,0 0-1 0 0,0 0 1 0 0,1 1 0 0 0,-1-1-1 0 0,0 1 1 0 0,1-1 0 0 0,0 1-1 0 0,-1 0 1 0 0,1 0 0 0 0,0 0-1 0 0,0 0 1 0 0,-2 7 0 0 0,-3 6 28 0 0,0 2 1 0 0,-5 23 0 0 0,5-18 66 0 0,-5 19-103 0 0,2 0 0 0 0,2 1 0 0 0,2 0 0 0 0,1 1 0 0 0,2 48 0 0 0,3-92-56 0 0,0 1 1 0 0,0 0 0 0 0,0 0-1 0 0,0-1 1 0 0,0 1-1 0 0,0 0 1 0 0,0 0 0 0 0,0-1-1 0 0,0 1 1 0 0,0 0 0 0 0,0 0-1 0 0,0-1 1 0 0,0 1-1 0 0,1 0 1 0 0,-1-1 0 0 0,0 1-1 0 0,1 0 1 0 0,-1-1 0 0 0,0 1-1 0 0,1 0 1 0 0,-1-1-1 0 0,1 1 1 0 0,-1-1 0 0 0,1 1-1 0 0,-1-1 1 0 0,1 1 0 0 0,0-1-1 0 0,-1 1 1 0 0,1-1-1 0 0,0 0 1 0 0,-1 1 0 0 0,1-1-1 0 0,0 0 1 0 0,-1 1 0 0 0,1-1-1 0 0,0 0 1 0 0,0 0-1 0 0,-1 0 1 0 0,1 0 0 0 0,0 0-1 0 0,-1 0 1 0 0,1 0 0 0 0,0 0-1 0 0,0 0 1 0 0,1 0-1 0 0,0-1-393 0 0,0 1 0 0 0,0-1 0 0 0,0 0 0 0 0,0 0 0 0 0,0 0 0 0 0,0 0 0 0 0,-1 0-1 0 0,1 0 1 0 0,0 0 0 0 0,-1-1 0 0 0,1 1 0 0 0,-1-1 0 0 0,1 1 0 0 0,-1-1 0 0 0,2-2-1 0 0,5-12-1392 0 0,-1 3 112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4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31 459 512 0 0,'-18'9'3007'0'0,"5"-3"5841"0"0,61-11-4829 0 0,-6-7-2301 0 0,75-27 917 0 0,-103 35-2429 0 0,0-1-1 0 0,18-2 1 0 0,-20 5-70 0 0,0-1 0 0 0,0 0 0 0 0,20-9-1 0 0,-29 10-129 0 0,0 0 0 0 0,0 0 0 0 0,-1-1 0 0 0,1 1 0 0 0,-1-1-1 0 0,0 1 1 0 0,1-1 0 0 0,-1 0 0 0 0,0 0 0 0 0,0 0-1 0 0,-1 0 1 0 0,1 0 0 0 0,-1 0 0 0 0,0-1 0 0 0,1 1 0 0 0,-1 0-1 0 0,-1-1 1 0 0,1 1 0 0 0,0-5 0 0 0,1-10-31 0 0,0-1 1 0 0,-2-25 0 0 0,0 28 43 0 0,-1 2-21 0 0,-1 1-1 0 0,0-1 1 0 0,-1 0-1 0 0,-8-23 1 0 0,-1-8-11 0 0,-2 9 11 0 0,12 32 7 0 0,-1-1 0 0 0,1 0 0 0 0,0 1 0 0 0,1-1 0 0 0,-1 0 0 0 0,1 0 1 0 0,0 0-1 0 0,0-6 0 0 0,-4 20-2 0 0,1 0 0 0 0,0 0 0 0 0,1 1 0 0 0,-3 11 1 0 0,-8 102 286 0 0,5 1-1 0 0,13 219 1 0 0,-1-266-79 0 0,-3-46-61 0 0,1 0 0 0 0,8 40 1 0 0,-2-35 13 0 0,3 37 0 0 0,-8-55-53 0 0,1-1 0 0 0,0 1 0 0 0,2-1 0 0 0,0 0 0 0 0,1 0 1 0 0,0-1-1 0 0,2 1 0 0 0,17 29 0 0 0,-23-43-97 0 0,0 0 1 0 0,1-1-1 0 0,-1 1 0 0 0,0 0 0 0 0,1-1 1 0 0,0 0-1 0 0,-1 1 0 0 0,1-1 0 0 0,0 0 1 0 0,0 0-1 0 0,0-1 0 0 0,0 1 0 0 0,0-1 1 0 0,1 1-1 0 0,-1-1 0 0 0,0 0 0 0 0,1 0 1 0 0,-1-1-1 0 0,1 1 0 0 0,3 0 1 0 0,-2-1-4 0 0,1-1 0 0 0,-1 1 0 0 0,0-1 1 0 0,0 0-1 0 0,0 0 0 0 0,0-1 1 0 0,0 1-1 0 0,-1-1 0 0 0,1 0 1 0 0,0-1-1 0 0,-1 1 0 0 0,8-6 1 0 0,-7 4-24 0 0,1-1 1 0 0,-1 0-1 0 0,0-1 1 0 0,0 1-1 0 0,-1-1 1 0 0,0 0-1 0 0,0 0 0 0 0,0 0 1 0 0,0-1-1 0 0,-1 1 1 0 0,0-1-1 0 0,-1 0 1 0 0,0 0-1 0 0,2-8 1 0 0,0-1-1 0 0,-2 0 1 0 0,1 0 0 0 0,-2-1-1 0 0,0 1 1 0 0,-3-22-1 0 0,-1 7-50 0 0,-2 0 1 0 0,-2 0-1 0 0,0 0 0 0 0,-3 1 0 0 0,0 0 0 0 0,-2 1 0 0 0,-1 0 0 0 0,-1 1 0 0 0,-1 0 0 0 0,-2 2 0 0 0,-21-28 1 0 0,36 52 62 0 0,0 0 0 0 0,-1-1 1 0 0,1 1-1 0 0,-1 0 0 0 0,0 1 0 0 0,0-1 1 0 0,1 0-1 0 0,-1 1 0 0 0,0-1 1 0 0,-5 0-1 0 0,6 1-3 0 0,1 0 0 0 0,-1 1 0 0 0,1-1 0 0 0,-1 1 0 0 0,0 0 0 0 0,1-1 0 0 0,-1 1 0 0 0,1 0 0 0 0,-1 0 0 0 0,0 0 0 0 0,1 0 0 0 0,-1 1 0 0 0,0-1 0 0 0,1 0 0 0 0,-1 1 0 0 0,1-1 0 0 0,-1 1 0 0 0,1-1 0 0 0,-1 1 0 0 0,1 0 0 0 0,-1-1 0 0 0,-1 3 0 0 0,3-3 24 0 0,0 0-4 0 0,0 2-28 0 0,0-2 0 0 0,21-2 48 0 0,15-10-62 0 0,45-24-1 0 0,10-7 71 0 0,-42 22 14 0 0,82-50 1 0 0,-121 63-29 0 0,-8 6-28 0 0,0 1-1 0 0,0-1 0 0 0,0 1 0 0 0,-1-1 1 0 0,2 1-1 0 0,-1 0 0 0 0,0 0 1 0 0,0 0-1 0 0,0 0 0 0 0,0 0 0 0 0,1 0 1 0 0,-1 1-1 0 0,3-1 0 0 0,-5 5 8 0 0,-1-1 0 0 0,0 1 0 0 0,1 0 0 0 0,-1 0 0 0 0,0-1 0 0 0,-1 1 0 0 0,-2 6 0 0 0,-4 8 7 0 0,1 1 0 0 0,1 0-1 0 0,1 0 1 0 0,1 0-1 0 0,0 0 1 0 0,2 1 0 0 0,0 0-1 0 0,1 24 1 0 0,1-38 5 0 0,1 0 0 0 0,-1 0 1 0 0,1 0-1 0 0,0 0 0 0 0,1 0 0 0 0,0 0 0 0 0,-1 0 1 0 0,2 0-1 0 0,-1-1 0 0 0,1 1 0 0 0,0-1 0 0 0,0 0 1 0 0,0 0-1 0 0,1 0 0 0 0,0 0 0 0 0,0 0 1 0 0,4 3-1 0 0,-4-4-6 0 0,-1-2 0 0 0,1 1 1 0 0,0 0-1 0 0,0-1 1 0 0,0 0-1 0 0,0 0 0 0 0,0 0 1 0 0,0 0-1 0 0,1 0 1 0 0,-1-1-1 0 0,0 0 0 0 0,1 0 1 0 0,-1 0-1 0 0,1-1 0 0 0,0 0 1 0 0,-1 1-1 0 0,1-2 1 0 0,-1 1-1 0 0,1 0 0 0 0,0-1 1 0 0,-1 0-1 0 0,9-2 0 0 0,-9 1-10 0 0,0 1-1 0 0,-1-1 0 0 0,1 0 1 0 0,0 0-1 0 0,-1 0 0 0 0,1 0 0 0 0,-1-1 1 0 0,0 0-1 0 0,0 1 0 0 0,0-1 1 0 0,0 0-1 0 0,0 0 0 0 0,0-1 1 0 0,-1 1-1 0 0,0-1 0 0 0,1 1 0 0 0,-1-1 1 0 0,-1 0-1 0 0,1 1 0 0 0,-1-1 1 0 0,2-5-1 0 0,-2 3 3 0 0,0 1-1 0 0,0-1 1 0 0,0 1 0 0 0,-1 0 0 0 0,0-1-1 0 0,0 1 1 0 0,0-1 0 0 0,-1 1 0 0 0,0-1 0 0 0,0 1-1 0 0,-1 0 1 0 0,1 0 0 0 0,-1-1 0 0 0,0 1-1 0 0,-4-7 1 0 0,-7-10-102 0 0,-22-43-174 0 0,32 59-1 0 0,0-1-1 0 0,0 0 0 0 0,1 0 1 0 0,0 0-1 0 0,1-1 1 0 0,-1 1-1 0 0,1-12 1 0 0,1 16 41 0 0,0 0 1 0 0,1-1 0 0 0,-1 1-1 0 0,1 0 1 0 0,0 0 0 0 0,0-1-1 0 0,0 1 1 0 0,1 0 0 0 0,-1 0-1 0 0,1 0 1 0 0,0 0-1 0 0,0 0 1 0 0,0 1 0 0 0,0-1-1 0 0,0 0 1 0 0,0 1 0 0 0,1 0-1 0 0,-1-1 1 0 0,1 1 0 0 0,0 0-1 0 0,-1 0 1 0 0,1 0 0 0 0,6-2-1 0 0,-3 1 132 0 0,0 1-1 0 0,0-1 1 0 0,1 1 0 0 0,-1 0-1 0 0,1 1 1 0 0,-1-1-1 0 0,1 1 1 0 0,-1 1-1 0 0,1-1 1 0 0,0 1 0 0 0,7 1-1 0 0,-10 0 119 0 0,-1 0 0 0 0,0 0 0 0 0,0 0 0 0 0,0 0 0 0 0,0 1 0 0 0,0 0 0 0 0,0-1 0 0 0,0 1 0 0 0,0 0 0 0 0,-1 0 0 0 0,1 0 0 0 0,-1 1 0 0 0,0-1 0 0 0,3 4 0 0 0,29 42 715 0 0,-28-39-544 0 0,18 29 854 0 0,-1 0 0 0 0,31 72 0 0 0,-52-103-819 0 0,-1-3-78 0 0,1 1 0 0 0,-1-1-1 0 0,1 0 1 0 0,0 0-1 0 0,0 0 1 0 0,0 0 0 0 0,1 0-1 0 0,-1 0 1 0 0,1-1-1 0 0,0 1 1 0 0,3 3 0 0 0,-5-7-127 0 0,-1 0 1 0 0,1 0 0 0 0,-1 0-1 0 0,1 0 1 0 0,-1 0 0 0 0,1 0-1 0 0,-1 0 1 0 0,1 0 0 0 0,-1-1-1 0 0,1 1 1 0 0,-1 0 0 0 0,1 0-1 0 0,-1 0 1 0 0,1 0 0 0 0,-1-1-1 0 0,1 1 1 0 0,-1 0 0 0 0,0 0-1 0 0,1-1 1 0 0,-1 1 0 0 0,1 0 0 0 0,-1-1-1 0 0,0 1 1 0 0,1-1 0 0 0,-1 1-1 0 0,0 0 1 0 0,0-1 0 0 0,1 1-1 0 0,-1-1 1 0 0,0 1 0 0 0,0-1-1 0 0,0 1 1 0 0,1-1 0 0 0,-1 1-1 0 0,0-1 1 0 0,0 1 0 0 0,0-1-1 0 0,0 1 1 0 0,0-1 0 0 0,5-26 393 0 0,-4 23-322 0 0,6-30 1 0 0,1 0-1 0 0,2 1 0 0 0,1 0 1 0 0,2 1-1 0 0,1 0 1 0 0,2 1-1 0 0,0 0 0 0 0,3 2 1 0 0,0 0-1 0 0,43-48 1 0 0,-35 50-808 0 0,1 1 1 0 0,1 1-1 0 0,53-35 1 0 0,-42 37-2508 0 0,0 3-3728 0 0,-11 7 327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6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310 154 512 0 0,'-97'5'3654'0'0,"40"-10"554"0"0,57 5-4139 0 0,-1 0 0 0 0,1-1-1 0 0,-1 1 1 0 0,1 0 0 0 0,-1 0 0 0 0,1-1 0 0 0,-1 1 0 0 0,1 0-1 0 0,-1-1 1 0 0,1 1 0 0 0,0 0 0 0 0,-1-1 0 0 0,1 1 0 0 0,0-1 0 0 0,-1 1-1 0 0,1 0 1 0 0,0-1 0 0 0,0 1 0 0 0,-1-1 0 0 0,1 1 0 0 0,0-1 0 0 0,0 1-1 0 0,0-1 1 0 0,0 1 0 0 0,0-1 0 0 0,0 0 0 0 0,-1 0-50 0 0,1 1 0 0 0,0 0 0 0 0,0-1 1 0 0,0 1-1 0 0,0 0 0 0 0,0 0 0 0 0,0-1 0 0 0,1 1 0 0 0,-1 0 1 0 0,0-1-1 0 0,0 1 0 0 0,0 0 0 0 0,0-1 0 0 0,0 1 0 0 0,0 0 1 0 0,0 0-1 0 0,1-1 0 0 0,-1 1 0 0 0,0 0 0 0 0,0 0 0 0 0,0-1 0 0 0,1 1 1 0 0,-1 0-1 0 0,0 0 0 0 0,0-1 0 0 0,1 1 0 0 0,-1 0 0 0 0,0 0 1 0 0,0 0-1 0 0,1 0 0 0 0,-1 0 0 0 0,0-1 0 0 0,1 1 0 0 0,-1 0 1 0 0,0 0-1 0 0,0 0 0 0 0,1 0 0 0 0,-1 0 0 0 0,0 0 0 0 0,1 0 1 0 0,-1 0-1 0 0,0 0 0 0 0,1 0 0 0 0,-1 0 0 0 0,0 0 0 0 0,1 0 1 0 0,-1 0-1 0 0,0 1 0 0 0,0-1 0 0 0,1 0 0 0 0,-1 0 0 0 0,0 0 1 0 0,1 0-1 0 0,5 2 116 0 0,0-2-1 0 0,0 1 1 0 0,-1-1 0 0 0,1 0 0 0 0,0 0-1 0 0,0 0 1 0 0,0-1 0 0 0,7-2 0 0 0,29-1 387 0 0,20-1 42 0 0,-41 3-326 0 0,44 0 1 0 0,8 2 154 0 0,-1-2-1 0 0,75-14 1 0 0,-132 14-374 0 0,179-15 374 0 0,-37 5-262 0 0,113-9 96 0 0,80-9 135 0 0,-235 17-141 0 0,1 5 0 0 0,149 10 0 0 0,-214 2-165 0 0,-1 2-1 0 0,81 20 1 0 0,-118-23-44 0 0,3 2 63 0 0,-36-3 86 0 0,-284 4 248 0 0,153-2-239 0 0,-168 11-27 0 0,-87 1-54 0 0,-469-11 271 0 0,550-13-115 0 0,281 11-176 0 0,358-8-66 0 0,457-7 240 0 0,-18 10 67 0 0,-500 4-180 0 0,73-2 79 0 0,-306-1-156 0 0,-12 2-38 0 0,1-1 0 0 0,-1-1 0 0 0,1 0 0 0 0,-1 0 0 0 0,1 0 0 0 0,12-5 0 0 0,-21 6-14 0 0,0 0 1 0 0,1 0-1 0 0,-1 0 1 0 0,0 0-1 0 0,0 0 1 0 0,0 0 0 0 0,1 0-1 0 0,-1 0 1 0 0,0 0-1 0 0,0 0 1 0 0,0 0-1 0 0,0 0 1 0 0,1-1 0 0 0,-1 1-1 0 0,0 0 1 0 0,0 0-1 0 0,0 0 1 0 0,0 0-1 0 0,0 0 1 0 0,1 0-1 0 0,-1-1 1 0 0,0 1 0 0 0,0 0-1 0 0,0 0 1 0 0,0 0-1 0 0,0-1 1 0 0,0 1-1 0 0,0 0 1 0 0,0 0 0 0 0,0 0-1 0 0,0 0 1 0 0,0-1-1 0 0,0 1 1 0 0,1 0-1 0 0,-1 0 1 0 0,0 0 0 0 0,-1-1-1 0 0,1 1 1 0 0,0 0-1 0 0,0 0 1 0 0,0 0-1 0 0,0-1 1 0 0,0 1 0 0 0,-10-5 33 0 0,-16-1 73 0 0,-230-13 32 0 0,206 17-158 0 0,-549 11 160 0 0,275 4-70 0 0,-89 3 33 0 0,390-17-121 0 0,19 1 18 0 0,-1-1-1 0 0,0 1 1 0 0,0 0-1 0 0,1 1 1 0 0,-1-1-1 0 0,0 1 1 0 0,0 0-1 0 0,-4 1 0 0 0,51 2 5 0 0,221-13-35 0 0,-115-1-8 0 0,141-2 132 0 0,416-9 30 0 0,-107 21-215 0 0,-587 0 40 0 0,-13 2-68 0 0,-21 2-122 0 0,-8-4 74 0 0,12 1-155 0 0,0-1 0 0 0,0 2 0 0 0,0 1 0 0 0,-20 4 0 0 0,-58 26-2421 0 0,-33-1-4122 0 0,50-15 2008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0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97 512 0 0,'8'-21'2604'0'0,"-3"16"1658"0"0,-3 14 2343 0 0,-1-10-6461 0 0,0 1-1 0 0,0-1 1 0 0,0 1-1 0 0,0 0 1 0 0,0-1-1 0 0,0 1 1 0 0,0 0-1 0 0,1-1 1 0 0,-1 1-1 0 0,0 0 1 0 0,0 0-1 0 0,0 0 1 0 0,0 0 0 0 0,0 0-1 0 0,1 0 1 0 0,-1 0-1 0 0,0 1 1 0 0,1-1-1 0 0,25 8 706 0 0,-21-6-608 0 0,14 3 128 0 0,1-1-1 0 0,-1 0 1 0 0,0-2 0 0 0,31 1-1 0 0,80-11 529 0 0,93-31-149 0 0,-48 6-530 0 0,-41 18 98 0 0,1 6 0 0 0,138 9 0 0 0,-233 3-257 0 0,0 2-1 0 0,67 18 1 0 0,-108-21-40 0 0,-7-1 11 0 0,-10 1 8 0 0,-175-3-54 0 0,-421 4-104 0 0,16 24 28 0 0,570-25 95 0 0,1 1 0 0 0,0 1 1 0 0,-52 16-1 0 0,78-20-2 0 0,-1 0 0 0 0,1 0-1 0 0,-1 0 1 0 0,1 0 0 0 0,-1 0-1 0 0,1 1 1 0 0,0-1 0 0 0,-1 0 0 0 0,1 0-1 0 0,-1 0 1 0 0,1 1 0 0 0,-1-1-1 0 0,1 0 1 0 0,0 1 0 0 0,-1-1 0 0 0,1 0-1 0 0,0 1 1 0 0,-1-1 0 0 0,1 0-1 0 0,0 1 1 0 0,-1-1 0 0 0,1 1 0 0 0,0-1-1 0 0,0 0 1 0 0,-1 1 0 0 0,1-1-1 0 0,0 1 1 0 0,0 0 0 0 0,10 6-13 0 0,22 1 42 0 0,293 0 158 0 0,-214-9-92 0 0,446-23 343 0 0,-345 11-370 0 0,186-23-393 0 0,-390 34-673 0 0,-13-1-86 0 0,-12 1-64 0 0,-61-3-7238 0 0,49 5 6502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8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33 244 512 0 0,'-1'-18'972'0'0,"-1"-1"1"0"0,-1 1-1 0 0,-8-27 1 0 0,7 28 374 0 0,0-1 1 0 0,1 1-1 0 0,-2-28 0 0 0,6 41-1148 0 0,-1 0-1 0 0,1 1 0 0 0,0-1 1 0 0,0 1-1 0 0,0-1 0 0 0,0 1 0 0 0,0-1 1 0 0,1 1-1 0 0,2-4 0 0 0,0 0 244 0 0,-2 9-388 0 0,0-1 1 0 0,-1 1-1 0 0,1 0 1 0 0,0 0-1 0 0,0 0 1 0 0,-1 0-1 0 0,1 0 0 0 0,-1 0 1 0 0,0 0-1 0 0,2 3 1 0 0,6 23 213 0 0,-1 0 0 0 0,-1 0 0 0 0,-1 1 0 0 0,4 47 0 0 0,-2-11 139 0 0,14 124 1271 0 0,-19-143-984 0 0,-2 1 0 0 0,-6 51 1 0 0,5-92-610 0 0,-2 1 0 0 0,1-1 0 0 0,-1 1 0 0 0,0-1 0 0 0,0 0 0 0 0,-1 0 0 0 0,-4 9 0 0 0,3-7-1 0 0,6-47-92 0 0,12-17 30 0 0,12-41-99 0 0,-16 70 75 0 0,1 0 0 0 0,2 1 0 0 0,0 1 0 0 0,1 0 0 0 0,2 1-1 0 0,24-29 1 0 0,-36 48 8 0 0,0 1 0 0 0,1 0 0 0 0,-1 0-1 0 0,1 1 1 0 0,0-1 0 0 0,0 1-1 0 0,0 0 1 0 0,0 0 0 0 0,0 1 0 0 0,1 0-1 0 0,-1 0 1 0 0,1 0 0 0 0,-1 0 0 0 0,1 1-1 0 0,0 0 1 0 0,0 0 0 0 0,-1 1-1 0 0,1 0 1 0 0,7 0 0 0 0,-9 0-4 0 0,0 1 0 0 0,0-1 1 0 0,0 1-1 0 0,0 0 0 0 0,0 0 0 0 0,0 1 0 0 0,0-1 1 0 0,0 1-1 0 0,-1 0 0 0 0,1 0 0 0 0,0 0 0 0 0,-1 0 0 0 0,0 1 1 0 0,1-1-1 0 0,-1 1 0 0 0,0 0 0 0 0,0 0 0 0 0,-1 0 1 0 0,1 0-1 0 0,-1 1 0 0 0,1-1 0 0 0,-1 1 0 0 0,0-1 1 0 0,0 1-1 0 0,-1 0 0 0 0,1 0 0 0 0,0 5 0 0 0,2 5 5 0 0,-2 0-1 0 0,1 0 0 0 0,-2 0 0 0 0,0 0 0 0 0,-1 0 0 0 0,0 1 0 0 0,-1-1 0 0 0,-1 0 0 0 0,0 0 0 0 0,-1 0 0 0 0,-1 0 0 0 0,0-1 0 0 0,-8 20 0 0 0,5-17 31 0 0,-1 0 0 0 0,-1-1 0 0 0,-1 0 0 0 0,0 0 0 0 0,0-1 0 0 0,-2 0 0 0 0,0 0 0 0 0,0-2-1 0 0,-1 1 1 0 0,-20 13 0 0 0,25-20-13 0 0,-2 0-1 0 0,1-1 1 0 0,0 0-1 0 0,-1 0 1 0 0,0-1-1 0 0,0-1 1 0 0,-15 4-1 0 0,21-6-44 0 0,0 0 0 0 0,0 0 0 0 0,0-1 0 0 0,0 1 1 0 0,-1-1-1 0 0,1 0 0 0 0,0 0 0 0 0,0-1 0 0 0,0 1 0 0 0,-1-1 0 0 0,1 0 0 0 0,0 0 0 0 0,0-1 0 0 0,0 1 0 0 0,0-1 1 0 0,0 0-1 0 0,1 0 0 0 0,-1 0 0 0 0,1 0 0 0 0,-1-1 0 0 0,-4-3 0 0 0,8 5-39 0 0,-1 1-1 0 0,0-1 0 0 0,1 0 1 0 0,-1 0-1 0 0,0 1 1 0 0,1-1-1 0 0,-1 0 1 0 0,1 0-1 0 0,-1 0 1 0 0,1 0-1 0 0,0 0 1 0 0,-1 1-1 0 0,1-1 0 0 0,0 0 1 0 0,0 0-1 0 0,-1 0 1 0 0,1 0-1 0 0,0 0 1 0 0,0 0-1 0 0,0 0 1 0 0,0 0-1 0 0,0 0 0 0 0,1 0 1 0 0,-1 0-1 0 0,0 0 1 0 0,1-1-1 0 0,0 0-138 0 0,0-1-1 0 0,0 1 0 0 0,0 0 0 0 0,1 0 1 0 0,-1 0-1 0 0,1 0 0 0 0,0 1 1 0 0,0-1-1 0 0,-1 0 0 0 0,4-1 0 0 0,4-3-928 0 0,0 0-1 0 0,1 0 1 0 0,16-6-1 0 0,12-8-2253 0 0,8-4 51 0 0,-16 16 2251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8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16 224 8 0 0,'9'-2'612'0'0,"-2"-2"1"0"0,1 1-1 0 0,0-1 1 0 0,-1 0-1 0 0,0 0 1 0 0,1-1-1 0 0,-2 0 1 0 0,1 0-1 0 0,-1-1 1 0 0,1 1-1 0 0,-2-2 1 0 0,1 1-1 0 0,7-11 1 0 0,-9 10-279 0 0,1 1 1 0 0,-1-1-1 0 0,-1 0 1 0 0,1-1 0 0 0,-1 1-1 0 0,-1-1 1 0 0,1 1-1 0 0,-1-1 1 0 0,-1 0 0 0 0,1 0-1 0 0,-1 0 1 0 0,-1 0-1 0 0,0 0 1 0 0,0-12 0 0 0,0 19-289 0 0,-1 0 1 0 0,1 0 0 0 0,0 0 0 0 0,0 0 0 0 0,0 0 0 0 0,0 0 0 0 0,-1 0 0 0 0,1 0 0 0 0,0 1-1 0 0,-1-1 1 0 0,1 0 0 0 0,-1 0 0 0 0,1 0 0 0 0,-1 1 0 0 0,1-1 0 0 0,-1 0 0 0 0,0 0-1 0 0,1 1 1 0 0,-1-1 0 0 0,0 1 0 0 0,1-1 0 0 0,-1 0 0 0 0,0 1 0 0 0,0 0 0 0 0,0-1 0 0 0,1 1-1 0 0,-1-1 1 0 0,0 1 0 0 0,0 0 0 0 0,0 0 0 0 0,0-1 0 0 0,0 1 0 0 0,0 0 0 0 0,0 0-1 0 0,0 0 1 0 0,0 0 0 0 0,0 0 0 0 0,1 0 0 0 0,-1 0 0 0 0,0 0 0 0 0,-1 1 0 0 0,-1 0 39 0 0,1-1 0 0 0,-1 1 1 0 0,1 0-1 0 0,-1 0 0 0 0,1 0 1 0 0,0 0-1 0 0,0 1 0 0 0,-1-1 1 0 0,1 1-1 0 0,0-1 1 0 0,0 1-1 0 0,0 0 0 0 0,-3 3 1 0 0,-4 9 253 0 0,1 0 0 0 0,0 1-1 0 0,1 0 1 0 0,-10 30 0 0 0,-12 66 921 0 0,26-95-1070 0 0,0-3-14 0 0,0 0 0 0 0,2 1-1 0 0,-1-1 1 0 0,2 20 0 0 0,0-29-137 0 0,0 1-1 0 0,1-1 1 0 0,-1 0-1 0 0,1 1 1 0 0,0-1-1 0 0,1 0 1 0 0,-1 0-1 0 0,1 1 1 0 0,-1-1-1 0 0,1 0 1 0 0,1-1 0 0 0,-1 1-1 0 0,0 0 1 0 0,1-1-1 0 0,0 1 1 0 0,5 5-1 0 0,-6-8-36 0 0,-1 0 0 0 0,0-1 0 0 0,1 1-1 0 0,-1 0 1 0 0,1-1 0 0 0,-1 1 0 0 0,1-1 0 0 0,-1 1-1 0 0,1-1 1 0 0,-1 0 0 0 0,1 1 0 0 0,0-1 0 0 0,-1 0-1 0 0,1 0 1 0 0,-1 0 0 0 0,1-1 0 0 0,-1 1 0 0 0,1 0-1 0 0,0 0 1 0 0,-1-1 0 0 0,1 1 0 0 0,-1-1 0 0 0,0 1-1 0 0,1-1 1 0 0,-1 0 0 0 0,1 0 0 0 0,1-1 0 0 0,5-3-20 0 0,0-1 0 0 0,0 0 0 0 0,9-10 0 0 0,-8 7 46 0 0,4-5-34 0 0,-1 0-1 0 0,-1-1 1 0 0,0 0-1 0 0,-1-1 0 0 0,0 0 1 0 0,13-33-1 0 0,-9 22-13 0 0,-5-5 15 0 0,1-1 34 0 0,-9 32-31 0 0,-1-1 0 0 0,1 0 0 0 0,0 1 1 0 0,0-1-1 0 0,-1 1 0 0 0,1-1 0 0 0,1 1 1 0 0,-1-1-1 0 0,0 1 0 0 0,0 0 0 0 0,0 0 1 0 0,1-1-1 0 0,-1 1 0 0 0,2-1 0 0 0,-2 2 5 0 0,-1 0 1 0 0,0 1-1 0 0,1-1 0 0 0,-1 0 0 0 0,1 0 0 0 0,-1 0 0 0 0,0 1 1 0 0,1-1-1 0 0,-1 0 0 0 0,0 0 0 0 0,1 1 0 0 0,-1-1 0 0 0,0 0 1 0 0,0 1-1 0 0,1-1 0 0 0,-1 0 0 0 0,0 1 0 0 0,0-1 0 0 0,0 0 0 0 0,1 1 1 0 0,-1-1-1 0 0,0 1 0 0 0,0-1 0 0 0,0 0 0 0 0,0 1 0 0 0,0-1 1 0 0,0 1-1 0 0,0-1 0 0 0,0 0 0 0 0,0 1 0 0 0,0 0 0 0 0,3 14-7 0 0,23 214 48 0 0,-24-213-132 0 0,0-1 1 0 0,1 1-1 0 0,1-1 0 0 0,0 0 1 0 0,8 19-1 0 0,-12-33-25 0 0,1 0 1 0 0,-1 0-1 0 0,1-1 1 0 0,-1 1-1 0 0,1 0 1 0 0,-1-1-1 0 0,1 1 0 0 0,0 0 1 0 0,-1-1-1 0 0,1 1 1 0 0,0-1-1 0 0,-1 1 1 0 0,1-1-1 0 0,0 1 1 0 0,0-1-1 0 0,0 1 0 0 0,-1-1 1 0 0,1 0-1 0 0,0 1 1 0 0,0-1-1 0 0,0 0 1 0 0,0 0-1 0 0,0 0 1 0 0,0 0-1 0 0,-1 0 0 0 0,1 0 1 0 0,0 0-1 0 0,0 0 1 0 0,0 0-1 0 0,0 0 1 0 0,0 0-1 0 0,0-1 1 0 0,-1 1-1 0 0,1 0 0 0 0,0-1 1 0 0,0 1-1 0 0,0 0 1 0 0,-1-1-1 0 0,1 1 1 0 0,0-1-1 0 0,0 1 1 0 0,-1-1-1 0 0,1 0 0 0 0,0 0 1 0 0,6-4-1465 0 0,-1-1-1 0 0,1 0 1 0 0,7-10 0 0 0,-10 11 384 0 0,6-5-937 0 0,2 0 390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8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1 113 8 0 0,'2'-24'531'0'0,"-2"10"2625"0"0,0 35 446 0 0,0 26 189 0 0,0-37-3597 0 0,1 0-1 0 0,0 1 1 0 0,0-1-1 0 0,1 0 1 0 0,1 0-1 0 0,-1 0 0 0 0,2-1 1 0 0,6 15-1 0 0,4 5 306 0 0,13 24 746 0 0,-25-49-1111 0 0,1-1 0 0 0,-1 0 0 0 0,1 0 0 0 0,0 0-1 0 0,-1 0 1 0 0,1 0 0 0 0,1 0 0 0 0,-1-1 0 0 0,0 1 0 0 0,1-1 0 0 0,4 3-1 0 0,-6-5-77 0 0,1 1-1 0 0,-1 0 1 0 0,1-1-1 0 0,-1 0 0 0 0,1 1 1 0 0,-1-1-1 0 0,1 0 1 0 0,-1 0-1 0 0,1 0 0 0 0,-1-1 1 0 0,0 1-1 0 0,1 0 1 0 0,-1-1-1 0 0,1 0 0 0 0,-1 0 1 0 0,0 0-1 0 0,1 0 0 0 0,-1 0 1 0 0,0 0-1 0 0,0 0 1 0 0,0-1-1 0 0,0 1 0 0 0,0-1 1 0 0,0 1-1 0 0,0-1 1 0 0,0 0-1 0 0,-1 0 0 0 0,3-3 1 0 0,4-5 41 0 0,0-1 0 0 0,-1 0 0 0 0,11-22 0 0 0,-17 30-75 0 0,10-21 111 0 0,-2-1-1 0 0,13-50 1 0 0,-16 49-25 0 0,1 1-1 0 0,21-47 0 0 0,-27 70-98 0 0,0 0 0 0 0,1 0 0 0 0,-1-1-1 0 0,0 1 1 0 0,1 0 0 0 0,0 0 0 0 0,-1 1 0 0 0,1-1 0 0 0,0 0 0 0 0,4-2 0 0 0,-6 4-7 0 0,1-1 0 0 0,0 1 1 0 0,0-1-1 0 0,0 1 1 0 0,0 0-1 0 0,0 0 0 0 0,0-1 1 0 0,-1 1-1 0 0,1 0 1 0 0,0 0-1 0 0,0 0 0 0 0,0 0 1 0 0,0 0-1 0 0,0 0 1 0 0,0 0-1 0 0,0 0 1 0 0,0 1-1 0 0,0-1 0 0 0,0 0 1 0 0,0 0-1 0 0,-1 1 1 0 0,1-1-1 0 0,0 1 0 0 0,0-1 1 0 0,0 1-1 0 0,-1-1 1 0 0,1 1-1 0 0,0-1 1 0 0,0 1-1 0 0,-1 0 0 0 0,2 0 1 0 0,6 8 12 0 0,-1 1 1 0 0,0 0 0 0 0,0 1 0 0 0,-1 0-1 0 0,0 0 1 0 0,0 0 0 0 0,-2 0-1 0 0,1 1 1 0 0,-1 0 0 0 0,-1 0-1 0 0,0 0 1 0 0,-1 0 0 0 0,0 0 0 0 0,-1 16-1 0 0,1 11 152 0 0,-3 1 1 0 0,-1-1-1 0 0,-9 47 0 0 0,-2-26 324 0 0,-3 0 1 0 0,-2-1-1 0 0,-29 64 1 0 0,47-122-485 0 0,-26 56 228 0 0,23-52-242 0 0,1 0 0 0 0,-2 0 0 0 0,1 0 0 0 0,0-1 0 0 0,-1 1 0 0 0,0-1 0 0 0,0 0-1 0 0,-8 6 1 0 0,12-10-30 0 0,-1 0 0 0 0,1 0-1 0 0,-1 0 1 0 0,1 0 0 0 0,0 1-1 0 0,-1-1 1 0 0,1 0 0 0 0,-1 0-1 0 0,1-1 1 0 0,-1 1 0 0 0,1 0-1 0 0,-1 0 1 0 0,1 0 0 0 0,-1 0-1 0 0,1 0 1 0 0,-1 0 0 0 0,1-1-1 0 0,0 1 1 0 0,-1 0 0 0 0,1 0-1 0 0,-1-1 1 0 0,1 1 0 0 0,0 0-1 0 0,-1-1 1 0 0,1 1 0 0 0,0 0-1 0 0,-1-1 1 0 0,1 1 0 0 0,0 0-1 0 0,-1-1 1 0 0,1 1 0 0 0,0-1-1 0 0,0 1 1 0 0,-1-1 0 0 0,-5-16-1631 0 0,8 10 374 0 0,-1-1 0 0 0,1 1-1 0 0,1-1 1 0 0,-1 1 0 0 0,1 0-1 0 0,1 0 1 0 0,-1 0 0 0 0,6-7-1 0 0,6-3-2940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9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16 176 912 0 0,'-2'4'654'0'0,"0"0"0"0"0,0 0 0 0 0,0-1 0 0 0,1 2 0 0 0,-1-1 0 0 0,1 0 0 0 0,0 0 0 0 0,0 0 0 0 0,0 1 0 0 0,1-1 0 0 0,0 0 0 0 0,0 0 0 0 0,0 1 0 0 0,0-1 0 0 0,1 6 0 0 0,0-8-496 0 0,0 1 0 0 0,-1-1 0 0 0,1 0 1 0 0,0 1-1 0 0,1-1 0 0 0,-1 0 0 0 0,0 0 0 0 0,1 0 1 0 0,-1 0-1 0 0,1 0 0 0 0,0 0 0 0 0,0 0 1 0 0,-1 0-1 0 0,1-1 0 0 0,0 1 0 0 0,0-1 1 0 0,1 1-1 0 0,-1-1 0 0 0,0 0 0 0 0,0 0 0 0 0,1 0 1 0 0,-1 0-1 0 0,1 0 0 0 0,-1-1 0 0 0,1 1 1 0 0,-1-1-1 0 0,4 1 0 0 0,1 0-8 0 0,0-1 1 0 0,1 0-1 0 0,-1 0 1 0 0,0 0-1 0 0,0-1 1 0 0,1 0-1 0 0,-1 0 1 0 0,0-1-1 0 0,0 0 0 0 0,0 0 1 0 0,0-1-1 0 0,-1 0 1 0 0,7-4-1 0 0,7-5 328 0 0,-1 0 0 0 0,30-28 0 0 0,-31 24-153 0 0,-13 11-215 0 0,0 0 0 0 0,0 0 0 0 0,0-1 0 0 0,-1 0 0 0 0,0 0 0 0 0,0 0 0 0 0,-1 0 0 0 0,0-1 0 0 0,0 0 0 0 0,0 1 0 0 0,-1-1 0 0 0,0 0 0 0 0,1-8 0 0 0,-2 12-75 0 0,0 0 1 0 0,-1 0 0 0 0,1-1-1 0 0,-1 1 1 0 0,0 0-1 0 0,0 0 1 0 0,0 0 0 0 0,-1 0-1 0 0,1 0 1 0 0,-1-1 0 0 0,1 1-1 0 0,-1 0 1 0 0,0 0 0 0 0,0 0-1 0 0,0 0 1 0 0,-1 1 0 0 0,1-1-1 0 0,-1 0 1 0 0,0 0 0 0 0,1 1-1 0 0,-1-1 1 0 0,0 1 0 0 0,-1 0-1 0 0,1-1 1 0 0,0 1 0 0 0,-1 0-1 0 0,1 0 1 0 0,-1 0-1 0 0,1 1 1 0 0,-1-1 0 0 0,-6-2-1 0 0,5 3 6 0 0,-1-1 0 0 0,0 1-1 0 0,0-1 1 0 0,0 1 0 0 0,0 1-1 0 0,0-1 1 0 0,0 1-1 0 0,0 0 1 0 0,0 0 0 0 0,-8 1-1 0 0,10 0-24 0 0,0 0 0 0 0,0 0 0 0 0,0 0 0 0 0,0 0 0 0 0,0 0-1 0 0,0 1 1 0 0,0-1 0 0 0,0 1 0 0 0,1 0 0 0 0,-1 0 0 0 0,1 0 0 0 0,-1 0-1 0 0,1 0 1 0 0,0 0 0 0 0,0 1 0 0 0,0-1 0 0 0,0 1 0 0 0,-1 3 0 0 0,-9 16 46 0 0,1 0 0 0 0,2 1 0 0 0,0 1 1 0 0,-10 45-1 0 0,10-26 101 0 0,-4 84 0 0 0,12-114-146 0 0,1 1 0 0 0,1-1 0 0 0,0 1-1 0 0,0-1 1 0 0,2 1 0 0 0,3 13 0 0 0,-4-24-24 0 0,-1 1 1 0 0,0 0 0 0 0,1-1-1 0 0,0 0 1 0 0,0 1 0 0 0,0-1-1 0 0,0 0 1 0 0,0 0 0 0 0,1 0-1 0 0,0 0 1 0 0,4 3-1 0 0,-5-4-17 0 0,0-1-1 0 0,0 1 1 0 0,1-1-1 0 0,-1 0 1 0 0,0 0-1 0 0,1 0 1 0 0,-1-1-1 0 0,1 1 1 0 0,0 0-1 0 0,-1-1 1 0 0,1 0-1 0 0,-1 1 1 0 0,1-1-1 0 0,0 0 1 0 0,-1-1-1 0 0,1 1 1 0 0,0 0-1 0 0,3-2 1 0 0,2 0-326 0 0,0-1 1 0 0,-1-1-1 0 0,0 1 0 0 0,1-1 0 0 0,-1-1 1 0 0,-1 1-1 0 0,1-1 0 0 0,9-9 1 0 0,29-19-2361 0 0,14 4-1087 0 0,-41 22 1774 0 0,-1-2 0 0 0,0 0 1 0 0,0 0-1 0 0,30-24 0 0 0,-33 18 1111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9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87 194 408 0 0,'15'-24'2470'0'0,"15"-35"0"0"0,-26 50-1680 0 0,0 0 1 0 0,-1-1-1 0 0,0 1 1 0 0,0-1-1 0 0,-1 0 1 0 0,-1 0-1 0 0,2-13 1 0 0,-4 22-692 0 0,1 0 0 0 0,0 0 0 0 0,0 0 1 0 0,-1 0-1 0 0,1 0 0 0 0,-1 0 0 0 0,1 0 1 0 0,-1 0-1 0 0,1 0 0 0 0,-1 1 0 0 0,1-1 0 0 0,-1 0 1 0 0,0 0-1 0 0,1 1 0 0 0,-1-1 0 0 0,0 0 0 0 0,0 1 1 0 0,1-1-1 0 0,-1 0 0 0 0,0 1 0 0 0,0-1 0 0 0,0 1 1 0 0,0 0-1 0 0,0-1 0 0 0,0 1 0 0 0,0 0 1 0 0,0-1-1 0 0,0 1 0 0 0,0 0 0 0 0,0 0 0 0 0,0 0 1 0 0,-1 0-1 0 0,0 0-35 0 0,1 0 0 0 0,-1 0 0 0 0,1 0 0 0 0,0 0 0 0 0,-1 0 0 0 0,1 0 0 0 0,0 0 0 0 0,-1 1 0 0 0,1-1 0 0 0,0 0 0 0 0,-1 1 0 0 0,1-1 0 0 0,0 1 0 0 0,-1 0 0 0 0,1-1 0 0 0,0 1 0 0 0,0 0 0 0 0,0 0 0 0 0,0 0 0 0 0,0-1 0 0 0,0 1 0 0 0,0 0 0 0 0,0 1 0 0 0,0-1 0 0 0,-1 2 0 0 0,0 1 61 0 0,1 0-1 0 0,0 1 0 0 0,0-1 1 0 0,0 1-1 0 0,0-1 0 0 0,1 1 1 0 0,0-1-1 0 0,-1 1 0 0 0,2-1 1 0 0,-1 1-1 0 0,0-1 0 0 0,1 1 1 0 0,0-1-1 0 0,0 1 1 0 0,1-1-1 0 0,-1 0 0 0 0,4 7 1 0 0,3 5 225 0 0,2 0 0 0 0,0 0 0 0 0,13 16 0 0 0,13 20 631 0 0,-30-42-775 0 0,-1 0 1 0 0,-1 0-1 0 0,0 0 1 0 0,0 0-1 0 0,-1 1 0 0 0,0-1 1 0 0,-1 1-1 0 0,0 0 1 0 0,1 14-1 0 0,-3-21-155 0 0,0 0 1 0 0,0 1-1 0 0,-1-1 0 0 0,1 0 1 0 0,-1 0-1 0 0,0 0 0 0 0,0 0 1 0 0,0 0-1 0 0,-1 0 0 0 0,1 0 0 0 0,-1 0 1 0 0,0 0-1 0 0,0-1 0 0 0,-1 1 1 0 0,1-1-1 0 0,-1 1 0 0 0,1-1 1 0 0,-1 0-1 0 0,0 0 0 0 0,0 0 1 0 0,0 0-1 0 0,-1-1 0 0 0,1 0 0 0 0,-1 1 1 0 0,1-1-1 0 0,-1 0 0 0 0,-4 1 1 0 0,3-1-98 0 0,1 0 1 0 0,0-1 0 0 0,-1 1-1 0 0,1-1 1 0 0,-1 0 0 0 0,1 0-1 0 0,-1-1 1 0 0,0 0 0 0 0,1 1 0 0 0,-1-2-1 0 0,0 1 1 0 0,1 0 0 0 0,-1-1-1 0 0,0 0 1 0 0,1 0 0 0 0,-1 0-1 0 0,1-1 1 0 0,0 1 0 0 0,-1-1 0 0 0,1 0-1 0 0,0-1 1 0 0,0 1 0 0 0,0-1-1 0 0,0 1 1 0 0,1-1 0 0 0,-1 0-1 0 0,1 0 1 0 0,0-1 0 0 0,-1 1 0 0 0,2-1-1 0 0,-1 0 1 0 0,-4-6 0 0 0,3 2-349 0 0,2 4-125 0 0,-1 0-1 0 0,1 0 1 0 0,0-1 0 0 0,1 1 0 0 0,-1 0-1 0 0,1-1 1 0 0,0 1 0 0 0,0-1 0 0 0,0 1-1 0 0,0-1 1 0 0,1 0 0 0 0,0-8-1 0 0,4-7-2472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9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2849 0 0,'0'5'1871'0'0,"1"0"0"0"0,-1 0 0 0 0,0 0 0 0 0,0 0 0 0 0,-2 8 0 0 0,-8 22 4270 0 0,0 2-4575 0 0,9-23-3279 0 0,7 5-5089 0 0,-5-15 5875 0 0,2 3-715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5:09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8 3081 0 0,'-2'7'3080'0'0,"-5"5"5474"0"0,-1-2-7522 0 0,3-1 1161 0 0,1-4-1089 0 0,4-3-296 0 0,0 1-336 0 0,-3-3-176 0 0,3-3-248 0 0,5-4-104 0 0,0 2-264 0 0,0-2-80 0 0,0 0-1840 0 0,2-5-2585 0 0,0-3-8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2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25 512 0 0,'0'-1'158'0'0,"0"0"1"0"0,0 0-1 0 0,0 0 0 0 0,0 0 0 0 0,0 0 0 0 0,-1 0 1 0 0,1 0-1 0 0,0 0 0 0 0,0 0 0 0 0,-1 0 0 0 0,1 0 1 0 0,-1 0-1 0 0,1 0 0 0 0,-1 0 0 0 0,1 0 1 0 0,-1 0-1 0 0,1 0 0 0 0,-1 1 0 0 0,0-1 0 0 0,0 0 1 0 0,1 0-1 0 0,-2 0 0 0 0,0-1 1060 0 0,2 22 2531 0 0,-2 121-481 0 0,-1-35-1531 0 0,17 171 1 0 0,-12-266-1569 0 0,0 0 0 0 0,0 0 0 0 0,1 0 1 0 0,0 0-1 0 0,1 0 0 0 0,1 0 0 0 0,6 11 0 0 0,-9-18-119 0 0,0-1 0 0 0,0 1-1 0 0,1-1 1 0 0,0 0 0 0 0,-1 0-1 0 0,1 0 1 0 0,0 0 0 0 0,0-1 0 0 0,0 1-1 0 0,1-1 1 0 0,-1 0 0 0 0,1 0-1 0 0,-1 0 1 0 0,1 0 0 0 0,0 0-1 0 0,0-1 1 0 0,0 0 0 0 0,-1 0-1 0 0,1 0 1 0 0,0 0 0 0 0,1-1 0 0 0,5 1-1 0 0,2-2 52 0 0,0 0-1 0 0,-1-1 1 0 0,1-1-1 0 0,-1 1 1 0 0,0-2-1 0 0,19-8 1 0 0,6-1 18 0 0,-6 6-129 0 0,-23 6-27 0 0,-1-1 1 0 0,0 1-1 0 0,1-1 0 0 0,-1-1 0 0 0,9-3 0 0 0,25-9-1053 0 0,-36 14 798 0 0,1-1-1 0 0,0 1 0 0 0,-1-1 1 0 0,1 0-1 0 0,-1 0 0 0 0,1 0 1 0 0,-1 0-1 0 0,0-1 0 0 0,0 1 0 0 0,0-1 1 0 0,5-6-1 0 0,26-23-1927 0 0,-27 26 1271 0 0,0-1-1 0 0,0 0 1 0 0,12-16 0 0 0,4-9-3465 0 0,-17 23 3403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2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8 0 0,'-7'2'-192'0'0,"6"6"4008"0"0,1-7-3246 0 0,1 0 0 0 0,0 0-1 0 0,-1 0 1 0 0,1 0 0 0 0,-1-1-1 0 0,1 1 1 0 0,0 0 0 0 0,0 0-1 0 0,0 0 1 0 0,-1 0 0 0 0,1-1 0 0 0,2 2-1 0 0,28 12 1782 0 0,-22-11-2063 0 0,0 1 0 0 0,0 0-1 0 0,0 1 1 0 0,-1 0 0 0 0,15 12-1 0 0,-12-7-170 0 0,-1 1-1 0 0,0 0 0 0 0,-1 0 1 0 0,-1 1-1 0 0,0 0 1 0 0,0 1-1 0 0,-1 0 1 0 0,-1 0-1 0 0,0 0 0 0 0,-1 1 1 0 0,0 0-1 0 0,-1 0 1 0 0,-1 0-1 0 0,3 25 1 0 0,-2 6-76 0 0,-3 1 1 0 0,-1-1 0 0 0,-10 66 0 0 0,6-74 53 0 0,-11 40 0 0 0,12-62-121 0 0,-1-1-1 0 0,-1 0 0 0 0,-1-1 1 0 0,0 1-1 0 0,-13 22 1 0 0,18-35-42 0 0,-1 1 1 0 0,1-1 0 0 0,0 0 0 0 0,0 1 0 0 0,-1-1 0 0 0,1 0-1 0 0,-1 0 1 0 0,1 0 0 0 0,-1 0 0 0 0,1 0 0 0 0,-1 0 0 0 0,1-1-1 0 0,-1 1 1 0 0,0 0 0 0 0,0-1 0 0 0,-1 1 0 0 0,2-1-135 0 0,0 0 0 0 0,1 0 0 0 0,-1 0 0 0 0,0 0 0 0 0,0 0 0 0 0,1 0 0 0 0,-1 0 0 0 0,0 0 0 0 0,0 0 1 0 0,1 0-1 0 0,-1 0 0 0 0,0-1 0 0 0,0 1 0 0 0,1 0 0 0 0,-1-1 0 0 0,0 1 0 0 0,1 0 0 0 0,-1-1 0 0 0,0 1 0 0 0,1-1 0 0 0,-1 1 1 0 0,1-1-1 0 0,-1 1 0 0 0,1-1 0 0 0,-1 0 0 0 0,1 1 0 0 0,-1-1 0 0 0,1 0 0 0 0,0 1 0 0 0,-1-1 0 0 0,1 0 0 0 0,0 1 1 0 0,0-1-1 0 0,-1 0 0 0 0,1 0 0 0 0,0 1 0 0 0,0-1 0 0 0,0-1 0 0 0,-1-8-1592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4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17 240 8 0 0,'-1'-24'600'0'0,"0"22"-154"0"0,1 1-1 0 0,0-1 1 0 0,-1 0 0 0 0,1 0-1 0 0,-1 0 1 0 0,1 1 0 0 0,-1-1-1 0 0,0 0 1 0 0,0 1 0 0 0,-1-4 817 0 0,-6 27 1695 0 0,10-2-2343 0 0,0 1 0 0 0,7 30 1 0 0,1 3-171 0 0,15 72 423 0 0,-15-83-440 0 0,-1 1-1 0 0,2 48 0 0 0,-8-61-186 0 0,-2-23-182 0 0,0-1-1 0 0,0 1 1 0 0,0 0-1 0 0,-1-1 1 0 0,0 1-1 0 0,-1 0 0 0 0,0 0 1 0 0,0-1-1 0 0,-1 1 1 0 0,-2 9-1 0 0,3-17-58 0 0,1 0-1 0 0,0 0 0 0 0,0 0 1 0 0,-1 0-1 0 0,1 0 1 0 0,0-1-1 0 0,-1 1 1 0 0,1 0-1 0 0,0 0 1 0 0,0 0-1 0 0,-1 0 1 0 0,1 0-1 0 0,0 0 1 0 0,0-1-1 0 0,0 1 0 0 0,-1 0 1 0 0,1 0-1 0 0,0 0 1 0 0,0-1-1 0 0,0 1 1 0 0,-1 0-1 0 0,1 0 1 0 0,0 0-1 0 0,0-1 1 0 0,0 1-1 0 0,0 0 1 0 0,0 0-1 0 0,-1-1 0 0 0,1 1 1 0 0,0 0-1 0 0,0 0 1 0 0,0-1-1 0 0,0 1 1 0 0,0 0-1 0 0,0-1 1 0 0,0 1-1 0 0,0 0 1 0 0,0 0-1 0 0,0-1 0 0 0,-4-13 74 0 0,-13-47-138 0 0,3-1 0 0 0,3 0 0 0 0,2-1 1 0 0,0-92-1 0 0,9 113 87 0 0,2-1 0 0 0,8-52-1 0 0,-8 83-10 0 0,0 0-1 0 0,1 1 0 0 0,1-1 0 0 0,0 1 0 0 0,0 0 0 0 0,1 0 1 0 0,0 0-1 0 0,1 1 0 0 0,0 0 0 0 0,1 0 0 0 0,0 0 0 0 0,1 1 1 0 0,9-10-1 0 0,-13 16-8 0 0,-1 0 1 0 0,1 1 0 0 0,-1-1 0 0 0,1 1-1 0 0,0 0 1 0 0,0 0 0 0 0,0 0-1 0 0,0 0 1 0 0,0 1 0 0 0,0 0-1 0 0,1-1 1 0 0,-1 2 0 0 0,0-1-1 0 0,1 0 1 0 0,-1 1 0 0 0,1 0 0 0 0,-1 0-1 0 0,0 0 1 0 0,1 1 0 0 0,7 1-1 0 0,-9-1 6 0 0,1 0-1 0 0,-1 0 1 0 0,0 1-1 0 0,0 0 0 0 0,1-1 1 0 0,-1 1-1 0 0,0 0 1 0 0,0 1-1 0 0,-1-1 0 0 0,1 0 1 0 0,0 1-1 0 0,-1-1 1 0 0,0 1-1 0 0,0 0 1 0 0,1 0-1 0 0,-1 0 0 0 0,-1 0 1 0 0,1 0-1 0 0,0 1 1 0 0,-1-1-1 0 0,0 0 1 0 0,0 1-1 0 0,0-1 0 0 0,0 1 1 0 0,0 6-1 0 0,1 12 6 0 0,-2 1 1 0 0,0-1-1 0 0,-2 1 0 0 0,-1-1 0 0 0,0 0 1 0 0,-2 1-1 0 0,0-2 0 0 0,-2 1 0 0 0,0-1 0 0 0,-1 0 1 0 0,-18 32-1 0 0,19-42-8 0 0,0 0-1 0 0,0-1 1 0 0,-1 0 0 0 0,-11 11 0 0 0,16-18-26 0 0,0 0 1 0 0,-1 1 0 0 0,1-2-1 0 0,-1 1 1 0 0,1 0-1 0 0,-1-1 1 0 0,0 0-1 0 0,0 0 1 0 0,0 0 0 0 0,0 0-1 0 0,-1 0 1 0 0,1-1-1 0 0,0 0 1 0 0,-1 0 0 0 0,-4 0-1 0 0,-13-8-1782 0 0,16 2-1171 0 0,15 3-1381 0 0,-3 2 3053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4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8 0 0,'10'-12'0'0'0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4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64 760 0 0,'41'-63'8438'0'0,"-47"79"-7574"0"0,1-1 0 0 0,1 1 0 0 0,-3 24 0 0 0,0-3-534 0 0,-13 65 245 0 0,5 0 1 0 0,-2 115-1 0 0,15-193-431 0 0,2 1 1 0 0,1 0-1 0 0,1 0 0 0 0,1 0 1 0 0,9 31-1 0 0,-10-49-123 0 0,0 0 1 0 0,1 0-1 0 0,0 0 1 0 0,1-1-1 0 0,-1 1 0 0 0,1-1 1 0 0,1 0-1 0 0,-1 0 1 0 0,9 8-1 0 0,-9-10-30 0 0,0 0-1 0 0,1-1 0 0 0,0 1 0 0 0,0-1 1 0 0,0 0-1 0 0,0-1 0 0 0,0 1 0 0 0,0-1 1 0 0,1 0-1 0 0,-1-1 0 0 0,1 1 0 0 0,0-1 1 0 0,10 1-1 0 0,-12-2-59 0 0,0 0-1 0 0,0 0 1 0 0,0-1-1 0 0,0 1 1 0 0,1-1-1 0 0,-2 0 1 0 0,1 0 0 0 0,0 0-1 0 0,0-1 1 0 0,0 1-1 0 0,0-1 1 0 0,4-3-1 0 0,-5 3-760 0 0,0 0 0 0 0,0 0 0 0 0,0 0 1 0 0,-1-1-1 0 0,1 1 0 0 0,-1-1 0 0 0,0 0 0 0 0,4-4 0 0 0,-2 0-1043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6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83 40 0 0,'-9'-56'5338'0'0,"11"38"-3126"0"0,-2 17-2156 0 0,0 1 1 0 0,0 0 0 0 0,0-1-1 0 0,0 1 1 0 0,0 0 0 0 0,1-1-1 0 0,-1 1 1 0 0,0 0 0 0 0,0-1-1 0 0,0 1 1 0 0,0 0 0 0 0,0-1-1 0 0,0 1 1 0 0,0 0 0 0 0,1 0-1 0 0,-1-1 1 0 0,0 1 0 0 0,0 0-1 0 0,0 0 1 0 0,1-1 0 0 0,-1 1-1 0 0,0 0 1 0 0,0 0 0 0 0,1 0-1 0 0,-1-1 1 0 0,0 1 0 0 0,1 0-1 0 0,-1 0 1 0 0,0 0 0 0 0,0 0-1 0 0,1 0 1 0 0,-1 0 0 0 0,0-1-1 0 0,1 1 1 0 0,-1 0 0 0 0,0 0-1 0 0,1 0 1 0 0,-1 0 0 0 0,0 0-1 0 0,1 0 1 0 0,-1 0 0 0 0,0 0-1 0 0,1 1 1 0 0,-1-1 0 0 0,0 0-1 0 0,1 0 1 0 0,-1 0 0 0 0,0 0-1 0 0,0 0 1 0 0,1 0 0 0 0,-1 1-1 0 0,0-1 1 0 0,1 0 0 0 0,-1 0-1 0 0,0 0 1 0 0,0 1 0 0 0,0-1-1 0 0,1 1 1 0 0,1 2 90 0 0,-1 0 1 0 0,1 0-1 0 0,-1 0 0 0 0,0 1 1 0 0,0-1-1 0 0,-1 0 1 0 0,1 1-1 0 0,0-1 0 0 0,-1 1 1 0 0,0-1-1 0 0,0 1 0 0 0,0 4 1 0 0,0 7 6 0 0,3 43 579 0 0,-6 72 1 0 0,-1-83 134 0 0,3 1 0 0 0,11 94 0 0 0,-10-141-835 0 0,0 1 0 0 0,0-1 0 0 0,0 1 0 0 0,0-1 0 0 0,1 1 0 0 0,-1-1 0 0 0,0 0-1 0 0,1 1 1 0 0,-1-1 0 0 0,1 0 0 0 0,-1 1 0 0 0,1-1 0 0 0,0 0 0 0 0,0 0 0 0 0,0 1 0 0 0,-1-1-1 0 0,1 0 1 0 0,0 0 0 0 0,0 0 0 0 0,0 0 0 0 0,1 0 0 0 0,-1 0 0 0 0,0-1 0 0 0,0 1 0 0 0,0 0-1 0 0,1 0 1 0 0,-1-1 0 0 0,0 1 0 0 0,1-1 0 0 0,-1 1 0 0 0,3-1 0 0 0,0 0 0 0 0,-1 0 1 0 0,1-1 0 0 0,-1 0-1 0 0,0 1 1 0 0,1-2 0 0 0,-1 1-1 0 0,0 0 1 0 0,0-1 0 0 0,1 1-1 0 0,-1-1 1 0 0,5-3 0 0 0,30-17 11 0 0,-27 17-66 0 0,-1-1 1 0 0,0 0-1 0 0,-1 0 1 0 0,14-12-1 0 0,-5 5-484 0 0,-16 12 151 0 0,0 0 0 0 0,0 0 0 0 0,-1 0 0 0 0,1 0 0 0 0,0 0 0 0 0,-1 0 0 0 0,1-1 0 0 0,-1 1 0 0 0,0-1 0 0 0,1 1 0 0 0,-1-1 0 0 0,0 1 0 0 0,0-1 0 0 0,0 0 0 0 0,1-2 0 0 0,-2 4 334 0 0,0-1-242 0 0,1 1 0 0 0,-1-1 0 0 0,0 0 0 0 0,0 0 0 0 0,1 0 0 0 0,-1 1-1 0 0,1-1 1 0 0,-1 0 0 0 0,1 0 0 0 0,-1 1 0 0 0,1-1 0 0 0,-1 0 0 0 0,1 1 0 0 0,0-1 0 0 0,-1 1 0 0 0,1-1 0 0 0,0 1 0 0 0,-1-1-1 0 0,1 1 1 0 0,0-1 0 0 0,0 1 0 0 0,-1 0 0 0 0,1-1 0 0 0,0 1 0 0 0,0 0 0 0 0,0 0 0 0 0,0-1 0 0 0,1 1 0 0 0,9 0-2134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7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35 110 8 0 0,'-23'-58'637'0'0,"14"19"2744"0"0,8 36-2754 0 0,0-7 953 0 0,1 10-1513 0 0,0 0 0 0 0,0 0 0 0 0,0 1-1 0 0,0-1 1 0 0,0 0 0 0 0,0 0-1 0 0,0 0 1 0 0,0 0 0 0 0,0 0 0 0 0,0 0-1 0 0,0 0 1 0 0,0 0 0 0 0,0 0-1 0 0,0 0 1 0 0,1 0 0 0 0,-1 0-1 0 0,0 0 1 0 0,0 0 0 0 0,0 0 0 0 0,0 0-1 0 0,0 0 1 0 0,0 0 0 0 0,0 0-1 0 0,0 0 1 0 0,0 0 0 0 0,0 0 0 0 0,0 0-1 0 0,0 0 1 0 0,1 0 0 0 0,-1 0-1 0 0,0 0 1 0 0,0 0 0 0 0,0 0 0 0 0,0 0-1 0 0,0 0 1 0 0,0 0 0 0 0,0 0-1 0 0,0 0 1 0 0,0 0 0 0 0,0 0 0 0 0,0 0-1 0 0,0 0 1 0 0,1 0 0 0 0,6 14 2566 0 0,-7-12-2496 0 0,1-1 1 0 0,-1 1 0 0 0,1-1-1 0 0,0 1 1 0 0,0-1 0 0 0,0 1-1 0 0,0-1 1 0 0,0 0 0 0 0,0 0-1 0 0,0 1 1 0 0,0-1-1 0 0,0 0 1 0 0,0 0 0 0 0,1 0-1 0 0,-1 0 1 0 0,3 1 0 0 0,7 4 277 0 0,104 63 2879 0 0,-102-60-3044 0 0,-1 1-1 0 0,0 0 0 0 0,0 1 0 0 0,-1 1 0 0 0,-1 0 0 0 0,14 18 0 0 0,-16-17-129 0 0,0 1-1 0 0,-1-1 1 0 0,0 2 0 0 0,-1-1-1 0 0,0 1 1 0 0,-1 0 0 0 0,-1 0 0 0 0,0 0-1 0 0,-1 0 1 0 0,-1 1 0 0 0,-1-1-1 0 0,0 25 1 0 0,-1-10-106 0 0,-2 0 0 0 0,-1 0 0 0 0,-2 0 0 0 0,-1 0 0 0 0,-1 0 0 0 0,-1-1 0 0 0,-2 0 0 0 0,-24 50 0 0 0,28-67-109 0 0,-1 0 1 0 0,-17 20-1 0 0,0-9-1364 0 0,-3-8-3569 0 0,26-15 4728 0 0,1 0-1 0 0,-1 0 1 0 0,1 0 0 0 0,-1 0 0 0 0,1 0 0 0 0,-1 0-1 0 0,1 0 1 0 0,0-1 0 0 0,-1 1 0 0 0,1 0 0 0 0,-1 0-1 0 0,1-1 1 0 0,0 1 0 0 0,-1 0 0 0 0,1 0 0 0 0,-1-1 0 0 0,1 1-1 0 0,0 0 1 0 0,0-1 0 0 0,-1 1 0 0 0,1-1 0 0 0,-1 0-1 0 0,1 1 170 0 0,-3-5-1642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18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1 201 8 0 0,'0'1'141'0'0,"1"0"1"0"0,0 0-1 0 0,0 0 1 0 0,0 0-1 0 0,0 0 1 0 0,0 0-1 0 0,0 0 1 0 0,0 0-1 0 0,0 0 1 0 0,0 0-1 0 0,0-1 1 0 0,0 1-1 0 0,0 0 1 0 0,3 0-1 0 0,0 2 967 0 0,15 12 1634 0 0,-11-9-2172 0 0,-1 0 0 0 0,1 0 0 0 0,0-1 1 0 0,0 0-1 0 0,0 0 0 0 0,1-1 1 0 0,0 0-1 0 0,-1 0 0 0 0,19 4 0 0 0,84 7 840 0 0,129 1-1 0 0,115-17-801 0 0,-333 1-567 0 0,732-27 1304 0 0,-4-45 72 0 0,-93 9-671 0 0,-597 59-728 0 0,410-14 714 0 0,53-5 360 0 0,216 3 376 0 0,-583 21-1222 0 0,-33 0-24 0 0,-21 1-95 0 0,0-4 0 0 0,114-17 0 0 0,-206 18-116 0 0,4-1-30 0 0,1-1 0 0 0,-1 0 0 0 0,0 0 0 0 0,0-2 0 0 0,23-9 0 0 0,-37 14 0 0 0,0 0 0 0 0,1 0 0 0 0,-1-1 0 0 0,1 1 0 0 0,-1 0 0 0 0,1 0 0 0 0,-1-1 0 0 0,0 1 0 0 0,1 0 0 0 0,-1-1 0 0 0,0 1 0 0 0,1 0 0 0 0,-1-1 0 0 0,0 1 0 0 0,1 0 0 0 0,-1-1 0 0 0,0 1 0 0 0,0-1 0 0 0,0 1 0 0 0,1 0 0 0 0,-1-1 0 0 0,0 1 0 0 0,0-1 0 0 0,0 1 0 0 0,0-1 1 0 0,0 1-1 0 0,0-1 0 0 0,0 1 0 0 0,0-1 0 0 0,0 1 0 0 0,0-1 0 0 0,0 0 0 0 0,0 0-56 0 0,-1 0 0 0 0,0 0 1 0 0,0 0-1 0 0,1 1 1 0 0,-1-1-1 0 0,0 0 0 0 0,0 0 1 0 0,0 1-1 0 0,0-1 1 0 0,0 0-1 0 0,0 1 0 0 0,0-1 1 0 0,-1 0-1 0 0,-4-1-466 0 0,0-1 0 0 0,0 1 0 0 0,-1 0-1 0 0,-6-1 1 0 0,-16 0-4095 0 0,-37 1 0 0 0,31 2 268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7:56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55 512 0 0,'-1'-12'1738'0'0,"-1"-19"3689"0"0,2 31-5310 0 0,0-1-1 0 0,0 1 1 0 0,0-1-1 0 0,0 1 0 0 0,0-1 1 0 0,0 1-1 0 0,0-1 1 0 0,0 1-1 0 0,0-1 0 0 0,1 1 1 0 0,-1 0-1 0 0,0-1 0 0 0,0 1 1 0 0,1-1-1 0 0,-1 1 1 0 0,0-1-1 0 0,1 1 0 0 0,-1 0 1 0 0,0-1-1 0 0,1 1 1 0 0,-1 0-1 0 0,1-1 0 0 0,-1 1 1 0 0,1 0-1 0 0,-1 0 1 0 0,0-1-1 0 0,1 1 0 0 0,-1 0 1 0 0,1 0-1 0 0,-1 0 1 0 0,1 0-1 0 0,-1 0 0 0 0,1-1 1 0 0,-1 1-1 0 0,1 0 0 0 0,-1 0 1 0 0,1 0-1 0 0,-1 0 1 0 0,1 1-1 0 0,-1-1 0 0 0,1 0 1 0 0,-1 0-1 0 0,1 0 1 0 0,-1 0-1 0 0,1 0 0 0 0,-1 1 1 0 0,1-1-1 0 0,1 1 21 0 0,-1 1 0 0 0,0-1 0 0 0,0 0 0 0 0,1 1 0 0 0,-1-1 0 0 0,0 1 0 0 0,0-1 0 0 0,-1 1 0 0 0,1-1 0 0 0,0 1 0 0 0,0 0 0 0 0,-1-1 0 0 0,1 1 0 0 0,0 3 0 0 0,2 5 282 0 0,5 10 67 0 0,-1 0 0 0 0,-1 1 1 0 0,0-1-1 0 0,3 35 0 0 0,2 86 518 0 0,-11-136-964 0 0,1 27 74 0 0,-6 61 0 0 0,5-83-271 0 0,-1 9-481 0 0,1-19 616 0 0,0 1-1 0 0,0-1 0 0 0,0 1 0 0 0,0-1 1 0 0,0 0-1 0 0,0 1 0 0 0,-1-1 0 0 0,1 1 1 0 0,0-1-1 0 0,0 1 0 0 0,0-1 0 0 0,0 0 1 0 0,0 1-1 0 0,-1-1 0 0 0,1 0 0 0 0,0 1 0 0 0,0-1 1 0 0,-1 0-1 0 0,1 1 0 0 0,0-1 0 0 0,-1 0 1 0 0,1 1-1 0 0,0-1 0 0 0,-1 0 0 0 0,1 0 1 0 0,0 1-1 0 0,-1-1 0 0 0,4-29-5407 0 0,3-31-2720 0 0,-6 45 7074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7:56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13 122 8 0 0,'-2'-6'9'0'0,"-1"0"0"0"0,2 0 0 0 0,-1-1 0 0 0,1 1 0 0 0,0 0 0 0 0,-1-10 0 0 0,2 13 158 0 0,0 0 0 0 0,0 0 0 0 0,0 0 0 0 0,0 0 0 0 0,0 0 0 0 0,1-1 0 0 0,-1 1 0 0 0,1 0 0 0 0,0 0-1 0 0,0 1 1 0 0,0-1 0 0 0,0 0 0 0 0,0 0 0 0 0,1 0 0 0 0,1-3 0 0 0,0 4 104 0 0,0 0-1 0 0,0 0 1 0 0,0 0 0 0 0,0 1 0 0 0,1-1 0 0 0,-1 1-1 0 0,0 0 1 0 0,1-1 0 0 0,-1 1 0 0 0,1 1 0 0 0,-1-1-1 0 0,1 1 1 0 0,5-1 0 0 0,50 2 1566 0 0,-47 0-1477 0 0,1-1-97 0 0,0 2 1 0 0,0 0-1 0 0,1 0 0 0 0,-1 1 0 0 0,-1 1 1 0 0,1 0-1 0 0,0 1 0 0 0,-1 0 1 0 0,16 10-1 0 0,-22-11-138 0 0,0 0 0 0 0,0 0 0 0 0,0 1 1 0 0,-1 0-1 0 0,1 0 0 0 0,-1 0 0 0 0,-1 1 0 0 0,1 0 0 0 0,-1-1 0 0 0,0 2 0 0 0,0-1 0 0 0,-1 0 1 0 0,1 1-1 0 0,-1-1 0 0 0,-1 1 0 0 0,0 0 0 0 0,0 0 0 0 0,2 13 0 0 0,-3-7 9 0 0,0 0-1 0 0,-1 0 0 0 0,-1 0 0 0 0,0 0 1 0 0,-1-1-1 0 0,-1 1 0 0 0,0 0 1 0 0,0-1-1 0 0,-1 0 0 0 0,-1 0 0 0 0,0 0 1 0 0,0 0-1 0 0,-8 11 0 0 0,9-17-131 0 0,0 1 0 0 0,0-1-1 0 0,-1 0 1 0 0,0 0-1 0 0,0-1 1 0 0,0 0 0 0 0,0 1-1 0 0,-1-2 1 0 0,0 1-1 0 0,0-1 1 0 0,0 1 0 0 0,-1-2-1 0 0,1 1 1 0 0,-1-1-1 0 0,0 0 1 0 0,0 0 0 0 0,0-1-1 0 0,0 0 1 0 0,-1 0-1 0 0,1-1 1 0 0,-1 0-1 0 0,1 0 1 0 0,-14-1 0 0 0,18 0-109 0 0,0-1 1 0 0,0 1 0 0 0,0-1 0 0 0,1 0-1 0 0,-1 0 1 0 0,0 0 0 0 0,1 0 0 0 0,-1 0-1 0 0,1-1 1 0 0,-1 1 0 0 0,1-1 0 0 0,-1 1-1 0 0,1-1 1 0 0,0 0 0 0 0,0 0-1 0 0,0 0 1 0 0,0 0 0 0 0,0 0 0 0 0,1-1-1 0 0,-1 1 1 0 0,-1-3 0 0 0,1 1-427 0 0,0 0 1 0 0,1 0-1 0 0,-1 1 0 0 0,1-1 1 0 0,0 0-1 0 0,0 0 0 0 0,1-1 1 0 0,-1 1-1 0 0,1 0 0 0 0,0 0 1 0 0,0 0-1 0 0,0 0 0 0 0,0 0 1 0 0,2-5-1 0 0,2-1-663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7:56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27 352 0 0,'0'-1'353'0'0,"0"-1"-1"0"0,-1 0 1 0 0,1 1-1 0 0,0-1 1 0 0,-1 1 0 0 0,0-1-1 0 0,1 1 1 0 0,-1-1-1 0 0,0 1 1 0 0,0-1-1 0 0,1 1 1 0 0,-1 0 0 0 0,0-1-1 0 0,0 1 1 0 0,-1 0-1 0 0,-1-2 1 0 0,2 3-169 0 0,0 0 0 0 0,0-1 0 0 0,0 1-1 0 0,0 0 1 0 0,0 0 0 0 0,0 0 0 0 0,0 0 0 0 0,0 0 0 0 0,0 0 0 0 0,0 0 0 0 0,0 1-1 0 0,0-1 1 0 0,0 0 0 0 0,0 0 0 0 0,0 1 0 0 0,0-1 0 0 0,0 1 0 0 0,0-1 0 0 0,1 1 0 0 0,-1-1-1 0 0,0 1 1 0 0,0-1 0 0 0,0 1 0 0 0,1 0 0 0 0,-1 0 0 0 0,0-1 0 0 0,0 1 0 0 0,0 1-1 0 0,-7 7 133 0 0,1 1-1 0 0,0-1 1 0 0,0 2-1 0 0,1-1 1 0 0,1 0-1 0 0,-1 1 1 0 0,2 0-1 0 0,-1 1 0 0 0,2-1 1 0 0,-4 15-1 0 0,-1 17 198 0 0,-5 60-1 0 0,10-72-249 0 0,2 0 0 0 0,1-1 0 0 0,2 1 0 0 0,6 36 0 0 0,-5-51-187 0 0,0 0 0 0 0,2 0 0 0 0,0 0 1 0 0,0-1-1 0 0,2 0 0 0 0,0 0 1 0 0,0 0-1 0 0,1-1 0 0 0,15 20 1 0 0,-16-26-62 0 0,0 0 0 0 0,1 0 1 0 0,0-1-1 0 0,0 0 1 0 0,0 0-1 0 0,1-1 0 0 0,0 0 1 0 0,12 6-1 0 0,-16-10-323 0 0,0 0 0 0 0,0-1 1 0 0,0 1-1 0 0,0-1 0 0 0,1 0 0 0 0,-1 0 0 0 0,10 0 0 0 0,-11-1-492 0 0,0 0-1 0 0,1-1 0 0 0,-1 1 1 0 0,0-1-1 0 0,1 0 1 0 0,-1 0-1 0 0,0-1 1 0 0,0 1-1 0 0,0-1 1 0 0,6-3-1 0 0,2-3-2670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7:59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10 505 8 0 0,'0'13'-70'0'0,"0"4"2122"0"0,0-8 3465 0 0,0-117 2297 0 0,-10-250-5498 0 0,10 355-2307 0 0,0 0 0 0 0,0 0 0 0 0,1-1 0 0 0,-1 1 0 0 0,1 0 0 0 0,0 0-1 0 0,0 0 1 0 0,0 0 0 0 0,2-5 0 0 0,-3 8-6 0 0,0 0-1 0 0,0-1 1 0 0,0 1-1 0 0,1-1 1 0 0,-1 1-1 0 0,0-1 1 0 0,0 1-1 0 0,1 0 1 0 0,-1-1-1 0 0,0 1 1 0 0,1 0 0 0 0,-1-1-1 0 0,0 1 1 0 0,1 0-1 0 0,-1 0 1 0 0,1-1-1 0 0,-1 1 1 0 0,0 0-1 0 0,1 0 1 0 0,-1 0-1 0 0,1-1 1 0 0,-1 1-1 0 0,1 0 1 0 0,-1 0-1 0 0,1 0 1 0 0,0 0 3 0 0,0 1-1 0 0,0-1 1 0 0,0 1 0 0 0,-1-1-1 0 0,1 1 1 0 0,0-1 0 0 0,-1 1-1 0 0,1 0 1 0 0,0-1 0 0 0,-1 1-1 0 0,1 0 1 0 0,-1 0 0 0 0,1-1-1 0 0,-1 1 1 0 0,1 0 0 0 0,-1 0-1 0 0,0 0 1 0 0,1 0-1 0 0,-1 1 1 0 0,36 91 54 0 0,23 49-2 0 0,-50-125-71 0 0,0-1 1 0 0,1-1-1 0 0,0 0 1 0 0,1 0 0 0 0,1-1-1 0 0,18 17 1 0 0,-14-16 116 0 0,31 22 1 0 0,-42-34-78 0 0,1 0 0 0 0,-1 0 1 0 0,1 0-1 0 0,-1 0 0 0 0,1-1 0 0 0,0 0 1 0 0,0 0-1 0 0,0-1 0 0 0,0 0 0 0 0,0 0 1 0 0,7 1-1 0 0,-12-2-18 0 0,0 0 0 0 0,-1 0 1 0 0,1 0-1 0 0,-1-1 0 0 0,1 1 0 0 0,-1 0 1 0 0,1 0-1 0 0,0 0 0 0 0,-1 0 0 0 0,1-1 1 0 0,-1 1-1 0 0,1 0 0 0 0,-1 0 0 0 0,1-1 0 0 0,-1 1 1 0 0,1 0-1 0 0,-1-1 0 0 0,0 1 0 0 0,1-1 1 0 0,-1 1-1 0 0,1-1 0 0 0,-1 1 0 0 0,0-1 1 0 0,1 1-1 0 0,-1-1 0 0 0,0 1 0 0 0,0-1 1 0 0,1 0-1 0 0,0-21 211 0 0,-11-21-16 0 0,2 24-150 0 0,-20-31 1 0 0,19 33-33 0 0,0 1 1 0 0,-9-24-1 0 0,3 0-125 0 0,7 19 102 0 0,0 0-1 0 0,2 0 0 0 0,0-1 0 0 0,-5-36 0 0 0,11 52-109 0 0,-1 1-120 0 0,0 0 0 0 0,1 1-1 0 0,0-1 1 0 0,0 0 0 0 0,0 0 0 0 0,0 0 0 0 0,1 0 0 0 0,0 0-1 0 0,0 1 1 0 0,0-1 0 0 0,1 0 0 0 0,-1 1 0 0 0,4-8 0 0 0,-4 12-35 0 0,-1-1 0 0 0,1 1-1 0 0,-1-1 1 0 0,1 1 0 0 0,0-1 0 0 0,-1 1 0 0 0,1-1 0 0 0,-1 1 0 0 0,1 0 0 0 0,0-1 0 0 0,-1 1-1 0 0,1 0 1 0 0,0 0 0 0 0,-1 0 0 0 0,1-1 0 0 0,0 1 0 0 0,0 0 0 0 0,-1 0 0 0 0,1 0 0 0 0,0 0-1 0 0,-1 0 1 0 0,1 0 0 0 0,0 0 0 0 0,0 1 0 0 0,0-1 0 0 0,18 8-4215 0 0,-10 1 2873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7:59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8 0 0,'2'-13'22'0'0,"0"4"837"0"0,-1 0 0 0 0,2 0 0 0 0,-1 0 0 0 0,1 0 0 0 0,6-12 0 0 0,-9 21-785 0 0,0 0 1 0 0,0 1 0 0 0,0-1-1 0 0,0 0 1 0 0,0 0-1 0 0,0 1 1 0 0,0-1-1 0 0,1 0 1 0 0,-1 0 0 0 0,0 1-1 0 0,0-1 1 0 0,0 0-1 0 0,0 0 1 0 0,0 0 0 0 0,1 1-1 0 0,-1-1 1 0 0,0 0-1 0 0,0 0 1 0 0,0 0 0 0 0,1 1-1 0 0,-1-1 1 0 0,0 0-1 0 0,0 0 1 0 0,1 0 0 0 0,-1 0-1 0 0,0 0 1 0 0,0 0-1 0 0,1 1 1 0 0,-1-1-1 0 0,0 0 1 0 0,0 0 0 0 0,1 0-1 0 0,-1 0 1 0 0,0 0-1 0 0,0 0 1 0 0,1 0 0 0 0,-1 0-1 0 0,0 0 1 0 0,1 0-1 0 0,-1 0 1 0 0,0 0 0 0 0,0-1-1 0 0,1 1 1 0 0,-1 0-1 0 0,0 0 1 0 0,0 0 0 0 0,1 0-1 0 0,-1 0 1 0 0,0 0-1 0 0,0-1 1 0 0,0 1-1 0 0,1 0 1 0 0,-1 0 0 0 0,0 0-1 0 0,0-1 1 0 0,0 1-1 0 0,0 0 1 0 0,1 0 0 0 0,-1 0-1 0 0,0-1 1 0 0,0 1-1 0 0,0 0 1 0 0,0 0 0 0 0,0-1-1 0 0,4 26 1618 0 0,-4-22-1560 0 0,4 147 2768 0 0,-4-91-2046 0 0,8 64 0 0 0,-6-104-738 0 0,2 0 1 0 0,0-1-1 0 0,1 1 1 0 0,0-1-1 0 0,2 0 1 0 0,0-1-1 0 0,15 26 1 0 0,-16-33-29 0 0,0 1 0 0 0,1-2 0 0 0,0 1 0 0 0,1-1 0 0 0,0 0 1 0 0,13 11-1 0 0,-19-18-75 0 0,0 0 1 0 0,1-1-1 0 0,-1 1 1 0 0,0-1-1 0 0,1 0 1 0 0,-1 0-1 0 0,0 0 1 0 0,1 0-1 0 0,0 0 1 0 0,-1 0-1 0 0,1-1 1 0 0,-1 1-1 0 0,1-1 1 0 0,0 1-1 0 0,-1-1 1 0 0,1 0-1 0 0,0 0 1 0 0,-1-1-1 0 0,1 1 1 0 0,0-1-1 0 0,-1 1 1 0 0,1-1-1 0 0,0 0 1 0 0,-1 0-1 0 0,1 0 1 0 0,-1 0-1 0 0,0 0 1 0 0,1 0-1 0 0,-1-1 1 0 0,0 1-1 0 0,0-1 1 0 0,0 0-1 0 0,0 1 1 0 0,0-1-1 0 0,2-3 1 0 0,5-4 1 0 0,-1 0 0 0 0,0-1 0 0 0,-1 0 0 0 0,0-1 0 0 0,0 1 0 0 0,-1-2 0 0 0,0 1 0 0 0,-1 0 0 0 0,-1-1 0 0 0,0 0 0 0 0,0 0 0 0 0,-1 0 0 0 0,-1-1 0 0 0,2-20 0 0 0,-1 9-27 0 0,-2 0 1 0 0,0 0-1 0 0,-6-43 1 0 0,3 53 10 0 0,-1-1 1 0 0,0 1 0 0 0,-1-1-1 0 0,-1 1 1 0 0,0 0-1 0 0,-1 1 1 0 0,-9-17 0 0 0,14 28 8 0 0,-1-1 1 0 0,1 1-1 0 0,-1 0 1 0 0,0 0-1 0 0,0 0 1 0 0,0-1 0 0 0,0 2-1 0 0,0-1 1 0 0,0 0-1 0 0,0 0 1 0 0,-1 1-1 0 0,-3-2 1 0 0,6 2-6 0 0,-1 1 0 0 0,1 0-1 0 0,-1 0 1 0 0,0 0 0 0 0,1-1 0 0 0,-1 1-1 0 0,0 0 1 0 0,1 0 0 0 0,-1 0 0 0 0,0 0-1 0 0,1 0 1 0 0,-1 1 0 0 0,0-1 0 0 0,1 0-1 0 0,-1 0 1 0 0,1 0 0 0 0,-1 1 0 0 0,0-1-1 0 0,1 0 1 0 0,-2 1 0 0 0,1 0 3 0 0,0 0 0 0 0,0 0-1 0 0,0 0 1 0 0,0 0 0 0 0,1 0 0 0 0,-1 1 0 0 0,0-1-1 0 0,0 0 1 0 0,1 0 0 0 0,-1 1 0 0 0,1-1 0 0 0,-1 0 0 0 0,1 3-1 0 0,-8 26 44 0 0,3 0 0 0 0,0 1 1 0 0,2 0-1 0 0,1 0 0 0 0,2 0 0 0 0,1-1 0 0 0,1 1 0 0 0,9 42 0 0 0,-10-66-35 0 0,1 1-1 0 0,0 0 1 0 0,1-1 0 0 0,0 0 0 0 0,8 15 0 0 0,-10-20-54 0 0,0 0 0 0 0,1 0 0 0 0,-1 0 0 0 0,1 0 0 0 0,0 0 1 0 0,0 0-1 0 0,-1-1 0 0 0,1 1 0 0 0,0 0 0 0 0,1-1 0 0 0,-1 0 1 0 0,0 1-1 0 0,0-1 0 0 0,1 0 0 0 0,-1 0 0 0 0,0 0 0 0 0,1-1 1 0 0,-1 1-1 0 0,1 0 0 0 0,-1-1 0 0 0,1 0 0 0 0,2 1 0 0 0,-1-2-302 0 0,0 1 0 0 0,0-1-1 0 0,0 0 1 0 0,0 0-1 0 0,0 0 1 0 0,0-1 0 0 0,-1 1-1 0 0,1-1 1 0 0,-1 0-1 0 0,1 0 1 0 0,-1 0 0 0 0,1 0-1 0 0,-1-1 1 0 0,0 1-1 0 0,0-1 1 0 0,-1 0 0 0 0,5-5-1 0 0,1-2-1344 0 0,0 0-1 0 0,-1-1 1 0 0,-1 0-1 0 0,8-17 1 0 0,-9 14 795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7:59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0 147 8 0 0,'0'-22'-2'0'0,"1"-44"1524"0"0,0 61-1062 0 0,-1 0 0 0 0,1 0 0 0 0,0 0 0 0 0,0 0 0 0 0,1 0 0 0 0,-1 1 0 0 0,1-1 0 0 0,0 0 0 0 0,0 1 0 0 0,3-5 0 0 0,-5 9-422 0 0,0 0 0 0 0,0 0-1 0 0,1 0 1 0 0,-1 0 0 0 0,0-1-1 0 0,0 1 1 0 0,0 0 0 0 0,0 0 0 0 0,0 0-1 0 0,0 0 1 0 0,0 0 0 0 0,0 0-1 0 0,0 0 1 0 0,1 0 0 0 0,-1 0 0 0 0,0-1-1 0 0,0 1 1 0 0,0 0 0 0 0,0 0-1 0 0,0 0 1 0 0,0 0 0 0 0,1 0 0 0 0,-1 0-1 0 0,0 0 1 0 0,0 0 0 0 0,0 0-1 0 0,0 0 1 0 0,0 0 0 0 0,1 0 0 0 0,-1 0-1 0 0,0 0 1 0 0,0 0 0 0 0,0 0-1 0 0,0 0 1 0 0,0 0 0 0 0,1 0 0 0 0,-1 0-1 0 0,0 0 1 0 0,0 0 0 0 0,0 1-1 0 0,0-1 1 0 0,0 0 0 0 0,1 0 0 0 0,3 8 912 0 0,1 16 160 0 0,-4-20-765 0 0,11 63 1670 0 0,50 335 2274 0 0,-57-351-4134 0 0,2 59-223 0 0,-8-102-385 0 0,-2-7-1900 0 0,0-14-3248 0 0,3 6 3277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1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 0 0,'0'10'466'0'0,"0"-9"-182"0"0,-1 0-1 0 0,1 0 0 0 0,0 1 0 0 0,0-1 0 0 0,0 0 0 0 0,0 0 0 0 0,0 0 0 0 0,0 0 1 0 0,1 0-1 0 0,-1 0 0 0 0,0 0 0 0 0,1 1 0 0 0,-1-1 0 0 0,0 0 0 0 0,1 0 1 0 0,-1 0-1 0 0,1 0 0 0 0,0 0 0 0 0,-1-1 0 0 0,1 1 0 0 0,0 0 0 0 0,-1 0 1 0 0,1 0-1 0 0,0 0 0 0 0,0-1 0 0 0,2 2 0 0 0,2 2 503 0 0,0-1-1 0 0,0 1 1 0 0,1-1-1 0 0,0 0 1 0 0,-1-1-1 0 0,1 1 1 0 0,8 1-1 0 0,-4-1-303 0 0,1-1 0 0 0,0-1-1 0 0,17 1 1 0 0,4-2-467 0 0,58-10 1 0 0,-85 9 93 0 0,9-1-203 0 0,78-14-1132 0 0,-116 35-8839 0 0,19-14 7629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1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8 0 0,'-3'5'-89'0'0,"-1"-2"288"0"0,2 1 2 0 0,-1 0-1 0 0,0-1 1 0 0,1 1 0 0 0,-1 0-1 0 0,1 0 1 0 0,-1 5-1 0 0,2-8-10 0 0,1 1 0 0 0,0-1 0 0 0,0 0 0 0 0,0 0 0 0 0,0 0-1 0 0,0 1 1 0 0,0-1 0 0 0,0 0 0 0 0,0 0 0 0 0,1 1-1 0 0,-1-1 1 0 0,0 0 0 0 0,1 0 0 0 0,-1 0 0 0 0,1 0-1 0 0,0 0 1 0 0,-1 0 0 0 0,1 0 0 0 0,0 0 0 0 0,-1 0-1 0 0,1 0 1 0 0,0 0 0 0 0,0 0 0 0 0,0 0 0 0 0,0 0-1 0 0,0-1 1 0 0,0 1 0 0 0,0 0 0 0 0,0-1 0 0 0,0 1-1 0 0,2 0 1 0 0,16 9 834 0 0,1-1 0 0 0,0-1-1 0 0,0-1 1 0 0,0-1-1 0 0,1 0 1 0 0,32 3 0 0 0,-35-7-1011 0 0,0 0 0 0 0,0-2-1 0 0,0 0 1 0 0,0-1 0 0 0,0-1 0 0 0,0 0 0 0 0,0-1 0 0 0,18-7 0 0 0,-33 9-454 0 0,0 0 1 0 0,-1-1-1 0 0,1 1 1 0 0,0-1-1 0 0,-1 0 1 0 0,5-4-1 0 0,2-1-2901 0 0,-3 2 531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4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34 360 512 0 0,'-13'-38'666'0'0,"8"23"721"0"0,0-1 0 0 0,-5-28-1 0 0,10 43-1196 0 0,0 0-1 0 0,-1-1 0 0 0,1 1 0 0 0,1 0 0 0 0,-1 0 0 0 0,0 0 0 0 0,0 0 0 0 0,0 0 0 0 0,0 0 0 0 0,1 0 0 0 0,-1 0 0 0 0,1 0 0 0 0,0-2 0 0 0,4 1 2271 0 0,2 10-1207 0 0,-2 5-975 0 0,-1-1 0 0 0,0 1 0 0 0,0 0 0 0 0,-1 1 0 0 0,-1-1 0 0 0,1 21 0 0 0,1-7-38 0 0,40 365 1387 0 0,-43-371-1514 0 0,-1-20-114 0 0,0-13-27 0 0,-2-5 26 0 0,0 0-1 0 0,0 0 0 0 0,-9-27 1 0 0,-4-25-101 0 0,10 22 116 0 0,1 0 1 0 0,3-1-1 0 0,2 1 1 0 0,2-1-1 0 0,2 1 1 0 0,1 0-1 0 0,26-86 1 0 0,-28 121-5 0 0,0 1 0 0 0,1-1 0 0 0,1 1 0 0 0,-1 0 0 0 0,2 1 0 0 0,0 0 0 0 0,13-16 0 0 0,-17 22-8 0 0,1 0 0 0 0,-1 0 1 0 0,1 1-1 0 0,0-1 0 0 0,1 1 0 0 0,-1 0 0 0 0,1 0 1 0 0,-1 1-1 0 0,1-1 0 0 0,0 1 0 0 0,0 0 0 0 0,0 0 1 0 0,0 1-1 0 0,0-1 0 0 0,0 1 0 0 0,0 0 1 0 0,0 1-1 0 0,1-1 0 0 0,-1 1 0 0 0,6 0 0 0 0,-10 1 3 0 0,1-1-1 0 0,0 0 1 0 0,0 1 0 0 0,-1 0-1 0 0,1-1 1 0 0,0 1-1 0 0,0 0 1 0 0,-1 0-1 0 0,1 0 1 0 0,-1 0-1 0 0,1 0 1 0 0,-1 0-1 0 0,0 0 1 0 0,1 1-1 0 0,-1-1 1 0 0,0 0 0 0 0,0 1-1 0 0,0-1 1 0 0,0 1-1 0 0,0-1 1 0 0,0 1-1 0 0,0 0 1 0 0,0-1-1 0 0,-1 1 1 0 0,1 0-1 0 0,-1 0 1 0 0,1 2-1 0 0,1 7 8 0 0,0-1 0 0 0,-1 0 0 0 0,-1 19 0 0 0,1-12-10 0 0,-1 9 14 0 0,0 1-1 0 0,-1-1 0 0 0,-10 48 0 0 0,9-63-14 0 0,-1 1 0 0 0,0-1 0 0 0,-1 0-1 0 0,0 0 1 0 0,-1-1 0 0 0,-1 1 0 0 0,1-1 0 0 0,-1 0-1 0 0,-1 0 1 0 0,-15 17 0 0 0,20-25-14 0 0,0 0 0 0 0,-1 0 1 0 0,1 0-1 0 0,0-1 0 0 0,-1 1 0 0 0,1 0 0 0 0,-1-1 0 0 0,1 0 1 0 0,-1 1-1 0 0,0-1 0 0 0,1 0 0 0 0,-1-1 0 0 0,0 1 1 0 0,0 0-1 0 0,0-1 0 0 0,0 1 0 0 0,0-1 0 0 0,0 0 0 0 0,0 0 1 0 0,1 0-1 0 0,-1-1 0 0 0,0 1 0 0 0,0-1 0 0 0,0 1 0 0 0,0-1 1 0 0,0 0-1 0 0,1 0 0 0 0,-1 0 0 0 0,-4-3 0 0 0,6 3-153 0 0,0 1-1 0 0,0-1 1 0 0,0 0-1 0 0,0 0 1 0 0,-1 0 0 0 0,1-1-1 0 0,1 1 1 0 0,-1 0-1 0 0,0 0 1 0 0,0-1-1 0 0,0 1 1 0 0,1 0-1 0 0,-1-1 1 0 0,0 1-1 0 0,0-3 1 0 0,1 1-592 0 0,0 0 0 0 0,0 0 0 0 0,1 0 0 0 0,-1 0 0 0 0,1 0 0 0 0,0 1 0 0 0,1-6 0 0 0,1-5-1144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0 1016 0 0,'-12'8'1488'0'0,"-1"1"-1"0"0,2 0 1 0 0,-1 1 0 0 0,2 0-1 0 0,-19 23 1 0 0,22-24-1138 0 0,1 0 0 0 0,1 1 0 0 0,0 0 0 0 0,0 0 0 0 0,1 0 0 0 0,0 0 0 0 0,1 1 0 0 0,-4 19 0 0 0,-5 67 407 0 0,3 0 0 0 0,6 110 0 0 0,3-195-735 0 0,0 16 72 0 0,1 1 0 0 0,2-1 0 0 0,0 0 1 0 0,14 50-1 0 0,-14-67-87 0 0,1 1 1 0 0,1-1-1 0 0,0 0 1 0 0,0-1-1 0 0,1 1 0 0 0,0-1 1 0 0,1 0-1 0 0,0-1 1 0 0,0 1-1 0 0,1-1 1 0 0,1-1-1 0 0,-1 0 1 0 0,1 0-1 0 0,10 7 0 0 0,-7-8-107 0 0,1 0 0 0 0,-1 0 0 0 0,1-1 0 0 0,0 0 0 0 0,1-2-1 0 0,-1 1 1 0 0,1-2 0 0 0,0 0 0 0 0,18 2 0 0 0,-29-6-340 0 0,0 1 0 0 0,0-1-1 0 0,1 0 1 0 0,-1-1 0 0 0,0 1 0 0 0,0-1 0 0 0,0 1-1 0 0,0-1 1 0 0,-1 0 0 0 0,1 0 0 0 0,0 0 0 0 0,-1 0 0 0 0,1-1-1 0 0,-1 1 1 0 0,4-6 0 0 0,-2-8-946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5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33 8 0 0,'-10'-2'47'0'0,"-20"-5"1438"0"0,30 7-1374 0 0,-1-1 0 0 0,1 1 0 0 0,-1 0 0 0 0,1 0 0 0 0,0 0 0 0 0,-1-1 0 0 0,1 1-1 0 0,-1 0 1 0 0,1-1 0 0 0,0 1 0 0 0,-1 0 0 0 0,1-1 0 0 0,0 1 0 0 0,-1 0 0 0 0,1-1 0 0 0,0 1 0 0 0,0-1 0 0 0,-1 1 0 0 0,1 0-1 0 0,0-1 1 0 0,0 1 0 0 0,0-1 0 0 0,0 1 0 0 0,0-1 0 0 0,0 1 0 0 0,-1-1 0 0 0,1 1 0 0 0,0-1 0 0 0,0 1 0 0 0,0-1 0 0 0,1 1-1 0 0,-1-1 1 0 0,0 1 0 0 0,0 0 0 0 0,0-1 0 0 0,0 1 0 0 0,0-1 0 0 0,0 1 0 0 0,1-1 0 0 0,-1 1 0 0 0,0-1 0 0 0,0 1 0 0 0,1 0-1 0 0,-1-1 1 0 0,0 1 0 0 0,1 0 0 0 0,-1-1 0 0 0,0 1 0 0 0,1 0 0 0 0,-1-1 0 0 0,0 1 0 0 0,1 0 0 0 0,0-1 0 0 0,-1 1-34 0 0,0 0 1 0 0,1-1 0 0 0,-1 1 0 0 0,0 0-1 0 0,0 0 1 0 0,1 0 0 0 0,-1-1 0 0 0,0 1-1 0 0,1 0 1 0 0,-1 0 0 0 0,0 0-1 0 0,1 0 1 0 0,-1 0 0 0 0,0-1 0 0 0,1 1-1 0 0,-1 0 1 0 0,0 0 0 0 0,1 0 0 0 0,-1 0-1 0 0,0 0 1 0 0,1 0 0 0 0,-1 0 0 0 0,0 0-1 0 0,1 0 1 0 0,-1 0 0 0 0,0 0 0 0 0,1 1-1 0 0,-1-1 1 0 0,0 0 0 0 0,1 0 0 0 0,-1 0-1 0 0,1 1 1 0 0,8 10 1001 0 0,1 17-121 0 0,-2 126 754 0 0,-10-116-1164 0 0,-9 53 0 0 0,-2 28 313 0 0,10-78-318 0 0,-15 76 1 0 0,13-72-151 0 0,5-43-364 0 0,0 0 0 0 0,0 0 0 0 0,0 1-1 0 0,0-1 1 0 0,0 0 0 0 0,1 0 0 0 0,-1 0 0 0 0,1 0-1 0 0,-1 0 1 0 0,1 0 0 0 0,0 0 0 0 0,0 0 0 0 0,0 0 0 0 0,0 0-1 0 0,0 0 1 0 0,0-1 0 0 0,3 4 0 0 0,-2-4-19 0 0,-1-1-1 0 0,0 1 1 0 0,1-1 0 0 0,-1 0 0 0 0,1 1 0 0 0,-1-1-1 0 0,0 0 1 0 0,1 0 0 0 0,-1 0 0 0 0,1 0 0 0 0,-1 0 0 0 0,1 0-1 0 0,-1-1 1 0 0,1 1 0 0 0,1-1 0 0 0,25-8 135 0 0,-20 6-126 0 0,151-52 108 0 0,-140 51-195 0 0,-16 4 58 0 0,0-1 0 0 0,0 1-1 0 0,-1-1 1 0 0,1 0 0 0 0,0 1 0 0 0,-1-1-1 0 0,1 0 1 0 0,-1-1 0 0 0,1 1 0 0 0,-1 0-1 0 0,3-2 1 0 0,3 0-751 0 0,4-1-4726 0 0,-6-8 1044 0 0,-5 1 2926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5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47 8 0 0,'-2'-7'522'0'0,"-5"-17"2085"0"0,6 23-2460 0 0,1 1-1 0 0,0 0 1 0 0,0-1 0 0 0,-1 1-1 0 0,1-1 1 0 0,0 1 0 0 0,0-1-1 0 0,0 1 1 0 0,0 0 0 0 0,0-1 0 0 0,0 1-1 0 0,0-1 1 0 0,0 1 0 0 0,0-1-1 0 0,0 1 1 0 0,0 0 0 0 0,0-1-1 0 0,0 1 1 0 0,0-1 0 0 0,0 1-1 0 0,1-1 1 0 0,-1 1 0 0 0,0 0 0 0 0,0-1-1 0 0,0 1 1 0 0,1-1 0 0 0,-1 1-1 0 0,0 0 1 0 0,0-1 0 0 0,1 1-1 0 0,-1 0 1 0 0,0-1 0 0 0,1 1-1 0 0,-1 0 1 0 0,0 0 0 0 0,1-1 0 0 0,0 1-1 0 0,0 0-31 0 0,0 1 0 0 0,0-1 0 0 0,0 1 0 0 0,-1-1 0 0 0,1 1 0 0 0,0 0 0 0 0,0-1 0 0 0,0 1 0 0 0,-1 0 0 0 0,1-1 0 0 0,0 1 0 0 0,-1 0 0 0 0,1 0 0 0 0,0 0 0 0 0,-1 0 0 0 0,0 0 0 0 0,1 0 0 0 0,-1 0 0 0 0,1 0-1 0 0,-1 0 1 0 0,0 0 0 0 0,0 0 0 0 0,1 1 0 0 0,5 28 786 0 0,2 60 866 0 0,-3 113 1 0 0,-5-157-1276 0 0,-25 244 1008 0 0,21-256-1339 0 0,4-31-150 0 0,-5 51-4 0 0,5-49-12 0 0,0 0 1 0 0,0 1-1 0 0,1-1 0 0 0,0 0 1 0 0,0 0-1 0 0,0 0 0 0 0,0 0 0 0 0,3 6 1 0 0,-3-11-4 0 0,-1 1-1 0 0,0-1 1 0 0,0 0 0 0 0,0 0 0 0 0,0 1 0 0 0,0-1 0 0 0,0 0 0 0 0,0 0 0 0 0,0 0 0 0 0,0 1 0 0 0,1-1 0 0 0,-1 0 0 0 0,0 0 0 0 0,0 0 0 0 0,0 1 0 0 0,0-1 0 0 0,1 0 0 0 0,-1 0 0 0 0,0 0 0 0 0,0 0 0 0 0,0 0 0 0 0,1 1 0 0 0,-1-1 0 0 0,0 0 0 0 0,0 0 0 0 0,1 0 0 0 0,-1 0 0 0 0,0 0 0 0 0,0 0 0 0 0,1 0 0 0 0,-1 0 0 0 0,0 0 0 0 0,0 0 0 0 0,1 0 0 0 0,-1 0 0 0 0,1 0 0 0 0,5-8-400 0 0,2-17-795 0 0,-4 11-896 0 0,1-1 0 0 0,0 1 0 0 0,10-19 0 0 0,-8 19-391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7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78 707 512 0 0,'-12'27'732'0'0,"9"-18"4917"0"0,3-9-5549 0 0,-1 0-1 0 0,1 0 0 0 0,-1-1 0 0 0,1 1 0 0 0,-1 0 0 0 0,1 0 0 0 0,-1 0 1 0 0,1-1-1 0 0,0 1 0 0 0,-1 0 0 0 0,1-1 0 0 0,-1 1 0 0 0,1 0 0 0 0,0-1 0 0 0,-1 1 1 0 0,1-1-1 0 0,0 1 0 0 0,0-1 0 0 0,-1 1 0 0 0,1 0 0 0 0,0-1 0 0 0,0 1 1 0 0,0-1-1 0 0,-1 1 0 0 0,1-1 0 0 0,0 0 0 0 0,-15-109 4037 0 0,1-58-2376 0 0,3 4-815 0 0,-2-78-91 0 0,12 241-848 0 0,1-1 1 0 0,1 0-1 0 0,-1 0 0 0 0,0 0 0 0 0,0 0 1 0 0,1 1-1 0 0,-1-1 0 0 0,1 0 0 0 0,-1 0 0 0 0,2-2 1 0 0,-2 4-5 0 0,0 0 0 0 0,1-1 1 0 0,-1 1-1 0 0,0 0 0 0 0,0-1 1 0 0,1 1-1 0 0,-1 0 0 0 0,0-1 1 0 0,1 1-1 0 0,-1 0 0 0 0,0 0 1 0 0,1-1-1 0 0,-1 1 0 0 0,1 0 0 0 0,-1 0 1 0 0,0 0-1 0 0,1 0 0 0 0,-1 0 1 0 0,1-1-1 0 0,-1 1 0 0 0,0 0 1 0 0,1 0-1 0 0,-1 0 0 0 0,1 0 1 0 0,-1 0-1 0 0,1 0 0 0 0,0 1 1 0 0,0-1-2 0 0,1 1 0 0 0,0 0 1 0 0,0 0-1 0 0,0 0 0 0 0,0 0 1 0 0,-1 1-1 0 0,1-1 0 0 0,-1 1 0 0 0,1-1 1 0 0,-1 1-1 0 0,1-1 0 0 0,-1 1 1 0 0,0-1-1 0 0,0 1 0 0 0,2 2 1 0 0,10 21-11 0 0,-1 1 1 0 0,-2 0 0 0 0,9 29-1 0 0,-3-8 49 0 0,13 37-13 0 0,-10-26-13 0 0,2-1 0 0 0,54 103-1 0 0,-62-138 11 0 0,-9-14 73 0 0,0 0-1 0 0,0 0 0 0 0,1-1 1 0 0,11 12-1 0 0,-15-22-38 0 0,0 1-1 0 0,0-1 1 0 0,0 1 0 0 0,0-1-1 0 0,0 0 1 0 0,-1 0 0 0 0,1-5-1 0 0,-17-341 39 0 0,10 295-372 0 0,2-110 0 0 0,5 159 92 0 0,-1 1 1 0 0,1 0-1 0 0,0-1 0 0 0,0 1 1 0 0,1 0-1 0 0,2-7 0 0 0,10-9-4411 0 0,-12 18 2803 0 0,3-1-2284 0 0,0 3 2445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8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8 0 0,'-1'2'391'0'0,"-1"1"1"0"0,1-1-1 0 0,0 1 1 0 0,0 0-1 0 0,0 0 1 0 0,0-1-1 0 0,1 1 1 0 0,-1 0-1 0 0,1 0 1 0 0,-1 0-1 0 0,1 5 1 0 0,-2 12 967 0 0,-8 25-426 0 0,2 1-1 0 0,3 0 0 0 0,0 76 1 0 0,19 141 632 0 0,-9-194-1045 0 0,-3-51-393 0 0,15 146 876 0 0,-13-141-804 0 0,1 0 0 0 0,0-1 0 0 0,2 0 0 0 0,1-1 0 0 0,12 25 0 0 0,-16-38-128 0 0,1 1 0 0 0,1-2 1 0 0,-1 1-1 0 0,1 0 0 0 0,1-1 0 0 0,-1 0 0 0 0,1-1 0 0 0,0 0 0 0 0,1 0 0 0 0,0 0 0 0 0,0-1 0 0 0,0 0 0 0 0,15 7 0 0 0,-18-10-37 0 0,-1-1 1 0 0,1 1-1 0 0,-1-1 1 0 0,1 0-1 0 0,0 0 0 0 0,-1-1 1 0 0,1 1-1 0 0,0-1 1 0 0,-1 0-1 0 0,1 0 0 0 0,0 0 1 0 0,0-1-1 0 0,-1 0 1 0 0,1 0-1 0 0,0 0 1 0 0,-1-1-1 0 0,1 1 0 0 0,-1-1 1 0 0,0 0-1 0 0,1 0 1 0 0,-1-1-1 0 0,0 1 0 0 0,0-1 1 0 0,-1 0-1 0 0,1 0 1 0 0,0 0-1 0 0,-1 0 0 0 0,6-8 1 0 0,-2 1 34 0 0,0 0 0 0 0,-1-1 1 0 0,0 1-1 0 0,-1-2 0 0 0,0 1 0 0 0,0 0 1 0 0,-1-1-1 0 0,-1 0 0 0 0,0 0 0 0 0,-1 0 1 0 0,1-13-1 0 0,-1 5-39 0 0,-1 0 0 0 0,-1 0 0 0 0,-1-1 0 0 0,-1 1 0 0 0,-9-39 0 0 0,8 47 3 0 0,0 1 0 0 0,-1 0 1 0 0,0 0-1 0 0,-1 0 0 0 0,-1 1 1 0 0,1 0-1 0 0,-2 0 0 0 0,1 0 1 0 0,-11-11-1 0 0,17 20-30 0 0,-1 0 0 0 0,0 0 0 0 0,0 0 0 0 0,0 0 0 0 0,0 0 0 0 0,0 1 0 0 0,0-1 0 0 0,0 0 0 0 0,0 1 0 0 0,0-1 0 0 0,0 0-1 0 0,0 1 1 0 0,0-1 0 0 0,0 1 0 0 0,-1 0 0 0 0,1-1 0 0 0,0 1 0 0 0,0 0 0 0 0,0 0 0 0 0,-1 0 0 0 0,1 0 0 0 0,0 0 0 0 0,0 0 0 0 0,-1 0 0 0 0,1 0 0 0 0,-1 1 0 0 0,0 0 2 0 0,0 0-1 0 0,1 0 1 0 0,-1 0 0 0 0,1 0 0 0 0,-1 1 0 0 0,1-1-1 0 0,0 0 1 0 0,-1 1 0 0 0,1 0 0 0 0,0-1 0 0 0,0 1-1 0 0,0 0 1 0 0,0-1 0 0 0,-1 4 0 0 0,-2 8-8 0 0,0 0 1 0 0,0 0-1 0 0,-2 21 1 0 0,6-32-5 0 0,-6 44 18 0 0,2 1 0 0 0,5 82 0 0 0,-1-123-79 0 0,1-1-1 0 0,0 1 1 0 0,0-1-1 0 0,0 1 1 0 0,1-1-1 0 0,0 0 0 0 0,0 0 1 0 0,0 0-1 0 0,1 0 1 0 0,3 5-1 0 0,-5-8-78 0 0,0-1 0 0 0,0 0 0 0 0,0 1 0 0 0,0-1 0 0 0,0 0 0 0 0,0 0 0 0 0,1 0 0 0 0,-1 0 0 0 0,0 0 0 0 0,1 0 0 0 0,-1-1 0 0 0,0 1 0 0 0,1 0 0 0 0,-1-1 0 0 0,1 1 0 0 0,-1-1 0 0 0,1 1 0 0 0,0-1 0 0 0,-1 0 0 0 0,1 0 0 0 0,-1 0 0 0 0,1 0 0 0 0,0 0 0 0 0,-1 0 0 0 0,1 0 0 0 0,-1 0 0 0 0,1 0 0 0 0,0-1 0 0 0,-1 1 0 0 0,1-1 0 0 0,-1 1 0 0 0,1-1 0 0 0,-1 0 0 0 0,0 0-1 0 0,1 1 1 0 0,-1-1 0 0 0,0 0 0 0 0,1 0 0 0 0,1-2 0 0 0,26-28-5511 0 0,-17 19 4123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28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37 8 0 0,'-10'-16'-749'0'0,"-4"-2"3998"0"0,11 15-1250 0 0,3 5-94 0 0,11 19 338 0 0,-1-4-1624 0 0,102 179 3604 0 0,-90-151-3451 0 0,-2 1-1 0 0,23 75 0 0 0,-29-63-525 0 0,-2-1 0 0 0,-3 2 0 0 0,-2-1 0 0 0,-3 1 0 0 0,-3 0-1 0 0,-2 0 1 0 0,-3 0 0 0 0,-2 0 0 0 0,-3-1 0 0 0,-2 0 0 0 0,-25 73-1 0 0,34-124-272 0 0,-19 51 71 0 0,18-52-74 0 0,1-1-1 0 0,-1 0 1 0 0,0 1 0 0 0,0-1 0 0 0,-1-1-1 0 0,0 1 1 0 0,0-1 0 0 0,-4 5-1 0 0,7-8 3 0 0,1-1 0 0 0,0 0 0 0 0,-1 1 0 0 0,1-1 0 0 0,-1 0 0 0 0,1 1 0 0 0,-1-1 0 0 0,1 0 0 0 0,-1 1 0 0 0,1-1 0 0 0,-1 0 0 0 0,1 0 0 0 0,-1 0 0 0 0,1 0 0 0 0,-1 1 0 0 0,1-1 0 0 0,-1 0 0 0 0,1 0 0 0 0,-1 0 0 0 0,1 0 0 0 0,-1 0 0 0 0,1 0 0 0 0,-1-1 0 0 0,0 1 0 0 0,1 0 0 0 0,-1 0 0 0 0,1 0 0 0 0,-2-1 0 0 0,2 0-84 0 0,-1 1 0 0 0,0-1 0 0 0,0 0 0 0 0,0 0 0 0 0,0 0 0 0 0,0 0-1 0 0,1 0 1 0 0,-1 0 0 0 0,1 0 0 0 0,-1-1 0 0 0,1 1 0 0 0,-1-1 0 0 0,-8-39-3596 0 0,9 40 3520 0 0,-2-43-3866 0 0,2 19 2601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59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1 229 8 0 0,'1'-61'526'0'0,"0"47"1041"0"0,1-1 0 0 0,4-15-1 0 0,-1 20 1012 0 0,0 13-497 0 0,0 22-662 0 0,1 53-237 0 0,-2-50-858 0 0,-1 27-1 0 0,-10 269 1393 0 0,5-311-1698 0 0,-2 13-69 0 0,3-25 47 0 0,1-1-1 0 0,0 1 1 0 0,0-1-1 0 0,0 1 1 0 0,0-1-1 0 0,0 1 0 0 0,0-1 1 0 0,0 0-1 0 0,0 1 1 0 0,0-1-1 0 0,0 1 1 0 0,0-1-1 0 0,0 1 1 0 0,0-1-1 0 0,0 1 1 0 0,0-1-1 0 0,1 1 0 0 0,-1-1 1 0 0,0 0-1 0 0,0 1 1 0 0,0-1-1 0 0,1 1 1 0 0,-1-1-1 0 0,0 0 1 0 0,0 1-1 0 0,1-1 0 0 0,-1 0 1 0 0,0 1-1 0 0,1-1 1 0 0,-1 0-1 0 0,1 0 1 0 0,-1 1-1 0 0,0-1 1 0 0,1 0-1 0 0,0 1 0 0 0,-1-1-83 0 0,12-64-1824 0 0,-6-226-2897 0 0,-7 193 4534 0 0,1 82 284 0 0,0 0 0 0 0,2 0 0 0 0,0 0 0 0 0,6-24 0 0 0,-7 34 45 0 0,1-1 0 0 0,0 1 1 0 0,1-1-1 0 0,-1 1 0 0 0,1 0 1 0 0,0 0-1 0 0,0 0 0 0 0,0 1 0 0 0,1-1 1 0 0,0 1-1 0 0,0 0 0 0 0,0 0 1 0 0,0 0-1 0 0,9-6 0 0 0,-4 5 87 0 0,-1 0 0 0 0,1 0 1 0 0,0 1-1 0 0,0 0 0 0 0,0 1 0 0 0,1 0 0 0 0,-1 0 0 0 0,1 1 0 0 0,-1 0 1 0 0,1 1-1 0 0,0 0 0 0 0,0 1 0 0 0,-1 0 0 0 0,1 0 0 0 0,0 1 0 0 0,0 0 1 0 0,11 4-1 0 0,-19-5-116 0 0,-1 1 0 0 0,1 0 0 0 0,-1-1 1 0 0,1 1-1 0 0,0 0 0 0 0,-1 0 0 0 0,0 0 1 0 0,1 0-1 0 0,-1 1 0 0 0,0-1 0 0 0,1 0 1 0 0,-1 1-1 0 0,0-1 0 0 0,0 0 0 0 0,0 1 1 0 0,0 0-1 0 0,0-1 0 0 0,0 3 0 0 0,1 0 5 0 0,-1 0-1 0 0,0 0 1 0 0,0 0-1 0 0,-1 0 0 0 0,1 0 1 0 0,-1 1-1 0 0,0 5 0 0 0,-1 3 38 0 0,0 1 0 0 0,-1-1 0 0 0,-1 0-1 0 0,-4 12 1 0 0,2-10-52 0 0,0 0 1 0 0,-1-1 0 0 0,0 0-1 0 0,-2 0 1 0 0,1 0-1 0 0,-16 19 1 0 0,18-27-20 0 0,1-1 0 0 0,-1 0 0 0 0,-1 1 0 0 0,1-2 0 0 0,-1 1 0 0 0,0-1 0 0 0,0 0 0 0 0,0 0 0 0 0,-1 0 0 0 0,1-1 0 0 0,-1 0 0 0 0,0 0 0 0 0,0-1 0 0 0,0 0 0 0 0,-14 2 0 0 0,20-4-13 0 0,-1 0 1 0 0,1 0-1 0 0,-1 0 0 0 0,1 0 0 0 0,-1 0 0 0 0,1 0 1 0 0,-1-1-1 0 0,1 1 0 0 0,-1-1 0 0 0,1 1 0 0 0,0-1 0 0 0,-1 0 1 0 0,1 1-1 0 0,0-1 0 0 0,0 0 0 0 0,-1 0 0 0 0,1 0 1 0 0,0 0-1 0 0,0 0 0 0 0,-2-2 0 0 0,-10-7-1822 0 0,13 5-566 0 0,0 2 934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48:59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20 8 0 0,'5'-11'-289'0'0,"-2"2"5227"0"0,-9 25 2034 0 0,-2 9-5885 0 0,5-16-797 0 0,0 0 1 0 0,1 0-1 0 0,0 1 1 0 0,-2 12-1 0 0,1 73 959 0 0,14 154 0 0 0,-3-185-927 0 0,28 103-1 0 0,-31-150-322 0 0,0-1 0 0 0,2 1 0 0 0,12 22-1 0 0,-14-31-73 0 0,0 0 0 0 0,0 0 0 0 0,0-1 0 0 0,1 0-1 0 0,0 0 1 0 0,1-1 0 0 0,-1 1 0 0 0,12 6 0 0 0,-16-12-1028 0 0,1-1 367 0 0,-1 0-1 0 0,1 0 1 0 0,0 0-1 0 0,-1 0 1 0 0,1 0 0 0 0,0 0-1 0 0,-1-1 1 0 0,1 1-1 0 0,-1-1 1 0 0,5-2-1 0 0,-2-7-979 0 0,0 0 89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1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52 658 512 0 0,'0'2'395'0'0,"0"-1"-455"0"0,0 0 0 0 0,0 0 0 0 0,0 1 1 0 0,0-1-1 0 0,0 0 0 0 0,-1 0 0 0 0,1 1 0 0 0,0-1 0 0 0,-1 0 0 0 0,1 0 0 0 0,-1 0 0 0 0,1 0 0 0 0,-1 1 0 0 0,-1 1 0 0 0,0-3 1570 0 0,2 0-1484 0 0,0 0 0 0 0,0 0 0 0 0,-1 1 0 0 0,1-1 0 0 0,0 0 0 0 0,0 0 0 0 0,0 0 0 0 0,0 0 0 0 0,-1 1 0 0 0,1-1 0 0 0,0 0 0 0 0,0 0 0 0 0,0 1 0 0 0,0-1 0 0 0,-1 0 0 0 0,1 0 0 0 0,0 0 1 0 0,0 1-1 0 0,0-1 0 0 0,0 0 0 0 0,0 1 0 0 0,0-1 0 0 0,0 0 0 0 0,0 0 0 0 0,0 1 0 0 0,0-1 0 0 0,0 0 0 0 0,0 0 0 0 0,0 1 0 0 0,0-1 0 0 0,0 0 0 0 0,0 0 0 0 0,0 1 0 0 0,0-1 0 0 0,1 0 0 0 0,-1 0 0 0 0,0 1 0 0 0,4 12 1255 0 0,-3-11 1735 0 0,-4-7 2909 0 0,1 1-5801 0 0,1 1 0 0 0,1-1 0 0 0,-1 0 0 0 0,1 1 0 0 0,-1-1-1 0 0,1 0 1 0 0,0 1 0 0 0,0-1 0 0 0,1-4 0 0 0,-1-21 466 0 0,0-45 117 0 0,-2 8-11 0 0,-8-66 1 0 0,3 86-458 0 0,-2-22 412 0 0,-2-83 0 0 0,11 151-499 0 0,2 8-13 0 0,1 1 0 0 0,0-1 0 0 0,0 1 1 0 0,0-1-1 0 0,9 13 0 0 0,1 4 3 0 0,74 150 361 0 0,-66-131-266 0 0,1-2 0 0 0,48 67 0 0 0,-62-96-210 0 0,-6-9-13 0 0,0-1 1 0 0,0 0-1 0 0,0 0 0 0 0,0 0 0 0 0,0 0 0 0 0,1 0 0 0 0,-1-1 0 0 0,1 1 0 0 0,0-1 0 0 0,4 4 0 0 0,-6-6-10 0 0,-1 0 0 0 0,1 0 0 0 0,-1 0 0 0 0,1 0 0 0 0,0 0 0 0 0,-1 0 0 0 0,1 0 0 0 0,-1 0 0 0 0,1 0 0 0 0,0 0 0 0 0,-1-1 0 0 0,1 1 0 0 0,-1 0 0 0 0,1 0 0 0 0,-1-1 0 0 0,1 1 0 0 0,-1 0 0 0 0,1-1 0 0 0,-1 1 0 0 0,1 0 0 0 0,-1-1 0 0 0,1 1 0 0 0,-1-1 0 0 0,1 1 0 0 0,-1 0 0 0 0,0-1 0 0 0,1 1 0 0 0,-1-1-1 0 0,0 0 1 0 0,1 1 0 0 0,-1-1 0 0 0,0 1 0 0 0,0-1 0 0 0,0 1 0 0 0,1-1 0 0 0,-1 0 0 0 0,0 1 0 0 0,0-1 0 0 0,0 1 0 0 0,0-1 0 0 0,0 0 0 0 0,0 1 0 0 0,0-1 0 0 0,0-35 104 0 0,0 28-24 0 0,-9-308 760 0 0,16 138-229 0 0,-9 153-564 0 0,2 24-57 0 0,0 0-1 0 0,0 0 1 0 0,0 0 0 0 0,0 0-1 0 0,0 0 1 0 0,0-1-1 0 0,0 1 1 0 0,-1 0 0 0 0,1 0-1 0 0,0 0 1 0 0,-1 0 0 0 0,1 0-1 0 0,-1 0 1 0 0,1 0 0 0 0,-1 0-1 0 0,-1-1 1 0 0,1 3-87 0 0,0 0 0 0 0,1 0 0 0 0,-1 0 0 0 0,0 0-1 0 0,0 0 1 0 0,1 0 0 0 0,-1 0 0 0 0,0 0 0 0 0,1 1 0 0 0,0-1 0 0 0,-1 0 0 0 0,1 0 0 0 0,0 0 0 0 0,-1 1 0 0 0,1-1 0 0 0,0 2 0 0 0,-5 25-2513 0 0,5-17 80 0 0,-1-1 1 0 0,3 21-1 0 0,2-14-168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1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82 8 0 0,'-1'-20'2336'0'0,"-1"-15"1485"0"0,2 34-3471 0 0,0-1 1 0 0,0 0 0 0 0,0 0-1 0 0,0 0 1 0 0,1 1-1 0 0,-1-1 1 0 0,1 0 0 0 0,-1 1-1 0 0,1-1 1 0 0,0 0-1 0 0,-1 1 1 0 0,1-1 0 0 0,0 1-1 0 0,2-3 1 0 0,-3 6-127 0 0,1 1 1 0 0,0-1 0 0 0,0 0 0 0 0,-1 0-1 0 0,1 1 1 0 0,-1-1 0 0 0,0 1-1 0 0,0-1 1 0 0,0 4 0 0 0,0 33 836 0 0,5 139 1848 0 0,-3-154-2580 0 0,1 1 1 0 0,1-1-1 0 0,2 0 1 0 0,0-1-1 0 0,11 28 1 0 0,-14-46-262 0 0,-1 0 0 0 0,1 0 0 0 0,-1 0 0 0 0,1-1 0 0 0,1 1 0 0 0,-1-1 0 0 0,1 0 0 0 0,-1 1 0 0 0,1-2 0 0 0,1 1 0 0 0,-1 0 0 0 0,0-1 0 0 0,1 0 0 0 0,9 5 0 0 0,-11-6-53 0 0,0-1 0 0 0,0 0 1 0 0,0-1-1 0 0,0 1 1 0 0,0 0-1 0 0,0-1 0 0 0,1 0 1 0 0,-1 0-1 0 0,0 0 1 0 0,0 0-1 0 0,0 0 0 0 0,0-1 1 0 0,1 1-1 0 0,-1-1 0 0 0,0 0 1 0 0,0 0-1 0 0,0 0 1 0 0,0 0-1 0 0,0 0 0 0 0,-1-1 1 0 0,1 1-1 0 0,0-1 1 0 0,-1 0-1 0 0,1 0 0 0 0,-1 0 1 0 0,1 0-1 0 0,1-3 1 0 0,11-13 8 0 0,-1 1 0 0 0,-2-2 0 0 0,0 0 0 0 0,0-1 0 0 0,-2 0 1 0 0,-1 0-1 0 0,13-40 0 0 0,-19 51-13 0 0,-1 0-1 0 0,0-1 1 0 0,0 1-1 0 0,-1-1 1 0 0,0 0 0 0 0,-1 1-1 0 0,0-1 1 0 0,-3-14 0 0 0,2 17-3 0 0,0 0 1 0 0,0 1 0 0 0,-1-1-1 0 0,0 0 1 0 0,-1 1 0 0 0,0-1-1 0 0,0 1 1 0 0,0 0-1 0 0,0 0 1 0 0,-1 0 0 0 0,0 0-1 0 0,-8-7 1 0 0,11 11-6 0 0,0 1-1 0 0,0 0 1 0 0,-1-1 0 0 0,1 1 0 0 0,0 0-1 0 0,-1 0 1 0 0,1 0 0 0 0,-1 0 0 0 0,1 0-1 0 0,-1 0 1 0 0,0 1 0 0 0,1-1 0 0 0,-1 0-1 0 0,0 1 1 0 0,0-1 0 0 0,1 1 0 0 0,-1 0-1 0 0,0 0 1 0 0,-2-1 0 0 0,2 2 1 0 0,1-1-1 0 0,-1 1 1 0 0,1-1 0 0 0,-1 1-1 0 0,1 0 1 0 0,0-1 0 0 0,0 1 0 0 0,-1 0-1 0 0,1 0 1 0 0,0 0 0 0 0,0 0-1 0 0,0 0 1 0 0,0 0 0 0 0,0 0-1 0 0,0 0 1 0 0,0 1 0 0 0,0-1-1 0 0,0 2 1 0 0,-3 5 22 0 0,1-1 0 0 0,0 1 1 0 0,0 0-1 0 0,1 0 0 0 0,0 1 0 0 0,-1 13 0 0 0,-2 16 206 0 0,3 1-1 0 0,1-1 1 0 0,2 1-1 0 0,1-1 1 0 0,13 63 0 0 0,-14-95-209 0 0,1 0 0 0 0,0-1 0 0 0,0 1-1 0 0,0-1 1 0 0,1 0 0 0 0,4 7 0 0 0,-7-11-90 0 0,1-1 1 0 0,-1 1-1 0 0,1 0 0 0 0,-1 0 0 0 0,1-1 0 0 0,-1 1 0 0 0,1-1 0 0 0,0 1 0 0 0,-1 0 0 0 0,1-1 0 0 0,0 1 0 0 0,-1-1 0 0 0,1 1 0 0 0,0-1 0 0 0,0 0 0 0 0,0 1 0 0 0,-1-1 1 0 0,1 0-1 0 0,0 0 0 0 0,0 1 0 0 0,0-1 0 0 0,0 0 0 0 0,-1 0 0 0 0,1 0 0 0 0,0 0 0 0 0,0 0 0 0 0,0 0 0 0 0,0 0 0 0 0,0 0 0 0 0,-1 0 0 0 0,1-1 0 0 0,0 1 1 0 0,0 0-1 0 0,0-1 0 0 0,-1 1 0 0 0,1 0 0 0 0,0-1 0 0 0,0 1 0 0 0,-1-1 0 0 0,1 1 0 0 0,0-1 0 0 0,-1 1 0 0 0,1-1 0 0 0,0 0 0 0 0,-1 1 0 0 0,1-1 0 0 0,-1 0 0 0 0,1 1 1 0 0,0-2-1 0 0,28-28-8566 0 0,-20 21 5302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2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26 1016 0 0,'-1'-7'2811'0'0,"1"-7"2969"0"0,0 14-5663 0 0,1-1-1 0 0,-1 1 1 0 0,0 0 0 0 0,0-1-1 0 0,0 1 1 0 0,1 0 0 0 0,-1 0 0 0 0,0-1-1 0 0,1 1 1 0 0,-1 0 0 0 0,0 0 0 0 0,1 0-1 0 0,-1 0 1 0 0,0-1 0 0 0,0 1-1 0 0,1 0 1 0 0,-1 0 0 0 0,1 0 0 0 0,-1 0-1 0 0,0 0 1 0 0,1 0 0 0 0,-1 0-1 0 0,0 0 1 0 0,1 0 0 0 0,-1 0 0 0 0,0 0-1 0 0,1 0 1 0 0,-1 0 0 0 0,0 0 0 0 0,1 0-1 0 0,-1 0 1 0 0,0 0 0 0 0,1 1-1 0 0,-1-1 1 0 0,0 0 0 0 0,1 0 0 0 0,1 2 97 0 0,0 0 1 0 0,0 0 0 0 0,0 0 0 0 0,-1 1 0 0 0,1-1-1 0 0,-1 0 1 0 0,1 1 0 0 0,-1-1 0 0 0,0 0 0 0 0,2 6-1 0 0,-2-5-45 0 0,27 73 1891 0 0,-3 0 1 0 0,20 109-1 0 0,-16-11-63 0 0,-17-89-1515 0 0,-4-5-154 0 0,-8-87-1885 0 0,1-11-3285 0 0,0 0 0 0 0,4-23 0 0 0,0 21 2938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2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8 0 0,'0'0'440'0'0,"-1"0"1"0"0,0 1-1 0 0,1-1 0 0 0,-1 1 0 0 0,1-1 1 0 0,-1 1-1 0 0,1-1 0 0 0,-1 1 0 0 0,1 0 1 0 0,-1-1-1 0 0,1 1 0 0 0,0 0 0 0 0,-1-1 1 0 0,1 1-1 0 0,0 0 0 0 0,-1-1 0 0 0,1 1 1 0 0,0 0-1 0 0,0 0 0 0 0,0-1 0 0 0,0 1 1 0 0,0 0-1 0 0,0 0 0 0 0,0-1 0 0 0,0 2 1 0 0,-1 23 3822 0 0,10 66-934 0 0,-1-10-1380 0 0,28 133 1 0 0,-34-206-1811 0 0,0-1 0 0 0,1 0 0 0 0,-1 1-1 0 0,1-1 1 0 0,1 0 0 0 0,0-1 0 0 0,0 1 0 0 0,0-1 0 0 0,10 12-1 0 0,-11-16-89 0 0,-1 1-1 0 0,1-1 1 0 0,0 0-1 0 0,0 0 1 0 0,0 0-1 0 0,0 0 0 0 0,0-1 1 0 0,1 1-1 0 0,-1-1 1 0 0,1 0-1 0 0,-1 0 0 0 0,1 0 1 0 0,-1 0-1 0 0,1 0 1 0 0,-1-1-1 0 0,1 0 1 0 0,0 0-1 0 0,-1 0 0 0 0,1 0 1 0 0,-1 0-1 0 0,1-1 1 0 0,6-1-1 0 0,8-4 13 0 0,-1 0 1 0 0,1-2-1 0 0,-1 0 0 0 0,30-19 0 0 0,-10 5-11 0 0,-17 14-144 0 0,-18 7-38 0 0,1 0-1 0 0,-1 0 1 0 0,0 0 0 0 0,0 0 0 0 0,0 0 0 0 0,0 0 0 0 0,0 0 0 0 0,4-4-1 0 0,3-13-5942 0 0,-5-1-3824 0 0,-2 9 5034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2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60 8 0 0,'-2'-20'2565'0'0,"1"-4"4418"0"0,1 23-6800 0 0,0 0 0 0 0,1 1 0 0 0,-1-1 0 0 0,1 0 1 0 0,-1 0-1 0 0,1 0 0 0 0,-1 1 0 0 0,1-1 0 0 0,0 0 0 0 0,-1 1 0 0 0,1-1 0 0 0,0 0 0 0 0,-1 1 1 0 0,1-1-1 0 0,0 1 0 0 0,0-1 0 0 0,-1 1 0 0 0,1-1 0 0 0,0 1 0 0 0,0 0 0 0 0,0-1 0 0 0,0 1 0 0 0,0 0 1 0 0,1 0-1 0 0,1-1-1 0 0,1 1 1 0 0,-1 0 0 0 0,1 0-1 0 0,-1 0 1 0 0,1 1 0 0 0,-1-1-1 0 0,1 1 1 0 0,-1 0 0 0 0,0 0-1 0 0,1 0 1 0 0,-1 0 0 0 0,0 0-1 0 0,0 1 1 0 0,0-1 0 0 0,0 1-1 0 0,0 0 1 0 0,3 3 0 0 0,7 5 169 0 0,0 1 1 0 0,13 13 0 0 0,-24-22-270 0 0,14 14 290 0 0,0 2-1 0 0,0-1 1 0 0,-2 2 0 0 0,0 0 0 0 0,-2 0 0 0 0,0 1 0 0 0,-1 1 0 0 0,0 0 0 0 0,-2 1-1 0 0,-1-1 1 0 0,-1 2 0 0 0,0-1 0 0 0,-2 1 0 0 0,5 45 0 0 0,-8-25-27 0 0,-1-1 0 0 0,-8 74 0 0 0,5-100-374 0 0,-1 0 0 0 0,0-1 0 0 0,-2 1 0 0 0,0-1 0 0 0,0 0 0 0 0,-1-1-1 0 0,-1 1 1 0 0,-1-1 0 0 0,0 0 0 0 0,-15 19 0 0 0,19-28-237 0 0,0-1 0 0 0,0 1 0 0 0,0-1 0 0 0,-1 0 0 0 0,0 0 0 0 0,0 0-1 0 0,-5 3 1 0 0,7-5-642 0 0,0-1 0 0 0,0 0 1 0 0,0 0-1 0 0,0 0 0 0 0,-1 0 0 0 0,1 0 0 0 0,0-1 0 0 0,0 1 0 0 0,-5-1 0 0 0,0 0-3098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8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36 512 0 0,'-2'-5'366'0'0,"2"4"348"0"0,-1-1-1 0 0,0 1 0 0 0,1-1 0 0 0,-1 1 0 0 0,1-1 0 0 0,-1 1 1 0 0,1-1-1 0 0,0 1 0 0 0,-1-1 0 0 0,1 1 0 0 0,0-1 0 0 0,0 0 0 0 0,0 1 1 0 0,0-1-1 0 0,1 1 0 0 0,-1-1 0 0 0,0 1 0 0 0,1-2 0 0 0,0 3-595 0 0,-1 0-1 0 0,1 0 1 0 0,-1 1-1 0 0,1-1 1 0 0,0 0-1 0 0,-1 1 1 0 0,1-1-1 0 0,-1 0 1 0 0,0 1-1 0 0,1-1 1 0 0,-1 1-1 0 0,1-1 1 0 0,-1 1-1 0 0,0-1 1 0 0,1 1-1 0 0,-1-1 1 0 0,0 1-1 0 0,1-1 1 0 0,-1 1-1 0 0,0-1 1 0 0,0 1-1 0 0,0 0 1 0 0,1-1-1 0 0,-1 1 1 0 0,0-1-1 0 0,0 1 1 0 0,0 1-1 0 0,1 0 281 0 0,36 96 3603 0 0,-6-16-2380 0 0,23 90 0 0 0,-38-111-1211 0 0,8 39-160 0 0,-38-213-16063 0 0,12 94 13977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8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2 144 2216 0 0,'-1'-4'9354'0'0,"5"-5"-6759"0"0,7-7-1573 0 0,4 4-372 0 0,1 0-1 0 0,0 2 1 0 0,0-1-1 0 0,1 2 1 0 0,25-11-1 0 0,-26 13-456 0 0,-3 1-44 0 0,0 1-1 0 0,-1 0 0 0 0,2 1 0 0 0,-1 0 0 0 0,0 1 0 0 0,1 1 0 0 0,0 0 0 0 0,19 0 0 0 0,-29 2-98 0 0,0 0 0 0 0,-1 0 0 0 0,1 0-1 0 0,0 1 1 0 0,0 0 0 0 0,-1-1 0 0 0,1 1-1 0 0,-1 1 1 0 0,1-1 0 0 0,-1 0 0 0 0,1 1 0 0 0,-1 0-1 0 0,0 0 1 0 0,1 0 0 0 0,-1 0 0 0 0,0 0-1 0 0,0 1 1 0 0,-1-1 0 0 0,1 1 0 0 0,0 0-1 0 0,-1 0 1 0 0,0 0 0 0 0,0 0 0 0 0,0 0 0 0 0,0 0-1 0 0,0 1 1 0 0,0-1 0 0 0,-1 1 0 0 0,0-1-1 0 0,0 1 1 0 0,0-1 0 0 0,0 1 0 0 0,0 0 0 0 0,-1-1-1 0 0,1 6 1 0 0,-1 4 17 0 0,0 1 0 0 0,-1 0 0 0 0,0-1 0 0 0,-1 1 0 0 0,0-1 0 0 0,-1 0 0 0 0,-1 0 0 0 0,0 0 0 0 0,-1 0 0 0 0,0 0 0 0 0,-1-1 0 0 0,0 0 0 0 0,-1 0 0 0 0,-13 15 0 0 0,3-4-133 0 0,-1-2 0 0 0,-1-1-1 0 0,-1 0 1 0 0,-1-1 0 0 0,-1-2 0 0 0,-25 17 0 0 0,47-34 64 0 0,-2 1-161 0 0,0 1 1 0 0,-1 0-1 0 0,1-1 1 0 0,0 1-1 0 0,-1-1 0 0 0,0 0 1 0 0,1 0-1 0 0,-1 0 1 0 0,0 0-1 0 0,1-1 1 0 0,-1 1-1 0 0,-3 0 0 0 0,5-1 92 0 0,1 0-1 0 0,0 0 0 0 0,0 0 0 0 0,0 0 0 0 0,0 0 0 0 0,-1 0 0 0 0,1 0 0 0 0,0 0 0 0 0,0 0 0 0 0,0 0 0 0 0,0 0 0 0 0,-1 0 1 0 0,1 0-1 0 0,0 0 0 0 0,0 0 0 0 0,0 0 0 0 0,0 0 0 0 0,-1 0 0 0 0,1 0 0 0 0,0-1 0 0 0,0 1 0 0 0,0 0 0 0 0,0 0 0 0 0,0 0 1 0 0,0 0-1 0 0,-1 0 0 0 0,1 0 0 0 0,0-1 0 0 0,0 1 0 0 0,0 0 0 0 0,0 0 0 0 0,0 0 0 0 0,0 0 0 0 0,0 0 0 0 0,0-1 0 0 0,0 1 0 0 0,0 0 1 0 0,0 0-1 0 0,0 0 0 0 0,0 0 0 0 0,-1-1 0 0 0,1 1 0 0 0,0 0 0 0 0,0 0 0 0 0,1 0 0 0 0,-1 0 0 0 0,0-1 0 0 0,0 1 0 0 0,0 0 1 0 0,0 0-1 0 0,0 0 0 0 0,0 0 0 0 0,0-1 0 0 0,0 1 0 0 0,0 0 0 0 0,0 0 0 0 0,7-9-3512 0 0,4 0 1521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9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60 1016 0 0,'-5'-59'11047'0'0,"9"90"-5677"0"0,-1-2-4240 0 0,-1 31 240 0 0,3 75 1538 0 0,27 171 0 0 0,-28-284-2863 0 0,1 1-1 0 0,1-1 0 0 0,1 0 0 0 0,0 0 0 0 0,2-1 0 0 0,1 0 0 0 0,0 0 0 0 0,16 21 0 0 0,-24-39-217 0 0,0 0 1 0 0,1 0 0 0 0,-1-1-1 0 0,1 1 1 0 0,0-1 0 0 0,0 0-1 0 0,0 0 1 0 0,3 2 0 0 0,-4-2-384 0 0,1-1 0 0 0,0 0 0 0 0,0 0 0 0 0,0 0 0 0 0,0 0 1 0 0,0-1-1 0 0,0 1 0 0 0,0-1 0 0 0,5 0 0 0 0,6 0-3701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19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8 512 0 0,'1'-1'326'0'0,"-1"1"0"0"0,0-1 1 0 0,1 1-1 0 0,-1-1 0 0 0,0 1 0 0 0,1-1 0 0 0,-1 1 0 0 0,1-1 1 0 0,-1 1-1 0 0,1 0 0 0 0,-1-1 0 0 0,1 1 0 0 0,-1 0 0 0 0,1-1 1 0 0,-1 1-1 0 0,1 0 0 0 0,0 0 0 0 0,-1-1 0 0 0,1 1 0 0 0,-1 0 0 0 0,1 0 1 0 0,0 0-1 0 0,-1 0 0 0 0,1 0 0 0 0,-1 0 0 0 0,1 0 0 0 0,0 0 1 0 0,-1 0-1 0 0,1 0 0 0 0,-1 0 0 0 0,2 1 0 0 0,-1 0-63 0 0,0 0-1 0 0,-1 0 1 0 0,1 0-1 0 0,0 0 0 0 0,-1 0 1 0 0,1 0-1 0 0,-1 0 1 0 0,1 1-1 0 0,-1-1 1 0 0,0 0-1 0 0,1 0 1 0 0,-1 0-1 0 0,0 1 1 0 0,0 1-1 0 0,-1 45 1126 0 0,-6 41 1121 0 0,8 149 1 0 0,0-226-2259 0 0,0 0 0 0 0,1 0 1 0 0,0 0-1 0 0,1-1 1 0 0,0 1-1 0 0,1-1 1 0 0,0 0-1 0 0,8 14 1 0 0,-9-20-204 0 0,-1-1 1 0 0,1 0 0 0 0,0 0 0 0 0,1 0 0 0 0,-1 0 0 0 0,1 0 0 0 0,0-1-1 0 0,0 1 1 0 0,0-1 0 0 0,0 0 0 0 0,0 0 0 0 0,1-1 0 0 0,-1 1 0 0 0,1-1 0 0 0,0 0-1 0 0,0 0 1 0 0,0-1 0 0 0,0 0 0 0 0,0 1 0 0 0,0-2 0 0 0,6 2 0 0 0,-4-2-74 0 0,0 0 1 0 0,0-1 0 0 0,0 1 0 0 0,0-1 0 0 0,0-1 0 0 0,-1 1 0 0 0,1-1-1 0 0,0 0 1 0 0,-1-1 0 0 0,1 1 0 0 0,-1-2 0 0 0,11-5 0 0 0,2-5-1893 0 0,1-1 0 0 0,22-22 0 0 0,-27 23-576 0 0,-1 2-169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2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5 984 0 0,'-45'-5'15496'0'0,"54"22"-14851"0"0,0 0 0 0 0,1-1 0 0 0,1 0 1 0 0,12 14-1 0 0,6 9-65 0 0,-8-10-489 0 0,24 36 1196 0 0,60 111 0 0 0,-95-154-1082 0 0,0 1 0 0 0,-1 0 1 0 0,-1 0-1 0 0,-1 0 1 0 0,-1 1-1 0 0,-2 0 1 0 0,0 1-1 0 0,-1-1 1 0 0,-1 37-1 0 0,-3-52-647 0 0,0 0 0 0 0,0 0 0 0 0,-1-1 0 0 0,0 1 0 0 0,-1 0 0 0 0,-5 12 0 0 0,7-18 232 0 0,-1 0 1 0 0,1 0-1 0 0,0-1 0 0 0,-1 1 1 0 0,0 0-1 0 0,0-1 1 0 0,1 1-1 0 0,-1-1 0 0 0,-1 0 1 0 0,1 1-1 0 0,0-1 1 0 0,0 0-1 0 0,-1-1 0 0 0,0 1 1 0 0,1 0-1 0 0,-1-1 1 0 0,0 1-1 0 0,1-1 0 0 0,-1 0 1 0 0,0 0-1 0 0,-5 1 1 0 0,-3-1-2056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21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28 126 512 0 0,'-13'2'1545'0'0,"-2"-1"3998"0"0,25-7-638 0 0,48-17-577 0 0,34-6-2503 0 0,-24 7-1306 0 0,-29 8-812 0 0,40-11 889 0 0,-69 22-2237 0 0,0 2-1 0 0,0-1 0 0 0,13 1 0 0 0,-25-2-2549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21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10 8 0 0,'0'-1'132'0'0,"-1"0"-1"0"0,1 1 1 0 0,-1-1 0 0 0,1 0-1 0 0,-1 1 1 0 0,0-1 0 0 0,1 1-1 0 0,-1-1 1 0 0,0 1 0 0 0,1-1 0 0 0,-1 1-1 0 0,0 0 1 0 0,0-1 0 0 0,1 1-1 0 0,-1 0 1 0 0,0-1 0 0 0,0 1-1 0 0,0 0 1 0 0,1 0 0 0 0,-1 0-1 0 0,0 0 1 0 0,0 0 0 0 0,-1 0-1 0 0,1 0 95 0 0,1 1 0 0 0,-1-1-1 0 0,1 1 1 0 0,-1-1-1 0 0,1 1 1 0 0,-1-1 0 0 0,1 1-1 0 0,-1 0 1 0 0,1-1-1 0 0,0 1 1 0 0,-1-1-1 0 0,1 1 1 0 0,0 0 0 0 0,0 0-1 0 0,-1-1 1 0 0,1 1-1 0 0,0 0 1 0 0,0-1-1 0 0,0 1 1 0 0,0 1 0 0 0,-1 5 972 0 0,1 1 1 0 0,0-1-1 0 0,2 14 1 0 0,14 65 1985 0 0,7 55-233 0 0,-21-115-2807 0 0,2 0 0 0 0,1 0 1 0 0,0 0-1 0 0,14 36 0 0 0,-18-62-215 0 0,-1 1 0 0 0,0-1 1 0 0,0 1-1 0 0,0-1 0 0 0,1 1 0 0 0,-1-1 0 0 0,0 1 0 0 0,0-1 1 0 0,1 1-1 0 0,-1-1 0 0 0,0 1 0 0 0,1-1 0 0 0,-1 1 0 0 0,1-1 1 0 0,-1 1-1 0 0,1-1 0 0 0,-1 0 0 0 0,1 1 0 0 0,-1-1 0 0 0,1 0 0 0 0,-1 0 1 0 0,1 1-1 0 0,0-1 0 0 0,0 0-323 0 0,0 0 0 0 0,-1-1 0 0 0,1 1 0 0 0,0 0 0 0 0,0-1 1 0 0,-1 1-1 0 0,1 0 0 0 0,0-1 0 0 0,0 1 0 0 0,-1-1 0 0 0,1 1 0 0 0,-1-1 0 0 0,1 0 0 0 0,0 1 1 0 0,-1-1-1 0 0,2-1 0 0 0,5-9-3380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22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47 570 8 0 0,'-21'12'1628'0'0,"19"-11"-1032"0"0,1 1 0 0 0,-1-1 0 0 0,0 0 0 0 0,1 0 0 0 0,-1 0 0 0 0,0 0 0 0 0,0 0 0 0 0,0 0-1 0 0,0 0 1 0 0,0-1 0 0 0,-3 1 835 0 0,30-11 2761 0 0,121-50-350 0 0,-88 39-3373 0 0,-2 1-245 0 0,2 3-1 0 0,0 2 1 0 0,63-7 0 0 0,182-7 641 0 0,-98 11-340 0 0,313-54 65 0 0,-483 66-569 0 0,284-44 108 0 0,79-8 58 0 0,-338 44-164 0 0,-2-2 0 0 0,0-3 1 0 0,82-38-1 0 0,-70 24-32 0 0,-66 31-196 0 0,1 0 0 0 0,-1-1 1 0 0,1 0-1 0 0,-1 1 0 0 0,6-6 1 0 0,-9 7 143 0 0,0 0 0 0 0,0 1 0 0 0,0-1 1 0 0,0 0-1 0 0,0 1 0 0 0,-1-1 1 0 0,1 0-1 0 0,0 0 0 0 0,0 0 0 0 0,-1 0 1 0 0,1 0-1 0 0,0 0 0 0 0,-1 0 0 0 0,1 0 1 0 0,-1 0-1 0 0,1 0 0 0 0,-1 0 0 0 0,0 0 1 0 0,1 0-1 0 0,-1 0 0 0 0,0 0 0 0 0,0 0 1 0 0,0-1-1 0 0,0 1 0 0 0,0 0 1 0 0,0 0-1 0 0,0 0 0 0 0,0 0 0 0 0,-1-2 1 0 0,1 3-348 0 0,-1-1 1 0 0,0 1 0 0 0,0-1-1 0 0,1 1 1 0 0,-1-1 0 0 0,0 1-1 0 0,0-1 1 0 0,0 1-1 0 0,0 0 1 0 0,1 0 0 0 0,-1-1-1 0 0,0 1 1 0 0,0 0 0 0 0,0 0-1 0 0,0 0 1 0 0,0 0 0 0 0,-1 0-1 0 0,-5 0-3500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23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1 512 0 0,'-2'3'482'0'0,"0"0"0"0"0,0 0 0 0 0,0 0-1 0 0,0 0 1 0 0,1 1 0 0 0,-1-1 0 0 0,1 0 0 0 0,0 1-1 0 0,0 0 1 0 0,0-1 0 0 0,0 1 0 0 0,1 0 0 0 0,-1-1 0 0 0,1 8-1 0 0,1 8 1341 0 0,4 31 0 0 0,-3-34-1280 0 0,9 51 909 0 0,3 0 0 0 0,24 70 0 0 0,-3-17-541 0 0,-32-109-855 0 0,2 13-169 0 0,2-1 1 0 0,16 38-1 0 0,-24-83-6793 0 0,0 10 5786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24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16 162 280 0 0,'0'-1'619'0'0,"-1"-1"1"0"0,0 1-1 0 0,1 0 0 0 0,-1-1 0 0 0,1 1 1 0 0,-1-1-1 0 0,1 1 0 0 0,0-1 0 0 0,0 1 1 0 0,0-1-1 0 0,0-1 0 0 0,0 1-439 0 0,1 1 0 0 0,-1-1 0 0 0,1 1-1 0 0,-1-1 1 0 0,1 1 0 0 0,0-1 0 0 0,0 1 0 0 0,0 0-1 0 0,0-1 1 0 0,0 1 0 0 0,0 0 0 0 0,0 0-1 0 0,0 0 1 0 0,0-1 0 0 0,0 1 0 0 0,3-1 0 0 0,21-17 1107 0 0,1 0 0 0 0,1 2 0 0 0,30-14 0 0 0,-46 25-1069 0 0,1 1-1 0 0,0 1 0 0 0,0 0 1 0 0,0 0-1 0 0,1 1 1 0 0,-1 1-1 0 0,1 0 1 0 0,0 1-1 0 0,-1 0 0 0 0,19 1 1 0 0,-28 1-157 0 0,0-1 0 0 0,-1 0 0 0 0,1 1 0 0 0,0 0 0 0 0,-1-1 0 0 0,1 1 0 0 0,0 0 0 0 0,-1 0 0 0 0,1 1 0 0 0,-1-1 0 0 0,1 1 0 0 0,-1-1 0 0 0,0 1 0 0 0,0 0 0 0 0,0-1 0 0 0,0 1 0 0 0,0 0 0 0 0,0 0 0 0 0,3 5 0 0 0,-3-3 1 0 0,0 0 0 0 0,0 1 0 0 0,0-1 0 0 0,-1 1 1 0 0,0-1-1 0 0,1 1 0 0 0,-2 0 0 0 0,1 0 0 0 0,0-1 0 0 0,-1 9 1 0 0,-1 1 22 0 0,0-1-1 0 0,-1 1 1 0 0,0-1 0 0 0,-1 0 0 0 0,-1 0 0 0 0,0 0 0 0 0,-8 17 0 0 0,2-10-40 0 0,-1-2-1 0 0,-1 1 1 0 0,-1-1 0 0 0,0-1-1 0 0,-2-1 1 0 0,-29 27-1 0 0,18-20-32 0 0,-1-2 0 0 0,-1-1-1 0 0,-50 26 1 0 0,38-28-85 0 0,4-2-3528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35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8 512 0 0,'0'-1'126'0'0,"0"1"0"0"0,0 0 0 0 0,0 0 0 0 0,0-1 0 0 0,0 1 0 0 0,0 0 0 0 0,0-1-1 0 0,0 1 1 0 0,0 0 0 0 0,0 0 0 0 0,-1-1 0 0 0,1 1 0 0 0,0 0 0 0 0,0 0 0 0 0,0-1 0 0 0,0 1 0 0 0,0 0 0 0 0,0 0 0 0 0,-1 0 0 0 0,1-1-1 0 0,0 1 1 0 0,0 0 0 0 0,0 0 0 0 0,0 0 0 0 0,-1-1 0 0 0,1 1 0 0 0,0 0 0 0 0,0 0 0 0 0,-1 0 0 0 0,1 0 0 0 0,0 0 0 0 0,0-1-1 0 0,-1 1 1 0 0,1 0 0 0 0,0 0 0 0 0,0 0 0 0 0,-1 0 0 0 0,1 0 0 0 0,0 0 0 0 0,0 0 0 0 0,-1 0 0 0 0,1 0 0 0 0,0 0 0 0 0,-1 0 0 0 0,1 0-1 0 0,0 0 1 0 0,-1 1 0 0 0,0-1 166 0 0,1 0-1 0 0,-1 0 0 0 0,0 1 1 0 0,1-1-1 0 0,-1 0 0 0 0,1 1 1 0 0,-1-1-1 0 0,0 1 0 0 0,1-1 1 0 0,-1 1-1 0 0,1-1 0 0 0,-1 1 1 0 0,1-1-1 0 0,-1 1 1 0 0,1 0-1 0 0,0-1 0 0 0,-1 1 1 0 0,0 1-1 0 0,-4 16 516 0 0,1 1 0 0 0,0 0 0 0 0,2 0 0 0 0,0 0-1 0 0,1 1 1 0 0,2 24 0 0 0,19 115 269 0 0,-14-128-845 0 0,1 0 1 0 0,2-1-1 0 0,15 38 0 0 0,-17-51-188 0 0,2 0 1 0 0,0-1-1 0 0,0 0 0 0 0,2 0 1 0 0,0-1-1 0 0,24 25 0 0 0,-22-27-429 0 0,-5-5 350 0 0,-1 0 0 0 0,2 0 0 0 0,11 8 1 0 0,-16-14-701 0 0,-1 0 1 0 0,1 0 0 0 0,-1 0 0 0 0,1-1 0 0 0,0 0 0 0 0,-1 1 0 0 0,9 0 0 0 0,-5-1-1577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39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70 370 512 0 0,'-1'21'678'0'0,"1"26"2260"0"0,0-45-2386 0 0,1 1-1 0 0,-1-1 1 0 0,1 1-1 0 0,-1-1 1 0 0,1 1 0 0 0,0-1-1 0 0,0 1 1 0 0,2 2 0 0 0,-3-4-320 0 0,0-1 1 0 0,1 1 0 0 0,-1-1 0 0 0,0 1 0 0 0,0-1-1 0 0,1 1 1 0 0,-1-1 0 0 0,0 1 0 0 0,0-1 0 0 0,1 0 0 0 0,-1 1-1 0 0,0-1 1 0 0,1 0 0 0 0,-1 1 0 0 0,0-1 0 0 0,1 0-1 0 0,-1 1 1 0 0,1-1 0 0 0,-1 0 0 0 0,1 0 0 0 0,-1 1 0 0 0,1-1-1 0 0,-1 0 1 0 0,2 0 0 0 0,-3-11 1875 0 0,-7-22-1069 0 0,-13-31 168 0 0,-19-111 0 0 0,39 169-1185 0 0,-6-32 98 0 0,-2-67 0 0 0,12 96 85 0 0,3 15-13 0 0,4 19 4 0 0,-1 8-153 0 0,2 0 1 0 0,1-1 0 0 0,1-1 0 0 0,2 0 0 0 0,0 0 0 0 0,3-2-1 0 0,32 44 1 0 0,-41-62-16 0 0,1 0 0 0 0,16 14 0 0 0,-25-23-6 0 0,1 0 0 0 0,1-1 0 0 0,-1 1 0 0 0,0 0 0 0 0,0-1-1 0 0,1 1 1 0 0,-1-1 0 0 0,0 0 0 0 0,1 0 0 0 0,-1 0 0 0 0,1 0-1 0 0,0 0 1 0 0,-1-1 0 0 0,1 1 0 0 0,0-1 0 0 0,-1 1 0 0 0,1-1 0 0 0,0 0-1 0 0,0 0 1 0 0,4-1 0 0 0,-6 0 6 0 0,0 0 0 0 0,0 0 0 0 0,0 0 1 0 0,-1 0-1 0 0,1 0 0 0 0,0 0 0 0 0,0 0 0 0 0,0 0 0 0 0,-1 0 0 0 0,1 0 1 0 0,-1-1-1 0 0,1 1 0 0 0,-1 0 0 0 0,1 0 0 0 0,-1-1 0 0 0,0 1 0 0 0,0 0 0 0 0,1-1 1 0 0,-1 1-1 0 0,0 0 0 0 0,0-1 0 0 0,-1-2 0 0 0,-1-32 285 0 0,0 24-228 0 0,-2 0 0 0 0,1 0-1 0 0,-9-19 1 0 0,2 6-16 0 0,-62-171 78 0 0,66 179-235 0 0,5 13-139 0 0,-1-1 0 0 0,0 0-1 0 0,0 0 1 0 0,0 1 0 0 0,0-1 0 0 0,-1 1 0 0 0,-3-6-1 0 0,17 5-12506 0 0,-6 3 10911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39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18 8 0 0,'-7'-14'6838'0'0,"3"10"-2113"0"0,3 14-3257 0 0,12 70-445 0 0,4 0 0 0 0,3-1 0 0 0,30 80 1 0 0,-40-137-711 0 0,2 0 1 0 0,22 38-1 0 0,-25-49-214 0 0,0 0-1 0 0,1-1 0 0 0,0-1 0 0 0,0 1 1 0 0,1-1-1 0 0,1-1 0 0 0,10 8 1 0 0,-17-14-77 0 0,0 0-1 0 0,-1 0 1 0 0,1-1 0 0 0,0 1 0 0 0,1-1 0 0 0,-1 0-1 0 0,0 0 1 0 0,0 0 0 0 0,0 0 0 0 0,1 0 0 0 0,-1-1 0 0 0,0 1-1 0 0,1-1 1 0 0,-1 0 0 0 0,0 0 0 0 0,1-1 0 0 0,-1 1-1 0 0,0-1 1 0 0,1 1 0 0 0,-1-1 0 0 0,0 0 0 0 0,0 0 0 0 0,0 0-1 0 0,0-1 1 0 0,0 1 0 0 0,0-1 0 0 0,0 0 0 0 0,0 0 0 0 0,-1 0-1 0 0,1 0 1 0 0,3-4 0 0 0,-1 1 9 0 0,0 0 1 0 0,0 0-1 0 0,-1-1 0 0 0,0 0 0 0 0,0 0 1 0 0,0 0-1 0 0,-1 0 0 0 0,0-1 1 0 0,0 1-1 0 0,0-1 0 0 0,-1 0 0 0 0,0 0 1 0 0,1-13-1 0 0,0-6 147 0 0,-2 1 0 0 0,-4-44 0 0 0,2 60-147 0 0,0 0 1 0 0,0 0 0 0 0,-1 0-1 0 0,-1 1 1 0 0,0-1 0 0 0,0 1-1 0 0,0-1 1 0 0,-1 1-1 0 0,0 1 1 0 0,-1-1 0 0 0,-8-11-1 0 0,12 18-27 0 0,0 0-1 0 0,0 0 1 0 0,0 0-1 0 0,0-1 0 0 0,0 1 1 0 0,0 0-1 0 0,0 0 0 0 0,0 0 1 0 0,-1 1-1 0 0,1-1 1 0 0,0 0-1 0 0,-1 0 0 0 0,1 1 1 0 0,0-1-1 0 0,-1 1 0 0 0,1-1 1 0 0,-1 1-1 0 0,-2-1 1 0 0,3 1 1 0 0,0 1 0 0 0,0-1 1 0 0,0 0-1 0 0,0 1 1 0 0,0-1-1 0 0,0 1 1 0 0,0-1-1 0 0,0 1 1 0 0,0-1-1 0 0,0 1 1 0 0,0 0-1 0 0,0-1 1 0 0,1 1-1 0 0,-1 0 1 0 0,0 0-1 0 0,0 0 1 0 0,1-1-1 0 0,-1 1 1 0 0,1 0-1 0 0,-1 1 1 0 0,-3 7 29 0 0,0-1 1 0 0,1 1-1 0 0,0-1 1 0 0,-2 18-1 0 0,4-23-33 0 0,-5 30 94 0 0,2 0-1 0 0,1-1 1 0 0,2 1-1 0 0,5 60 1 0 0,-3-82-78 0 0,7 39-84 0 0,-8-48 60 0 0,1 0 0 0 0,-1 0 1 0 0,1 0-1 0 0,0 0 1 0 0,0 0-1 0 0,0 0 0 0 0,0 0 1 0 0,0 0-1 0 0,0 0 1 0 0,0-1-1 0 0,0 1 0 0 0,1 0 1 0 0,-1-1-1 0 0,1 1 0 0 0,-1-1 1 0 0,1 1-1 0 0,0-1 1 0 0,3 2-1 0 0,-4-3-50 0 0,0 1 1 0 0,1-1-1 0 0,-1 0 0 0 0,1 0 1 0 0,-1 0-1 0 0,1 0 0 0 0,-1 0 1 0 0,0 0-1 0 0,1 0 0 0 0,-1-1 1 0 0,1 1-1 0 0,-1 0 0 0 0,0-1 1 0 0,1 1-1 0 0,-1-1 0 0 0,0 0 1 0 0,0 1-1 0 0,1-1 0 0 0,-1 0 1 0 0,0 0-1 0 0,0 0 0 0 0,0 0 1 0 0,0 1-1 0 0,0-2 0 0 0,0 1 1 0 0,0 0-1 0 0,1-2 0 0 0,2-3-747 0 0,0 1 0 0 0,0-1 0 0 0,-1 0 0 0 0,4-9-1 0 0,5-16-4375 0 0,-5 12 1937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0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31 368 0 0,'-4'-7'1451'0'0,"-2"-7"1756"0"0,6 14-3087 0 0,0-1 1 0 0,0 1-1 0 0,0 0 0 0 0,0-1 1 0 0,-1 1-1 0 0,1 0 1 0 0,0 0-1 0 0,0-1 0 0 0,0 1 1 0 0,0 0-1 0 0,0-1 0 0 0,1 1 1 0 0,-1 0-1 0 0,0-1 0 0 0,0 1 1 0 0,0 0-1 0 0,0 0 0 0 0,0-1 1 0 0,0 1-1 0 0,0 0 1 0 0,1-1-1 0 0,-1 1 0 0 0,0 0 1 0 0,0 0-1 0 0,0-1 0 0 0,1 1 1 0 0,-1 0-1 0 0,0 0 0 0 0,0 0 1 0 0,1-1-1 0 0,-1 1 1 0 0,0 0-1 0 0,0 0 0 0 0,1 0 1 0 0,-1 0-1 0 0,1-1 0 0 0,-1 1-29 0 0,1 0 0 0 0,-1 1 0 0 0,0-1-1 0 0,1 0 1 0 0,-1 0 0 0 0,1 0 0 0 0,-1 0-1 0 0,0 0 1 0 0,1 0 0 0 0,-1 1 0 0 0,1-1-1 0 0,-1 0 1 0 0,0 0 0 0 0,1 1 0 0 0,-1-1-1 0 0,0 0 1 0 0,0 0 0 0 0,1 1 0 0 0,-1-1 0 0 0,0 0-1 0 0,0 1 1 0 0,1-1 0 0 0,-1 0 0 0 0,0 1-1 0 0,0-1 1 0 0,0 1 0 0 0,1-1 0 0 0,-1 0-1 0 0,0 1 1 0 0,0 0 0 0 0,5 15 867 0 0,-4-14-638 0 0,95 446 6825 0 0,-78-250-5660 0 0,-9-74-1271 0 0,-7-109-864 0 0,-2-20-3156 0 0,0-14-2380 0 0,2 3 1166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0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83 8 0 0,'-12'-35'1770'0'0,"-1"6"9324"0"0,35 301-5089 0 0,-14-207-5433 0 0,3-1-1 0 0,21 69 0 0 0,-30-126-541 0 0,0 0 1 0 0,1-1-1 0 0,0 0 0 0 0,0 1 1 0 0,1-1-1 0 0,0 0 1 0 0,0 0-1 0 0,0-1 0 0 0,1 1 1 0 0,6 5-1 0 0,-10-9-26 0 0,1-1 0 0 0,0 0 0 0 0,0 1 0 0 0,0-1 0 0 0,0 0 0 0 0,0 0 0 0 0,0 0 0 0 0,0 0 0 0 0,0 0 0 0 0,1-1 0 0 0,-1 1 0 0 0,0-1 0 0 0,0 1 0 0 0,1-1 0 0 0,-1 0 0 0 0,0 0 0 0 0,1 0 0 0 0,-1 0 0 0 0,0 0 0 0 0,1 0 0 0 0,-1-1 0 0 0,0 1 1 0 0,0-1-1 0 0,1 0 0 0 0,-1 1 0 0 0,0-1 0 0 0,0 0 0 0 0,0 0 0 0 0,0-1 0 0 0,0 1 0 0 0,0 0 0 0 0,0-1 0 0 0,-1 1 0 0 0,3-3 0 0 0,2-2-1 0 0,0-1 1 0 0,0 0-1 0 0,-1 0 1 0 0,0 0-1 0 0,0-1 0 0 0,-1 1 1 0 0,0-1-1 0 0,-1 0 1 0 0,1 0-1 0 0,2-14 0 0 0,0 1 13 0 0,-2 0-1 0 0,0 0 0 0 0,0-26 1 0 0,-5-206-77 0 0,-2 96 59 0 0,4 149 89 0 0,2 20-35 0 0,2 21 62 0 0,10 139 873 0 0,38 178 0 0 0,-48-326-906 0 0,-3-8-94 0 0,1 0 0 0 0,1 0-1 0 0,1 0 1 0 0,7 18 0 0 0,-12-34-40 0 0,0 0-1 0 0,0 1 1 0 0,1-1 0 0 0,-1 0 0 0 0,0 1 0 0 0,0-1 0 0 0,0 0 0 0 0,0 1-1 0 0,0-1 1 0 0,0 0 0 0 0,1 1 0 0 0,-1-1 0 0 0,0 0 0 0 0,0 1 0 0 0,1-1 0 0 0,-1 0-1 0 0,0 0 1 0 0,0 1 0 0 0,1-1 0 0 0,-1 0 0 0 0,0 0 0 0 0,1 0 0 0 0,-1 1 0 0 0,0-1-1 0 0,1 0 1 0 0,-1 0 0 0 0,0 0 0 0 0,1 0 0 0 0,-1 0 0 0 0,0 0 0 0 0,1 0-1 0 0,-1 0 1 0 0,0 1 0 0 0,1-1 0 0 0,-1 0 0 0 0,1-1 0 0 0,7-10-6970 0 0,-6 7 4936 0 0,5-5-867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2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2 165 8 0 0,'-1'-32'639'0'0,"0"13"1309"0"0,2 0-1 0 0,0 0 1 0 0,3-22 0 0 0,-3 39-1568 0 0,6-22 2010 0 0,-7 24-2298 0 0,0-1 0 0 0,1 1 0 0 0,-1-1-1 0 0,0 1 1 0 0,0-1 0 0 0,1 1 0 0 0,-1-1 0 0 0,0 1 0 0 0,1 0 0 0 0,-1-1-1 0 0,0 1 1 0 0,1 0 0 0 0,-1-1 0 0 0,1 1 0 0 0,-1 0 0 0 0,0-1 0 0 0,1 1-1 0 0,-1 0 1 0 0,1 0 0 0 0,-1 0 0 0 0,1-1 0 0 0,-1 1 0 0 0,1 0 0 0 0,-1 0 0 0 0,1 0-1 0 0,-1 0 1 0 0,1 0 0 0 0,0 0 0 0 0,-1 0 0 0 0,1 0 0 0 0,-1 0 0 0 0,1 0-1 0 0,-1 0 1 0 0,1 0 0 0 0,-1 1 0 0 0,1-1 0 0 0,-1 0 0 0 0,1 0 0 0 0,-1 0-1 0 0,0 1 1 0 0,1-1 0 0 0,-1 0 0 0 0,1 1 0 0 0,1 2 72 0 0,0 0 0 0 0,-1-1-1 0 0,1 1 1 0 0,-1 0 0 0 0,0 0 0 0 0,0 0 0 0 0,0 1 0 0 0,0-1 0 0 0,0 0-1 0 0,-1 0 1 0 0,0 0 0 0 0,1 1 0 0 0,-2 5 0 0 0,2 2 173 0 0,8 187 1334 0 0,-8-125-952 0 0,11 84 0 0 0,2-90-146 0 0,-13-61-493 0 0,1-1 0 0 0,0 1 0 0 0,0 0-1 0 0,1-1 1 0 0,0 1 0 0 0,0-1-1 0 0,0 0 1 0 0,7 9 0 0 0,-8-12-63 0 0,0-1 1 0 0,-1 1-1 0 0,1-1 1 0 0,0 0-1 0 0,-1 0 1 0 0,1 0-1 0 0,0 0 1 0 0,0 0-1 0 0,0 0 1 0 0,0-1-1 0 0,0 1 1 0 0,0-1-1 0 0,0 1 1 0 0,0-1-1 0 0,0 0 1 0 0,0 0 0 0 0,0 0-1 0 0,1 0 1 0 0,-1 0-1 0 0,0 0 1 0 0,0 0-1 0 0,0-1 1 0 0,0 1-1 0 0,0-1 1 0 0,0 0-1 0 0,0 1 1 0 0,0-1-1 0 0,0 0 1 0 0,-1 0-1 0 0,1 0 1 0 0,0 0-1 0 0,0-1 1 0 0,-1 1-1 0 0,1 0 1 0 0,1-3-1 0 0,4-2-28 0 0,-1 0 1 0 0,0 0-1 0 0,0-1 0 0 0,-1 0 0 0 0,1 0 0 0 0,7-16 1 0 0,-11 20-34 0 0,12-30-1279 0 0,-11 9-2484 0 0,4-3-4108 0 0,-5 20 5488 0 0,1-5 388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2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60 8 0 0,'-2'-9'139'0'0,"-3"-20"12"0"0,4 28 62 0 0,1 0 0 0 0,0 0 0 0 0,0 0 0 0 0,0 0 0 0 0,0 0 0 0 0,0 0 1 0 0,0 0-1 0 0,0 0 0 0 0,0 0 0 0 0,0 0 0 0 0,0 1 0 0 0,0-1 0 0 0,1 0 1 0 0,-1 0-1 0 0,0 0 0 0 0,1 0 0 0 0,-1 0 0 0 0,1 1 0 0 0,-1-1 0 0 0,1 0 1 0 0,-1 0-1 0 0,2-1 0 0 0,-1 2 11 0 0,0 0 0 0 0,0 0 0 0 0,-1 0 0 0 0,1 1 0 0 0,0-1 0 0 0,0 0 0 0 0,0 0 0 0 0,0 0 0 0 0,-1 1 0 0 0,1-1 0 0 0,0 0 0 0 0,0 1 0 0 0,-1-1 0 0 0,1 1 0 0 0,0-1 0 0 0,-1 1 0 0 0,1-1 0 0 0,0 1 0 0 0,0 1 0 0 0,17 15 1406 0 0,-13-12-1016 0 0,30 30 1088 0 0,1-1-7 0 0,35 45 1 0 0,-61-66-1447 0 0,-1-1-1 0 0,-1 1 0 0 0,0 1 1 0 0,-1-1-1 0 0,0 1 0 0 0,-1 1 1 0 0,-1-1-1 0 0,4 16 0 0 0,-3-2-45 0 0,-1 1 1 0 0,-2-1-1 0 0,0 1 1 0 0,-2 0-1 0 0,-2 0 0 0 0,0 0 1 0 0,-2 0-1 0 0,-1 0 1 0 0,-12 41-1 0 0,12-56-303 0 0,-1 1 0 0 0,0-1 0 0 0,-1 0 0 0 0,-1-1 0 0 0,0 1 1 0 0,-1-1-1 0 0,-1-1 0 0 0,0 1 0 0 0,-10 10 0 0 0,18-22-80 0 0,1 0-1 0 0,-1 0 1 0 0,1-1-1 0 0,-1 1 1 0 0,1-1-1 0 0,-1 1 1 0 0,0-1-1 0 0,1 1 1 0 0,-1-1-1 0 0,0 1 1 0 0,1-1-1 0 0,-1 1 1 0 0,0-1-1 0 0,0 0 1 0 0,1 1-1 0 0,-1-1 1 0 0,0 0-1 0 0,0 0 1 0 0,0 0-1 0 0,-1 1 1 0 0,2-2-300 0 0,-1 0 0 0 0,0 0 0 0 0,1 1 0 0 0,-1-1 0 0 0,0 0 0 0 0,1 0 0 0 0,-1 0 0 0 0,1 0 0 0 0,-1 0 0 0 0,1 0 1 0 0,0 0-1 0 0,-1 0 0 0 0,1 0 0 0 0,0 0 0 0 0,0-1 0 0 0,-1-6-3113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4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30 271 8 0 0,'-8'-39'27'0'0,"4"24"948"0"0,1-1-1 0 0,1 1 0 0 0,-1-18 1 0 0,-6-61 5637 0 0,18 123-3822 0 0,9 175-489 0 0,-16-171-2019 0 0,29 242 1407 0 0,-27-248-1588 0 0,0 1 3 0 0,-3-13-127 0 0,1-1 1 0 0,7 26-1 0 0,-5-35-600 0 0,-4-17-459 0 0,-2-17-737 0 0,-13-92-1613 0 0,-7 16 3048 0 0,7 41-46 0 0,-10-112-1 0 0,24 155 601 0 0,1 0 0 0 0,1 0 0 0 0,1 0-1 0 0,0 0 1 0 0,2 1 0 0 0,10-35 0 0 0,-14 53-113 0 0,1-1 0 0 0,0 1 1 0 0,0 0-1 0 0,0 0 0 0 0,0-1 1 0 0,1 1-1 0 0,-1 0 0 0 0,1 0 1 0 0,-1 0-1 0 0,1 0 0 0 0,-1 1 1 0 0,1-1-1 0 0,0 0 0 0 0,0 1 1 0 0,0-1-1 0 0,0 1 0 0 0,0 0 1 0 0,5-3-1 0 0,-4 3 1 0 0,1 0 1 0 0,-1 1-1 0 0,1-1 1 0 0,-1 1 0 0 0,1-1-1 0 0,-1 1 1 0 0,1 0-1 0 0,-1 0 1 0 0,1 1-1 0 0,-1-1 1 0 0,1 1-1 0 0,3 1 1 0 0,0 0 45 0 0,0 0 0 0 0,0 1 1 0 0,-1 0-1 0 0,1 0 0 0 0,-1 0 0 0 0,1 1 1 0 0,-1 0-1 0 0,0 0 0 0 0,-1 1 1 0 0,1 0-1 0 0,-1 0 0 0 0,6 7 1 0 0,-5-3 63 0 0,0 1 0 0 0,-1 0 0 0 0,0 0 0 0 0,-1 1 0 0 0,0 0 0 0 0,0-1 0 0 0,-1 1 0 0 0,-1 0 0 0 0,0 0 1 0 0,-1 1-1 0 0,0-1 0 0 0,0 0 0 0 0,-1 1 0 0 0,-2 14 0 0 0,1-13-85 0 0,-1 1 1 0 0,-1 0-1 0 0,0 0 1 0 0,-1-1-1 0 0,0 0 1 0 0,-1 0 0 0 0,-1 0-1 0 0,0 0 1 0 0,-1-1-1 0 0,0 0 1 0 0,-11 14-1 0 0,12-19-51 0 0,0 0 0 0 0,-1-1 0 0 0,0 0 0 0 0,-11 8-1 0 0,15-12-53 0 0,1 0-1 0 0,-1 0 0 0 0,0 0 0 0 0,0-1 0 0 0,0 0 0 0 0,0 1 0 0 0,0-1 0 0 0,0 0 1 0 0,-1-1-1 0 0,1 1 0 0 0,0 0 0 0 0,0-1 0 0 0,-1 0 0 0 0,1 0 0 0 0,-5 0 0 0 0,7 0-30 0 0,1 0-1 0 0,-1 0 1 0 0,1 0-1 0 0,-1-1 1 0 0,1 1-1 0 0,-1 0 1 0 0,1 0-1 0 0,0 0 0 0 0,-1 0 1 0 0,1-1-1 0 0,-1 1 1 0 0,1 0-1 0 0,0 0 1 0 0,-1-1-1 0 0,1 1 1 0 0,0 0-1 0 0,-1-1 1 0 0,1 1-1 0 0,0 0 0 0 0,0-1 1 0 0,-1 1-1 0 0,1 0 1 0 0,0-1-1 0 0,0 1 1 0 0,-1-1-1 0 0,1-1-486 0 0,0 1-1 0 0,0 0 0 0 0,0 0 1 0 0,0 0-1 0 0,1 0 0 0 0,-1-1 1 0 0,0 1-1 0 0,0 0 0 0 0,1 0 1 0 0,-1 0-1 0 0,1 0 1 0 0,0-2-1 0 0,2-2-843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5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8 0 0,'-1'1'1962'0'0,"-8"9"5421"0"0,7-8-7108 0 0,0 1 1 0 0,1-1-1 0 0,0 0 1 0 0,-1 1-1 0 0,1 0 1 0 0,0-1-1 0 0,0 1 0 0 0,-1 3 1 0 0,-5 40 980 0 0,2 1 0 0 0,2 0 0 0 0,3 70 0 0 0,1-44-539 0 0,0-19-120 0 0,8 70 0 0 0,-6-104-501 0 0,1 0-1 0 0,1 1 1 0 0,0-1 0 0 0,2-1 0 0 0,0 1 0 0 0,16 28-1 0 0,-20-43-87 0 0,0 0-1 0 0,1-1 0 0 0,-1 0 0 0 0,1 1 0 0 0,0-1 0 0 0,0-1 0 0 0,1 1 0 0 0,8 5 0 0 0,-12-8-50 0 0,0 0 0 0 0,0 0 0 0 0,0-1 0 0 0,0 1 1 0 0,0 0-1 0 0,1-1 0 0 0,-1 1 0 0 0,0-1 0 0 0,0 0 0 0 0,1 1 0 0 0,-1-1 0 0 0,0 0 0 0 0,1 0 0 0 0,-1 0 0 0 0,0 1 0 0 0,0-2 0 0 0,1 1 0 0 0,-1 0 0 0 0,0 0 0 0 0,1 0 0 0 0,-1-1 1 0 0,0 1-1 0 0,0 0 0 0 0,1-1 0 0 0,-1 1 0 0 0,0-1 0 0 0,0 0 0 0 0,0 1 0 0 0,0-1 0 0 0,0 0 0 0 0,0 0 0 0 0,0 1 0 0 0,0-1 0 0 0,0 0 0 0 0,0 0 0 0 0,0 0 0 0 0,0 0 0 0 0,-1 0 0 0 0,1-1 1 0 0,0 1-1 0 0,-1 0 0 0 0,1 0 0 0 0,0-2 0 0 0,11-25-4427 0 0,-1-2 0 0 0,9-39 0 0 0,-15 47 3077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5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50 8 0 0,'1'-12'334'0'0,"-1"8"602"0"0,1 0 0 0 0,-1 1 0 0 0,0-1 0 0 0,0 0 0 0 0,-1 0 0 0 0,1 0 0 0 0,-3-6 0 0 0,3 10-787 0 0,0 0 1 0 0,-1 0-1 0 0,1 0 1 0 0,0 0-1 0 0,0 0 1 0 0,-1 0-1 0 0,1 1 1 0 0,0-1-1 0 0,0 0 1 0 0,-1 0-1 0 0,1 0 1 0 0,0 1-1 0 0,0-1 1 0 0,0 0-1 0 0,-1 0 1 0 0,1 0-1 0 0,0 1 1 0 0,0-1-1 0 0,0 0 1 0 0,0 1-1 0 0,0-1 1 0 0,0 0-1 0 0,-1 0 1 0 0,1 1-1 0 0,0-1 1 0 0,0 0-1 0 0,0 1 1 0 0,0-1-1 0 0,0 0 1 0 0,0 0-1 0 0,0 1 1 0 0,0-1 0 0 0,0 0-1 0 0,0 1 1 0 0,0-1-1 0 0,1 0 1 0 0,-1 1-1 0 0,-3 16 636 0 0,2 19 53 0 0,2 0 0 0 0,1 1 0 0 0,8 37-1 0 0,-5-36-512 0 0,2 11 322 0 0,20 77-1 0 0,-21-107-542 0 0,0-1 0 0 0,1 0-1 0 0,1 0 1 0 0,0-1 0 0 0,2 0 0 0 0,0 0-1 0 0,14 17 1 0 0,-21-30-78 0 0,1 0-1 0 0,0 0 1 0 0,0 0-1 0 0,0 0 1 0 0,1 0 0 0 0,-1-1-1 0 0,7 4 1 0 0,-10-6-22 0 0,1 0-1 0 0,-1-1 1 0 0,0 1 0 0 0,0-1-1 0 0,1 0 1 0 0,-1 1 0 0 0,0-1-1 0 0,0 0 1 0 0,1 0-1 0 0,-1 0 1 0 0,0 0 0 0 0,1 0-1 0 0,-1 0 1 0 0,0 0 0 0 0,1 0-1 0 0,-1 0 1 0 0,0 0 0 0 0,1-1-1 0 0,-1 1 1 0 0,0-1 0 0 0,0 1-1 0 0,0-1 1 0 0,1 1 0 0 0,-1-1-1 0 0,0 0 1 0 0,0 0 0 0 0,0 1-1 0 0,0-1 1 0 0,0 0-1 0 0,0 0 1 0 0,0 0 0 0 0,0 0-1 0 0,-1 0 1 0 0,1 0 0 0 0,0 0-1 0 0,0-2 1 0 0,10-16-13 0 0,-2 0-1 0 0,0 0 1 0 0,-1-1-1 0 0,-2 0 1 0 0,0 0 0 0 0,5-27-1 0 0,-3-6-2 0 0,3-69-1 0 0,-11-30-24 0 0,-2 63 36 0 0,2 88 62 0 0,-3 19-153 0 0,0 17 118 0 0,2 1-1 0 0,3 47 1 0 0,1-3 110 0 0,-3-27-69 0 0,2 1 0 0 0,3-1-1 0 0,19 83 1 0 0,-20-119-97 0 0,4 14-705 0 0,-11-71-2933 0 0,-1-2-3568 0 0,4 28 5480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6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0 8 0 0,'-4'5'0'0'0,"-1"0"8"0"0,2 0 16 0 0,1 0 16 0 0,0 0 72 0 0,2-3 176 0 0,0 3-192 0 0,0-3-48 0 0,2 1-264 0 0,0-3-80 0 0,1 2 256 0 0,-3 0 32 0 0,2-2-48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8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53 8 0 0,'-4'-4'1164'0'0,"-18"-22"7707"0"0,22 26-8758 0 0,-1-1-1 0 0,1 1 1 0 0,0-1 0 0 0,-1 1-1 0 0,1-1 1 0 0,0 1 0 0 0,-1-1-1 0 0,1 0 1 0 0,0 1 0 0 0,0-1-1 0 0,0 1 1 0 0,0-1-1 0 0,0 1 1 0 0,0-1 0 0 0,0 0-1 0 0,0 1 1 0 0,0-1 0 0 0,0 0-1 0 0,0 1 1 0 0,0-1 0 0 0,0 1-1 0 0,0-1 1 0 0,0 1 0 0 0,1-1-1 0 0,-1 0 1 0 0,0 1-1 0 0,0-1 1 0 0,1 1 0 0 0,-1-1-1 0 0,0 1 1 0 0,1-1 0 0 0,-1 1-1 0 0,1-1 1 0 0,-1 1 0 0 0,1 0-1 0 0,-1-1 1 0 0,0 1 0 0 0,1-1-1 0 0,0 1 1 0 0,-1 0-1 0 0,1 0 1 0 0,-1-1 0 0 0,1 1-1 0 0,-1 0 1 0 0,1 0 0 0 0,-1 0-1 0 0,2-1 1 0 0,-2 1-58 0 0,1 1 0 0 0,0-1 0 0 0,-1 0 0 0 0,1 0 0 0 0,0 0 0 0 0,-1 0 0 0 0,1 1 0 0 0,0-1 0 0 0,-1 0 0 0 0,1 1 0 0 0,-1-1-1 0 0,1 0 1 0 0,0 1 0 0 0,-1-1 0 0 0,1 1 0 0 0,-1-1 0 0 0,0 1 0 0 0,1-1 0 0 0,-1 1 0 0 0,1-1 0 0 0,-1 1 0 0 0,0 0 0 0 0,1-1 0 0 0,-1 1 0 0 0,0-1 0 0 0,1 1 0 0 0,-1 0 0 0 0,0-1 0 0 0,0 1 0 0 0,0 0 0 0 0,0-1 0 0 0,0 1 0 0 0,0 1 0 0 0,5 26 454 0 0,8 279 1386 0 0,-11-179-1324 0 0,1-74-193 0 0,11 70 0 0 0,-14-123-375 0 0,0 0 1 0 0,0 0 0 0 0,0 0-1 0 0,0-1 1 0 0,1 1 0 0 0,-1 0-1 0 0,0 0 1 0 0,0 0 0 0 0,1 0-1 0 0,-1 0 1 0 0,0 0 0 0 0,1-1-1 0 0,-1 1 1 0 0,1 0 0 0 0,-1 0-1 0 0,1-1 1 0 0,0 1-1 0 0,-1 0 1 0 0,1-1 0 0 0,0 1-1 0 0,-1 0 1 0 0,1-1 0 0 0,0 1-1 0 0,-1-1 1 0 0,1 1 0 0 0,0-1-1 0 0,0 0 1 0 0,0 1 0 0 0,0-1-1 0 0,0 0 1 0 0,-1 1 0 0 0,1-1-1 0 0,0 0 1 0 0,0 0-1 0 0,0 0 1 0 0,0 0 0 0 0,0 0-1 0 0,0 0 1 0 0,0 0 0 0 0,0 0-1 0 0,0 0 1 0 0,-1-1 0 0 0,1 1-1 0 0,0 0 1 0 0,0 0 0 0 0,1-2-1 0 0,4 0 9 0 0,0-1-1 0 0,0-1 1 0 0,-1 1-1 0 0,0-1 0 0 0,9-7 1 0 0,99-88-151 0 0,-92 80-17 0 0,18-12-707 0 0,-38 30 657 0 0,25-16-2114 0 0,-15 5-5975 0 0,-11 9 6338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1:49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32 456 0 0,'-9'-5'748'0'0,"-10"-9"2890"0"0,18 8-1250 0 0,13 0 1 0 0,-10 6-2162 0 0,1 0 0 0 0,-1 0-1 0 0,1 0 1 0 0,-1 0-1 0 0,0 0 1 0 0,1 1 0 0 0,-1-1-1 0 0,0 1 1 0 0,1 0-1 0 0,-1-1 1 0 0,0 1 0 0 0,0 0-1 0 0,3 2 1 0 0,30 20 861 0 0,-27-18-772 0 0,20 15 395 0 0,-1 1 0 0 0,-1 1 0 0 0,34 36 0 0 0,-47-42-439 0 0,0 0-1 0 0,0 1 1 0 0,-1 0 0 0 0,-2 1-1 0 0,1 0 1 0 0,14 39-1 0 0,-15-25-65 0 0,-1 0 0 0 0,-1 0-1 0 0,5 53 1 0 0,-11-60-162 0 0,-1-1-1 0 0,-1 1 1 0 0,-2-1-1 0 0,0 1 1 0 0,-9 38 0 0 0,8-52-71 0 0,0 0 1 0 0,-1 0 0 0 0,0-1-1 0 0,-1 1 1 0 0,-12 18 0 0 0,15-26-167 0 0,0 0 0 0 0,-1 1 1 0 0,0-2-1 0 0,0 1 0 0 0,0 0 1 0 0,0 0-1 0 0,0-1 0 0 0,0 0 1 0 0,-4 3-1 0 0,5-4-164 0 0,0 0 1 0 0,0-1 0 0 0,-1 1-1 0 0,1 0 1 0 0,0-1-1 0 0,0 1 1 0 0,-1-1-1 0 0,1 0 1 0 0,0 0-1 0 0,0 1 1 0 0,-1-2-1 0 0,1 1 1 0 0,0 0 0 0 0,-1 0-1 0 0,1-1 1 0 0,-4-1-1 0 0,-9-6-2426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23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62 512 0 0,'-3'-1'143'0'0,"0"1"1"0"0,0-1-1 0 0,0 0 0 0 0,1 0 0 0 0,-1 0 1 0 0,0 0-1 0 0,1 0 0 0 0,-1-1 0 0 0,1 1 1 0 0,-1-1-1 0 0,1 0 0 0 0,0 1 1 0 0,-1-1-1 0 0,1 0 0 0 0,0 0 0 0 0,0 0 1 0 0,1-1-1 0 0,-1 1 0 0 0,0 0 0 0 0,1-1 1 0 0,-1 1-1 0 0,1-1 0 0 0,0 0 0 0 0,0 1 1 0 0,-1-6-1 0 0,-1-3 3006 0 0,6 18-291 0 0,14 19-893 0 0,60 39 528 0 0,-57-44-2307 0 0,-1 0-1 0 0,-1 2 1 0 0,19 30 0 0 0,-28-40-119 0 0,-1 1 0 0 0,-1 1 1 0 0,-1-1-1 0 0,0 1 0 0 0,0 0 1 0 0,-2 1-1 0 0,5 22 0 0 0,-8-19 92 0 0,0 0 1 0 0,-2 0-1 0 0,0 0 0 0 0,-1-1 0 0 0,0 1 0 0 0,-2 0 0 0 0,0-1 0 0 0,-1 0 0 0 0,-1 0 0 0 0,-9 18 0 0 0,6-15 37 0 0,0-1 0 0 0,-23 35 0 0 0,20-33-162 0 0,2-1-1 0 0,0 2 0 0 0,1-1 1 0 0,-10 39-1 0 0,4-12 124 0 0,11-34-119 0 0,1 0 0 0 0,1 0-1 0 0,0 0 1 0 0,1 26-1 0 0,1-38-29 0 0,0 0 0 0 0,0 0 1 0 0,1-1-1 0 0,-1 1 0 0 0,1 0 0 0 0,0-1 0 0 0,0 1 0 0 0,0 0 0 0 0,0-1 0 0 0,1 1 0 0 0,-1-1 0 0 0,1 1 0 0 0,-1-1 0 0 0,3 3 0 0 0,32 27 47 0 0,-32-29-39 0 0,-1 0-17 0 0,2-1 0 0 0,-1 0-1 0 0,0 0 1 0 0,0 0-1 0 0,10 2 1 0 0,14 7 81 0 0,-21-7-63 0 0,2 1 5 0 0,0 0-1 0 0,-1 0 0 0 0,1 1 0 0 0,-1 0 1 0 0,0 1-1 0 0,-1 0 0 0 0,1 0 0 0 0,-2 0 1 0 0,1 1-1 0 0,6 10 0 0 0,-1 1 30 0 0,-7-11-13 0 0,0-1 0 0 0,0 2 0 0 0,-1-1 0 0 0,0 0 0 0 0,0 1 0 0 0,-1 0 0 0 0,3 13 0 0 0,-4-12-8 0 0,-1-1-1 0 0,0 1 1 0 0,0-1 0 0 0,-1 1-1 0 0,0 0 1 0 0,-1-1 0 0 0,-3 16-1 0 0,-18 96 173 0 0,21-105-179 0 0,0-1-1 0 0,1 0 0 0 0,0 1 0 0 0,2-1 0 0 0,5 30 0 0 0,-5-40-19 0 0,-1 1 1 0 0,0 1 0 0 0,1-1 0 0 0,0 1 1 0 0,0-1-1 0 0,1 0 0 0 0,-1 0 0 0 0,1 0 1 0 0,1 0-1 0 0,-1-1 0 0 0,6 7 0 0 0,23 38 34 0 0,-20-38-25 0 0,0 1 0 0 0,0 0 1 0 0,-1 1-1 0 0,-1 0 0 0 0,-1 1 1 0 0,0 0-1 0 0,-1 0 0 0 0,10 26 1 0 0,-15-32-17 0 0,0-1 0 0 0,-1 0 0 0 0,0 1 0 0 0,0-1 0 0 0,-1 1 0 0 0,0 0 0 0 0,-1 0 0 0 0,0-1 0 0 0,0 1 0 0 0,-1 0 0 0 0,0-1 0 0 0,-4 17 0 0 0,0-6-464 0 0,1 1-1 0 0,0-1 1 0 0,0 27-1 0 0,-3 14-2187 0 0,5-42 1150 0 0,1 0-1 0 0,1 0 1 0 0,4 31 0 0 0,-2-25-1471 0 0,0-9 1488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26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64 178 512 0 0,'-1'-10'1619'0'0,"0"0"1"0"0,-1 1-1 0 0,-3-15 0 0 0,5 22-1070 0 0,16 75 9068 0 0,25 149-7684 0 0,-35-178-1637 0 0,26 156 459 0 0,-27-177-720 0 0,-3-10-240 0 0,-1-32-114 0 0,-2-13-659 0 0,-1 0 0 0 0,-2 1 0 0 0,-1-1 1 0 0,-12-40-1 0 0,1 21-395 0 0,-40-86 1 0 0,41 105 1347 0 0,-14-46 1 0 0,25 69 82 0 0,2-1 0 0 0,0 0 0 0 0,0 0 0 0 0,0 0 0 0 0,2 0 0 0 0,-1 0 0 0 0,1 0 0 0 0,0 0 0 0 0,3-15 0 0 0,-2 21-4 0 0,0 1 0 0 0,0-1 0 0 0,0 1 0 0 0,0 0 0 0 0,1-1 1 0 0,-1 1-1 0 0,1 0 0 0 0,0 0 0 0 0,0 0 0 0 0,0 0 0 0 0,0 1 0 0 0,0-1 1 0 0,1 1-1 0 0,-1-1 0 0 0,1 1 0 0 0,-1 0 0 0 0,1-1 0 0 0,0 1 0 0 0,0 1 0 0 0,0-1 1 0 0,0 0-1 0 0,0 1 0 0 0,1 0 0 0 0,-1-1 0 0 0,0 1 0 0 0,1 1 0 0 0,-1-1 1 0 0,1 0-1 0 0,-1 1 0 0 0,1 0 0 0 0,-1 0 0 0 0,5 0 0 0 0,-2 0 35 0 0,0 1 0 0 0,0 0 0 0 0,-1 0-1 0 0,1 0 1 0 0,0 1 0 0 0,0 0-1 0 0,-1 0 1 0 0,1 0 0 0 0,-1 1 0 0 0,0 0-1 0 0,0 0 1 0 0,0 0 0 0 0,0 1 0 0 0,0-1-1 0 0,-1 1 1 0 0,0 0 0 0 0,0 1 0 0 0,6 6-1 0 0,-3 1 78 0 0,0 0 0 0 0,0 1-1 0 0,-1 0 1 0 0,-1 0 0 0 0,0 1-1 0 0,-1-1 1 0 0,-1 1 0 0 0,0 0-1 0 0,0 0 1 0 0,-2 0 0 0 0,1 1-1 0 0,-2-1 1 0 0,0 0 0 0 0,-3 23-1 0 0,2-27-151 0 0,-1 1-1 0 0,0-1 0 0 0,-1 0 0 0 0,0 0 1 0 0,0 0-1 0 0,-1 0 0 0 0,0-1 0 0 0,-1 0 1 0 0,0 1-1 0 0,-1-2 0 0 0,0 1 0 0 0,0-1 1 0 0,0 1-1 0 0,-1-2 0 0 0,-1 1 0 0 0,1-1 1 0 0,-1 0-1 0 0,0-1 0 0 0,-1 0 0 0 0,-13 8 1 0 0,20-13-134 0 0,1 0 0 0 0,-1-1 1 0 0,0 1-1 0 0,0-1 0 0 0,0 1 0 0 0,0-1 1 0 0,0 1-1 0 0,0-1 0 0 0,0 0 1 0 0,0 0-1 0 0,0 0 0 0 0,0 0 0 0 0,0 0 1 0 0,0-1-1 0 0,0 1 0 0 0,0 0 0 0 0,-2-2 1 0 0,3 2-275 0 0,0-1 1 0 0,-1 0-1 0 0,1 1 1 0 0,0-1 0 0 0,0 0-1 0 0,-1 0 1 0 0,1 0-1 0 0,0 0 1 0 0,0 0-1 0 0,0 0 1 0 0,0 0 0 0 0,0 0-1 0 0,0-1 1 0 0,-1-2-1 0 0,-1-3-2450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0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3 211 512 0 0,'-2'-40'203'0'0,"1"-30"-115"0"0,2 64 394 0 0,0 1-1 0 0,0-1 0 0 0,0 1 1 0 0,1-1-1 0 0,2-7 0 0 0,34-46 3551 0 0,-38 59-3940 0 0,0 0 0 0 0,0 0 0 0 0,0 0 0 0 0,0 0 0 0 0,0 0-1 0 0,0 0 1 0 0,0 0 0 0 0,1 1 0 0 0,-1-1 0 0 0,0 0 0 0 0,0 0 0 0 0,0 0 0 0 0,0 0 0 0 0,0 0 0 0 0,0 0-1 0 0,0 0 1 0 0,0 0 0 0 0,0 0 0 0 0,0 0 0 0 0,1 0 0 0 0,-1 0 0 0 0,0 0 0 0 0,0 0 0 0 0,0 0 0 0 0,0 1-1 0 0,0-1 1 0 0,0 0 0 0 0,0 0 0 0 0,1 0 0 0 0,-1 0 0 0 0,0 0 0 0 0,0 0 0 0 0,0-1 0 0 0,0 1 0 0 0,0 0 0 0 0,0 0-1 0 0,0 0 1 0 0,1 0 0 0 0,-1 0 0 0 0,0 0 0 0 0,0 0 0 0 0,0 0 0 0 0,0 0 0 0 0,0 0 0 0 0,0 0 0 0 0,0 0-1 0 0,0 0 1 0 0,0 0 0 0 0,1 0 0 0 0,-1-1 0 0 0,0 24 1454 0 0,-6 30-736 0 0,0-12-229 0 0,-3 62 0 0 0,4-22-147 0 0,3-36-215 0 0,1 1 0 0 0,3 0-1 0 0,2-1 1 0 0,2 0 0 0 0,12 52-1 0 0,-13-79-177 0 0,0 1-1 0 0,1-1 0 0 0,1 0 0 0 0,9 17 0 0 0,-12-26-28 0 0,1 0-1 0 0,0 0 0 0 0,1-1 0 0 0,0 0 0 0 0,0 0 0 0 0,1-1 0 0 0,0 0 0 0 0,0 0 0 0 0,12 8 1 0 0,-14-12-44 0 0,0 0 1 0 0,1 0-1 0 0,-1-1 1 0 0,1 1-1 0 0,0-1 1 0 0,0-1-1 0 0,0 1 1 0 0,0-1-1 0 0,0 0 1 0 0,0-1-1 0 0,0 1 1 0 0,0-1-1 0 0,0-1 1 0 0,0 1-1 0 0,0-1 1 0 0,0 0-1 0 0,0 0 1 0 0,0-1-1 0 0,8-2 1 0 0,-8 2-312 0 0,-1-1 1 0 0,1 1-1 0 0,-1-1 1 0 0,0 0-1 0 0,0-1 1 0 0,0 1-1 0 0,-1-1 1 0 0,9-8-1 0 0,-10 9-359 0 0,0-1 0 0 0,0 0 1 0 0,0 0-1 0 0,-1 0 0 0 0,1-1 0 0 0,-1 1 0 0 0,0-1 0 0 0,0 1 0 0 0,-1-1 0 0 0,1 1 0 0 0,0-8 0 0 0,0-2-820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1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61 8 0 0,'-5'-5'1219'0'0,"1"0"-1"0"0,1 0 1 0 0,-1 0 0 0 0,1 0-1 0 0,0-1 1 0 0,0 1 0 0 0,0-1-1 0 0,1 0 1 0 0,-2-6 0 0 0,4 11-621 0 0,0 33 1620 0 0,11 103-909 0 0,22 175 350 0 0,-33-305-1621 0 0,2 3 61 0 0,-1 0 0 0 0,1-1 0 0 0,0 1 0 0 0,6 14 1 0 0,-7-21-86 0 0,-1 0 1 0 0,1 0-1 0 0,-1 0 1 0 0,1 0-1 0 0,-1 0 1 0 0,1 0 0 0 0,0 0-1 0 0,0 0 1 0 0,-1-1-1 0 0,1 1 1 0 0,0 0-1 0 0,0 0 1 0 0,0-1-1 0 0,0 1 1 0 0,0 0 0 0 0,0-1-1 0 0,0 1 1 0 0,0-1-1 0 0,0 1 1 0 0,0-1-1 0 0,1 0 1 0 0,-1 1 0 0 0,0-1-1 0 0,0 0 1 0 0,0 0-1 0 0,0 0 1 0 0,0 0-1 0 0,1 0 1 0 0,-1 0-1 0 0,0 0 1 0 0,0 0 0 0 0,0-1-1 0 0,0 1 1 0 0,0 0-1 0 0,1-1 1 0 0,-1 1-1 0 0,0 0 1 0 0,0-1-1 0 0,0 0 1 0 0,0 1 0 0 0,2-2-1 0 0,29-20 193 0 0,-23 16-160 0 0,1-1 0 0 0,-1 1 0 0 0,1 1 0 0 0,0-1 0 0 0,1 2 0 0 0,-1-1 0 0 0,21-4 0 0 0,-29 8-55 0 0,0 1-1 0 0,0 0 1 0 0,1 0 0 0 0,-1 0-1 0 0,0 0 1 0 0,0 0 0 0 0,0 0-1 0 0,1 0 1 0 0,-1 1 0 0 0,0-1-1 0 0,0 1 1 0 0,0 0 0 0 0,0-1-1 0 0,0 1 1 0 0,4 2 0 0 0,10 2-1771 0 0,2-5-6125 0 0,-13-2 6471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2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13 8 0 0,'-1'-12'3368'0'0,"0"17"2049"0"0,-1 14-768 0 0,2-7-5262 0 0,27 210 4082 0 0,-18-160-3046 0 0,3 25-2 0 0,34 121 1 0 0,-44-198-565 0 0,-1-5-293 0 0,0 0 1 0 0,1-1 0 0 0,-1 1-1 0 0,1-1 1 0 0,2 6-1 0 0,-4-13-5178 0 0,-2 2 3157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4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7 8 0 0,'0'0'80'0'0,"0"-1"0"0"0,0 1 1 0 0,0 0-1 0 0,0 0 0 0 0,0 0 0 0 0,0-1 1 0 0,0 1-1 0 0,0 0 0 0 0,0 0 0 0 0,0 0 1 0 0,0-1-1 0 0,0 1 0 0 0,0 0 0 0 0,0 0 0 0 0,0 0 1 0 0,0-1-1 0 0,0 1 0 0 0,0 0 0 0 0,-1 0 1 0 0,1 0-1 0 0,0-1 0 0 0,0 1 0 0 0,0 0 0 0 0,0 0 1 0 0,0 0-1 0 0,0 0 0 0 0,-1-1 0 0 0,1 1 1 0 0,0 0-1 0 0,0 0 0 0 0,0 0 0 0 0,0 0 1 0 0,-1 0-1 0 0,1 0 0 0 0,0 0 0 0 0,0 0 0 0 0,0-1 1 0 0,-1 1-1 0 0,1 0 0 0 0,0 0 0 0 0,0 0 1 0 0,-1 0-1 0 0,1 0 0 0 0,0 0 0 0 0,0 0 1 0 0,0 0-1 0 0,-1 0 0 0 0,1 0 0 0 0,0 0 0 0 0,0 0 1 0 0,0 1-1 0 0,-1-1 0 0 0,1 0 0 0 0,0 0 1 0 0,0 0-1 0 0,0 0 0 0 0,-1 0 0 0 0,1 0 1 0 0,0 0-1 0 0,0 1 0 0 0,-1-1 190 0 0,0 1 1 0 0,1-1-1 0 0,-1 1 1 0 0,0 0-1 0 0,1-1 1 0 0,-1 1-1 0 0,0 0 1 0 0,1-1-1 0 0,-1 1 1 0 0,1 0-1 0 0,-1 0 1 0 0,1 0-1 0 0,0-1 1 0 0,-1 1-1 0 0,0 2 1 0 0,-3 33 814 0 0,1 0 0 0 0,2 0 0 0 0,4 52 0 0 0,21 109-262 0 0,-23-191-744 0 0,1 8 11 0 0,5 37 306 0 0,16 54 0 0 0,-20-92-328 0 0,1 0-1 0 0,1 0 1 0 0,0-1-1 0 0,1 1 1 0 0,0-1-1 0 0,1 0 0 0 0,0-1 1 0 0,1 0-1 0 0,13 15 1 0 0,-18-23-50 0 0,0 0 1 0 0,0 0-1 0 0,1-1 1 0 0,-1 1 0 0 0,1-1-1 0 0,-1 0 1 0 0,1 0-1 0 0,0 0 1 0 0,0 0-1 0 0,0-1 1 0 0,0 0-1 0 0,0 0 1 0 0,0 0-1 0 0,7 1 1 0 0,-8-2 3 0 0,0 0 0 0 0,-1 0 0 0 0,1 0-1 0 0,0-1 1 0 0,0 1 0 0 0,0-1 0 0 0,-1 0 0 0 0,1 0-1 0 0,0 0 1 0 0,0 0 0 0 0,-1 0 0 0 0,1 0 0 0 0,-1-1 0 0 0,0 1-1 0 0,1-1 1 0 0,-1 0 0 0 0,0 0 0 0 0,0 0 0 0 0,0 0-1 0 0,0 0 1 0 0,0 0 0 0 0,2-3 0 0 0,4-8 48 0 0,-1 0 1 0 0,0 0-1 0 0,-1-1 1 0 0,-1 0-1 0 0,0 0 1 0 0,0 0-1 0 0,4-28 0 0 0,-5 13 8 0 0,-1 0-1 0 0,-2 0 0 0 0,-2-32 0 0 0,0 44-45 0 0,-1 0 1 0 0,0 0-1 0 0,-1 1 0 0 0,-1 0 1 0 0,-1-1-1 0 0,-1 1 1 0 0,-7-16-1 0 0,13 31-28 0 0,-1 0-1 0 0,1 0 1 0 0,-1 0 0 0 0,1 0 0 0 0,-1 0 0 0 0,0 0 0 0 0,1 0-1 0 0,-1 0 1 0 0,0 0 0 0 0,0 0 0 0 0,0 0 0 0 0,0 0-1 0 0,0 0 1 0 0,0 1 0 0 0,0-1 0 0 0,0 0 0 0 0,0 1 0 0 0,0-1-1 0 0,0 1 1 0 0,0-1 0 0 0,0 1 0 0 0,0-1 0 0 0,-1 1-1 0 0,1 0 1 0 0,0 0 0 0 0,0 0 0 0 0,-1 0 0 0 0,1-1 0 0 0,0 2-1 0 0,0-1 1 0 0,-1 0 0 0 0,1 0 0 0 0,0 0 0 0 0,0 0-1 0 0,0 1 1 0 0,-2 0 0 0 0,1 0 1 0 0,0 0 0 0 0,0 0 0 0 0,0 1 1 0 0,0-1-1 0 0,0 0 0 0 0,1 1 0 0 0,-1 0 0 0 0,1-1 0 0 0,-1 1 0 0 0,1 0 1 0 0,-1 0-1 0 0,1 0 0 0 0,0 0 0 0 0,0 0 0 0 0,0 0 0 0 0,0 0 0 0 0,0 0 1 0 0,1 0-1 0 0,-2 3 0 0 0,-2 26-2 0 0,1 1-1 0 0,3 51 1 0 0,0-49 36 0 0,0-32-43 0 0,4 90-40 0 0,-3-85 37 0 0,0 0 1 0 0,0 0-1 0 0,1 0 0 0 0,0 0 0 0 0,0 0 1 0 0,0 0-1 0 0,1 0 0 0 0,0-1 1 0 0,1 1-1 0 0,5 7 0 0 0,-8-12-11 0 0,0-1-1 0 0,1 1 1 0 0,-1-1-1 0 0,1 0 1 0 0,-1 0-1 0 0,1 0 1 0 0,-1 0-1 0 0,1 0 1 0 0,0 0-1 0 0,-1 0 1 0 0,1 0-1 0 0,0-1 1 0 0,0 1-1 0 0,0 0 1 0 0,-1-1 0 0 0,1 0-1 0 0,0 1 1 0 0,0-1-1 0 0,2 0 1 0 0,0-1-139 0 0,0 1 1 0 0,0-1 0 0 0,0 1 0 0 0,0-1 0 0 0,0-1 0 0 0,-1 1-1 0 0,1 0 1 0 0,6-5 0 0 0,-1 2-542 0 0,-1-2 0 0 0,-1 1 0 0 0,1-1 0 0 0,-1 0 0 0 0,0-1 0 0 0,0 1 0 0 0,6-10 0 0 0,1-3-1486 0 0,-2 2 852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4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8 8 0 0,'-31'-7'5058'0'0,"31"7"-4977"0"0,0 0 0 0 0,0 0-1 0 0,-1 0 1 0 0,1 0-1 0 0,0 0 1 0 0,0 0-1 0 0,0 0 1 0 0,0 0-1 0 0,0 0 1 0 0,-1 0-1 0 0,1 0 1 0 0,0 0-1 0 0,0 0 1 0 0,0 0-1 0 0,0 1 1 0 0,0-1-1 0 0,-1 0 1 0 0,1 0-1 0 0,0 0 1 0 0,0 0-1 0 0,0 0 1 0 0,0 0 0 0 0,0 1-1 0 0,0-1 1 0 0,0 0-1 0 0,0 0 1 0 0,0 0-1 0 0,0 0 1 0 0,-1 0-1 0 0,1 1 1 0 0,0-1-1 0 0,0 0 1 0 0,0 0-1 0 0,0 0 1 0 0,0 0-1 0 0,0 1 1 0 0,0-1-1 0 0,0 0 1 0 0,0 0-1 0 0,0 0 1 0 0,0 0-1 0 0,1 1 1 0 0,-1-1-1 0 0,0 0 1 0 0,10 16 1430 0 0,18 19-202 0 0,-1 0-1 0 0,-3 2 1 0 0,41 78-1 0 0,-54-89-978 0 0,0 1 0 0 0,-2-1 0 0 0,0 2 0 0 0,-2-1 0 0 0,-2 1 0 0 0,0 0 0 0 0,1 39 0 0 0,-6-3 17 0 0,-10 94 0 0 0,5-119-318 0 0,-3 0 0 0 0,-1 0 0 0 0,-22 61 0 0 0,27-91-193 0 0,0 1 0 0 0,0-1-1 0 0,-1-1 1 0 0,0 1-1 0 0,-1 0 1 0 0,0-1 0 0 0,0 0-1 0 0,-1-1 1 0 0,0 1-1 0 0,-8 6 1 0 0,14-13-128 0 0,0-1-1 0 0,0 1 1 0 0,0-1-1 0 0,0 0 1 0 0,0 1 0 0 0,0-1-1 0 0,-1 0 1 0 0,1 0-1 0 0,0 1 1 0 0,0-1-1 0 0,0 0 1 0 0,0 0 0 0 0,0 0-1 0 0,0 0 1 0 0,0-1-1 0 0,0 1 1 0 0,0 0 0 0 0,-2-1-1 0 0,-4-5-2426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5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34 512 0 0,'-13'10'-42'0'0,"1"7"4393"0"0,11-16-4167 0 0,1-1 1 0 0,0 0 0 0 0,0 1 0 0 0,0-1-1 0 0,0 1 1 0 0,0-1 0 0 0,-1 1-1 0 0,1-1 1 0 0,0 1 0 0 0,0-1-1 0 0,0 1 1 0 0,0-1 0 0 0,1 1-1 0 0,-1-1 1 0 0,0 1 0 0 0,0-1-1 0 0,0 1 1 0 0,0-1 0 0 0,0 1-1 0 0,1-1 1 0 0,-1 1 0 0 0,0-1-1 0 0,0 0 1 0 0,1 1 0 0 0,0 0-3 0 0,0 0 1 0 0,0 0 0 0 0,0-1-1 0 0,0 1 1 0 0,0 0-1 0 0,1-1 1 0 0,-1 1 0 0 0,0-1-1 0 0,0 1 1 0 0,1-1 0 0 0,-1 0-1 0 0,0 0 1 0 0,3 1 0 0 0,13 0 149 0 0,-1-1 1 0 0,1-1 0 0 0,0 0 0 0 0,0-1-1 0 0,-1-1 1 0 0,1 0 0 0 0,-1-2-1 0 0,0 0 1 0 0,25-10 0 0 0,-17 5-309 0 0,0 2 0 0 0,28-6 0 0 0,-41 12-241 0 0,0 0 0 0 0,1 1 0 0 0,-1 0 0 0 0,1 1 0 0 0,-1 0 0 0 0,1 1 0 0 0,11 1 0 0 0,-23-1 181 0 0,0-1 1 0 0,0 0 0 0 0,0 0 0 0 0,0 0-1 0 0,0 0 1 0 0,0 0 0 0 0,1 0-1 0 0,-1 0 1 0 0,0 1 0 0 0,0-1 0 0 0,0 0-1 0 0,0 0 1 0 0,1 0 0 0 0,-1 0 0 0 0,0 0-1 0 0,0 0 1 0 0,0 0 0 0 0,1 0 0 0 0,-1 0-1 0 0,0 0 1 0 0,0 0 0 0 0,0 0-1 0 0,1 0 1 0 0,-1 0 0 0 0,0 0 0 0 0,0 0-1 0 0,0 0 1 0 0,0 0 0 0 0,1 0 0 0 0,-1 0-1 0 0,0 0 1 0 0,0-1 0 0 0,0 1 0 0 0,0 0-1 0 0,1 0 1 0 0,-1 0 0 0 0,0 0-1 0 0,0 0 1 0 0,0 0 0 0 0,0 0 0 0 0,0-1-1 0 0,0 1 1 0 0,1 0 0 0 0,-1 0 0 0 0,0 0-1 0 0,0 0 1 0 0,0-1 0 0 0,0 1 0 0 0,0 0-1 0 0,0 0 1 0 0,0 0 0 0 0,0-1 0 0 0,0 1-1 0 0,0 0 1 0 0,0 0 0 0 0,0 0-1 0 0,0 0 1 0 0,0-1 0 0 0,0 1 0 0 0,0 0-1 0 0,0 0 1 0 0,0 0 0 0 0,0-1 0 0 0,0 1-1 0 0,0 0 1 0 0,0 0 0 0 0,-9-7-4497 0 0,6 7 2714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35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88 0 0,'20'23'2776'0'0,"-17"-18"-1843"0"0,1 0 0 0 0,0-1 0 0 0,0 1 0 0 0,1-1 0 0 0,-1 0 0 0 0,9 5 0 0 0,111 62 4784 0 0,-108-63-5625 0 0,1-1 1 0 0,-1-1-1 0 0,1-1 1 0 0,0 0-1 0 0,1-1 1 0 0,19 2-1 0 0,-31-5-265 0 0,-1 0-97 0 0,0-1 1 0 0,1 0-1 0 0,-1 1 1 0 0,0-1-1 0 0,0-1 1 0 0,1 1-1 0 0,-1-1 1 0 0,5-1-1 0 0,-1-1-2150 0 0,1 3-246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0:52:46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22096,'7317'0'0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49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3 258 512 0 0,'-1'-27'-61'0'0,"1"21"793"0"0,-1-1 0 0 0,1 1-1 0 0,0-1 1 0 0,0 0 0 0 0,1 1 0 0 0,0-1 0 0 0,3-10-1 0 0,-3 13-336 0 0,1-1 0 0 0,-2 0-1 0 0,1 0 1 0 0,0 1 0 0 0,-1-1-1 0 0,0-5 1 0 0,0 8-195 0 0,-1-1-1 0 0,1 0 1 0 0,0 1-1 0 0,0-1 1 0 0,0 0-1 0 0,1 1 1 0 0,-1-1-1 0 0,1 0 1 0 0,-1 1-1 0 0,1-1 1 0 0,0 1-1 0 0,0-1 1 0 0,0 1-1 0 0,0-1 1 0 0,1 1-1 0 0,-1 0 1 0 0,1-1-1 0 0,-1 1 1 0 0,1 0 0 0 0,0 0-1 0 0,2-2 1 0 0,2-1 1180 0 0,0 0 358 0 0,-3 19-945 0 0,-1 22-36 0 0,8 49 1 0 0,2 23-122 0 0,-10-65-226 0 0,3 0 0 0 0,13 58 0 0 0,-10-55-65 0 0,2 46 0 0 0,-4-35-166 0 0,-6-54-184 0 0,0-1 1 0 0,1 0-1 0 0,-1 0 0 0 0,1 0 0 0 0,0 0 0 0 0,0 0 0 0 0,0 0 0 0 0,0 0 0 0 0,0 0 1 0 0,0 0-1 0 0,2 2 0 0 0,-3-4 3 0 0,0 0 1 0 0,0 1 0 0 0,1-1-1 0 0,-1 0 1 0 0,0 0-1 0 0,0 0 1 0 0,0 0-1 0 0,0 0 1 0 0,0 1 0 0 0,1-1-1 0 0,-1 0 1 0 0,0 0-1 0 0,0 0 1 0 0,0 0-1 0 0,0 0 1 0 0,1 0 0 0 0,-1 0-1 0 0,0 0 1 0 0,0 0-1 0 0,0 0 1 0 0,1 0-1 0 0,-1 0 1 0 0,0 0 0 0 0,0 0-1 0 0,0 0 1 0 0,1 0-1 0 0,-1 0 1 0 0,0 0-1 0 0,0 0 1 0 0,0 0 0 0 0,0 0-1 0 0,1 0 1 0 0,-1 0-1 0 0,0 0 1 0 0,0 0-1 0 0,0 0 1 0 0,0 0 0 0 0,1-1-1 0 0,-1 1 1 0 0,3-16-10 0 0,-6-49-302 0 0,-13-75 0 0 0,10 97 170 0 0,-4-13 75 0 0,4 32 4 0 0,-2-36 0 0 0,5 25 93 0 0,2 21-42 0 0,-1 0 0 0 0,2 0 0 0 0,0 0 0 0 0,1 0 0 0 0,0 0 0 0 0,3-13 0 0 0,-1 14 12 0 0,1 1-1 0 0,0 0 1 0 0,0 1 0 0 0,1-1 0 0 0,1 1 0 0 0,0 0 0 0 0,0 0 0 0 0,9-10 0 0 0,-11 16 3 0 0,0 1 1 0 0,0 0 0 0 0,0 0 0 0 0,1 0-1 0 0,-1 0 1 0 0,1 1 0 0 0,0-1-1 0 0,0 1 1 0 0,1 1 0 0 0,-1-1-1 0 0,0 1 1 0 0,1 0 0 0 0,0 0 0 0 0,-1 0-1 0 0,1 1 1 0 0,0 0 0 0 0,0 0-1 0 0,0 0 1 0 0,6 1 0 0 0,-9 0 1 0 0,0 0 0 0 0,1 0 1 0 0,-1 0-1 0 0,0 1 1 0 0,0 0-1 0 0,0-1 0 0 0,1 1 1 0 0,-1 0-1 0 0,0 1 0 0 0,0-1 1 0 0,0 0-1 0 0,0 1 0 0 0,-1 0 1 0 0,1-1-1 0 0,0 1 1 0 0,-1 0-1 0 0,3 3 0 0 0,-2-1 3 0 0,0 0 0 0 0,0-1-1 0 0,0 2 1 0 0,-1-1 0 0 0,0 0 0 0 0,1 0-1 0 0,-2 1 1 0 0,1-1 0 0 0,0 1-1 0 0,0 7 1 0 0,1 3 17 0 0,-2 0 1 0 0,0 0-1 0 0,0 1 0 0 0,-2-1 1 0 0,1 1-1 0 0,-5 18 0 0 0,3-24-17 0 0,-1 0 0 0 0,0 0 0 0 0,0-1 0 0 0,-1 1-1 0 0,-1-1 1 0 0,1 1 0 0 0,-1-1 0 0 0,-1-1-1 0 0,0 1 1 0 0,-10 11 0 0 0,13-16-51 0 0,-1 0 1 0 0,1-1-1 0 0,-1 1 1 0 0,0-1-1 0 0,0 0 1 0 0,0 0-1 0 0,0 0 1 0 0,0-1-1 0 0,-1 1 1 0 0,1-1-1 0 0,-1 0 1 0 0,0 0-1 0 0,1-1 1 0 0,-1 1-1 0 0,0-1 1 0 0,0 0-1 0 0,0 0 1 0 0,0-1-1 0 0,0 1 1 0 0,0-1-1 0 0,0-1 1 0 0,0 1-1 0 0,-7-2 1 0 0,11 2-83 0 0,-1 0 1 0 0,1-1 0 0 0,0 1-1 0 0,0 0 1 0 0,-1-1-1 0 0,1 0 1 0 0,0 1 0 0 0,0-1-1 0 0,0 0 1 0 0,0 0-1 0 0,-1 1 1 0 0,1-1-1 0 0,0 0 1 0 0,1 0 0 0 0,-1 0-1 0 0,0 0 1 0 0,0 0-1 0 0,0-1 1 0 0,1 1-1 0 0,-1 0 1 0 0,0 0 0 0 0,0-2-1 0 0,1 1-302 0 0,-1 1 0 0 0,1-1 0 0 0,0 0 0 0 0,0 0 1 0 0,0 0-1 0 0,0 1 0 0 0,0-1 0 0 0,0 0 0 0 0,0 0 0 0 0,1 1 0 0 0,-1-1 0 0 0,0 0 0 0 0,1 1 0 0 0,0-1 0 0 0,1-2 1 0 0,-1-3-2495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0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36 136 0 0,'-2'-1'438'0'0,"0"0"1"0"0,0 0-1 0 0,0 0 1 0 0,0-1-1 0 0,0 1 1 0 0,1-1-1 0 0,-1 1 0 0 0,0-1 1 0 0,1 0-1 0 0,-1 0 1 0 0,1 1-1 0 0,0-1 1 0 0,0 0-1 0 0,0 0 0 0 0,-2-3 1 0 0,3 4-295 0 0,0 1-1 0 0,-1-1 1 0 0,1 1 0 0 0,-1-1-1 0 0,1 1 1 0 0,-1-1 0 0 0,0 1 0 0 0,1-1-1 0 0,-1 1 1 0 0,1 0 0 0 0,-1-1-1 0 0,0 1 1 0 0,1 0 0 0 0,-1-1 0 0 0,0 1-1 0 0,0 0 1 0 0,1 0 0 0 0,-1 0-1 0 0,0-1 1 0 0,1 1 0 0 0,-1 0 0 0 0,0 0-1 0 0,0 0 1 0 0,1 0 0 0 0,-1 0-1 0 0,0 1 1 0 0,0-1 0 0 0,1 0-1 0 0,-1 0 1 0 0,0 0 0 0 0,1 1 0 0 0,-2 0-1 0 0,0-1 15 0 0,0 1 0 0 0,1 0-1 0 0,-1-1 1 0 0,0 1 0 0 0,1 0-1 0 0,-1 0 1 0 0,1 0 0 0 0,0 1-1 0 0,-1-1 1 0 0,1 0 0 0 0,0 0-1 0 0,-2 3 1 0 0,-4 9 260 0 0,1 1 0 0 0,1 0 0 0 0,0 0 0 0 0,1 0 0 0 0,1 0 0 0 0,-2 16 0 0 0,-6 92 1220 0 0,10-92-1257 0 0,-5 215 1790 0 0,7-223-2024 0 0,1 0-1 0 0,0-1 0 0 0,2 1 1 0 0,9 32-1 0 0,-11-48-144 0 0,0 0 0 0 0,0 1 0 0 0,1-1 0 0 0,0 0 0 0 0,0 0 1 0 0,1-1-1 0 0,-1 1 0 0 0,1-1 0 0 0,0 0 0 0 0,1 0 0 0 0,-1 0 0 0 0,1 0 0 0 0,0-1 0 0 0,0 1 0 0 0,0-1 0 0 0,1-1 0 0 0,0 1 0 0 0,-1-1 1 0 0,8 3-1 0 0,-11-5-59 0 0,1-1 1 0 0,-1 1-1 0 0,1 0 0 0 0,0-1 1 0 0,0 0-1 0 0,-1 0 1 0 0,1 0-1 0 0,0 0 1 0 0,0 0-1 0 0,-1 0 1 0 0,1-1-1 0 0,0 0 0 0 0,-1 1 1 0 0,1-1-1 0 0,0 0 1 0 0,-1 0-1 0 0,5-3 1 0 0,2-1-1286 0 0,-1 0 0 0 0,0-1 0 0 0,11-10 0 0 0,-14 11-58 0 0,5-4-1141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2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8 0 0,'0'-1'7'0'0,"0"0"1"0"0,1 0-1 0 0,-1 0 1 0 0,0 0-1 0 0,0 0 1 0 0,1 0-1 0 0,-1 0 0 0 0,1 0 1 0 0,-1 0-1 0 0,1 0 1 0 0,0 0-1 0 0,-1 0 0 0 0,2-1 1 0 0,-1 1 137 0 0,0 0-1 0 0,-1 1 1 0 0,1-1-1 0 0,0 0 1 0 0,-1 0 0 0 0,1 0-1 0 0,-1 0 1 0 0,1 0-1 0 0,-1 0 1 0 0,0 0 0 0 0,1 0-1 0 0,-1 0 1 0 0,0-3-1 0 0,0 4 28 0 0,0 0-1 0 0,0-1 0 0 0,0 1 0 0 0,0 0 0 0 0,0-1 0 0 0,0 1 0 0 0,0 0 0 0 0,0-1 0 0 0,0 1 0 0 0,0-1 0 0 0,0 1 0 0 0,0 0 0 0 0,0-1 0 0 0,0 1 0 0 0,0 0 0 0 0,0-1 1 0 0,0 1-1 0 0,1-1 0 0 0,-1 1 0 0 0,0 0 0 0 0,0-1 0 0 0,0 1 0 0 0,1 0 0 0 0,-1 0 0 0 0,0-1 0 0 0,0 1 0 0 0,1 0 0 0 0,-1-1 0 0 0,0 1 0 0 0,0 0 0 0 0,1 0 1 0 0,-1 0-1 0 0,0-1 0 0 0,1 1 0 0 0,-1 0 0 0 0,0 0 0 0 0,1 0 0 0 0,-1 0 0 0 0,1 0 0 0 0,-1 0 0 0 0,1-1 0 0 0,-1 2-54 0 0,1-1-1 0 0,-1 0 1 0 0,1 1 0 0 0,-1-1-1 0 0,1 0 1 0 0,-1 1-1 0 0,0-1 1 0 0,1 1 0 0 0,-1-1-1 0 0,1 1 1 0 0,-1-1-1 0 0,0 1 1 0 0,0-1 0 0 0,1 1-1 0 0,-1-1 1 0 0,0 1-1 0 0,0-1 1 0 0,1 1 0 0 0,-1-1-1 0 0,0 1 1 0 0,0 0-1 0 0,0-1 1 0 0,0 1 0 0 0,0-1-1 0 0,0 1 1 0 0,0 0-1 0 0,5 153 2784 0 0,-3-117-2492 0 0,2 0 1 0 0,9 38 0 0 0,-9-59-268 0 0,0-1 1 0 0,1 1 0 0 0,1-1 0 0 0,0 0 0 0 0,1 0-1 0 0,1 0 1 0 0,10 14 0 0 0,-15-25-113 0 0,1 0-1 0 0,0-1 1 0 0,0 1 0 0 0,0 0-1 0 0,0-1 1 0 0,0 0 0 0 0,1 0-1 0 0,0 0 1 0 0,-1-1 0 0 0,1 1-1 0 0,0-1 1 0 0,0-1 0 0 0,0 1-1 0 0,1 0 1 0 0,-1-1-1 0 0,0 0 1 0 0,1-1 0 0 0,-1 1-1 0 0,0-1 1 0 0,1 0 0 0 0,-1 0-1 0 0,10-2 1 0 0,-9 1-15 0 0,1 0-1 0 0,-1 0 1 0 0,1-1-1 0 0,-1 0 1 0 0,0 0 0 0 0,1 0-1 0 0,-1-1 1 0 0,-1 0 0 0 0,1 0-1 0 0,0-1 1 0 0,-1 0-1 0 0,1 0 1 0 0,-1 0 0 0 0,0 0-1 0 0,-1-1 1 0 0,1 0-1 0 0,-1 0 1 0 0,4-6 0 0 0,3-7-14 0 0,-2 0 1 0 0,0 0 0 0 0,-1-2 0 0 0,9-29-1 0 0,-15 40 3 0 0,0 1-1 0 0,0-1 1 0 0,-1 1-1 0 0,0-1 0 0 0,-1 0 1 0 0,1 1-1 0 0,-2-1 1 0 0,1 0-1 0 0,-2 0 0 0 0,1 1 1 0 0,-1-1-1 0 0,0 1 1 0 0,-5-12-1 0 0,4 12-34 0 0,-26-50 22 0 0,25 53 11 0 0,1 0 0 0 0,0 1 0 0 0,-1-1 0 0 0,0 1 1 0 0,0 0-1 0 0,0 0 0 0 0,0 0 0 0 0,-1 1 0 0 0,-5-4 0 0 0,8 6 0 0 0,1 0-1 0 0,-1 0 1 0 0,1 0 0 0 0,0 0-1 0 0,-1 1 1 0 0,0-1-1 0 0,1 1 1 0 0,-1-1-1 0 0,1 1 1 0 0,-1-1 0 0 0,0 1-1 0 0,1 0 1 0 0,-1 0-1 0 0,0 0 1 0 0,1 0-1 0 0,-1 0 1 0 0,0 0-1 0 0,1 0 1 0 0,-1 1 0 0 0,0-1-1 0 0,-2 2 1 0 0,2-1 1 0 0,0 0 1 0 0,1 1-1 0 0,-1-1 1 0 0,1 0 0 0 0,-1 1-1 0 0,1 0 1 0 0,0-1-1 0 0,-1 1 1 0 0,1 0-1 0 0,0-1 1 0 0,0 1 0 0 0,0 0-1 0 0,1 0 1 0 0,-1 0-1 0 0,0 2 1 0 0,-2 8 15 0 0,0 0 0 0 0,2 0 0 0 0,-1 0 0 0 0,2 21 0 0 0,-1 13 72 0 0,3 1-1 0 0,11 67 0 0 0,-10-100-49 0 0,0 6-8 0 0,1-1-1 0 0,9 24 1 0 0,-12-38-44 0 0,1-1 0 0 0,0 0 1 0 0,0 1-1 0 0,0-1 0 0 0,1 0 0 0 0,-1 0 1 0 0,1 0-1 0 0,0 0 0 0 0,0-1 0 0 0,1 1 1 0 0,-1-1-1 0 0,1 0 0 0 0,-1 0 1 0 0,1 0-1 0 0,4 3 0 0 0,-6-5-72 0 0,1-1 1 0 0,-1 1-1 0 0,0 0 1 0 0,0 0-1 0 0,0-1 1 0 0,1 1-1 0 0,-1-1 0 0 0,0 0 1 0 0,1 0-1 0 0,-1 0 1 0 0,0 0-1 0 0,1 0 1 0 0,-1 0-1 0 0,0 0 0 0 0,1-1 1 0 0,-1 0-1 0 0,0 1 1 0 0,0-1-1 0 0,0 0 0 0 0,1 0 1 0 0,-1 0-1 0 0,0 0 1 0 0,0 0-1 0 0,2-2 1 0 0,3-3-1700 0 0,0 0-1 0 0,0-1 1 0 0,0 0 0 0 0,8-11 0 0 0,-14 16 1431 0 0,8-11-2798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3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8 0 0,'0'-1'13'0'0,"2"-25"4484"0"0,2 19-1013 0 0,-4 7-3364 0 0,1 0 0 0 0,-1 0 1 0 0,1 0-1 0 0,-1 0 0 0 0,1 1 1 0 0,-1-1-1 0 0,1 0 0 0 0,-1 0 0 0 0,0 1 1 0 0,1-1-1 0 0,-1 0 0 0 0,0 1 1 0 0,1-1-1 0 0,-1 0 0 0 0,0 1 1 0 0,1-1-1 0 0,-1 1 0 0 0,0-1 1 0 0,0 0-1 0 0,1 1 0 0 0,-1-1 1 0 0,0 2-1 0 0,10 18 755 0 0,-2 1-1 0 0,0 0 1 0 0,-2 1-1 0 0,0 0 1 0 0,5 41 0 0 0,-1-8-92 0 0,52 328 1578 0 0,-62-382-2435 0 0,0 1-1 0 0,0-1 0 0 0,1 1 0 0 0,-1-1 0 0 0,0 1 0 0 0,1-1 0 0 0,-1 0 1 0 0,1 1-1 0 0,-1-1 0 0 0,1 1 0 0 0,-1-1 0 0 0,1 0 0 0 0,1 2 0 0 0,-1-3-153 0 0,0 0 0 0 0,-1 0 0 0 0,1-1 1 0 0,0 1-1 0 0,-1 0 0 0 0,1-1 0 0 0,-1 1 0 0 0,1 0 0 0 0,0-1 0 0 0,-1 1 0 0 0,1-1 0 0 0,-1 1 0 0 0,1-1 0 0 0,-1 1 0 0 0,1-1 0 0 0,-1 1 0 0 0,0-1 0 0 0,1 0 0 0 0,-1 1 0 0 0,0-1 0 0 0,1 0 0 0 0,-1 1 0 0 0,0-1 0 0 0,0 0 0 0 0,0 1 1 0 0,1-2-1 0 0,7-15-4333 0 0,-5 8 3044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8 0 0,'0'-1'206'0'0,"1"0"0"0"0,-1 0 0 0 0,1 0 0 0 0,-1 0 0 0 0,1 0 0 0 0,-1 0 0 0 0,1 1 0 0 0,0-1 0 0 0,0 0 0 0 0,-1 0 0 0 0,1 1 0 0 0,0-1 0 0 0,0 1 0 0 0,0-1 0 0 0,0 1 1 0 0,-1-1-1 0 0,3 0 0 0 0,-2 1-25 0 0,0 1 0 0 0,-1-1 0 0 0,1 1 0 0 0,0 0 0 0 0,-1-1 0 0 0,1 1 0 0 0,-1 0 0 0 0,1-1 0 0 0,-1 1 0 0 0,1 0-1 0 0,-1-1 1 0 0,0 1 0 0 0,1 0 0 0 0,-1 0 0 0 0,0-1 0 0 0,0 1 0 0 0,1 0 0 0 0,-1 0 0 0 0,0 0 0 0 0,0 0 0 0 0,0-1 0 0 0,0 1 0 0 0,0 1 0 0 0,13 146 4552 0 0,-8-70-3268 0 0,-5-64-1109 0 0,2-1 0 0 0,0 0 0 0 0,0 0 0 0 0,1 0 0 0 0,6 16 0 0 0,-8-26-296 0 0,0-1 0 0 0,0 0 0 0 0,0 1 0 0 0,1-1-1 0 0,-1 0 1 0 0,1 0 0 0 0,-1 1 0 0 0,1-1 0 0 0,0 0-1 0 0,0-1 1 0 0,0 1 0 0 0,0 0 0 0 0,0 0 0 0 0,0-1 0 0 0,0 0-1 0 0,0 1 1 0 0,1-1 0 0 0,-1 0 0 0 0,0 0 0 0 0,1 0-1 0 0,-1 0 1 0 0,1 0 0 0 0,0-1 0 0 0,-1 1 0 0 0,1-1-1 0 0,-1 0 1 0 0,1 0 0 0 0,0 0 0 0 0,-1 0 0 0 0,1 0-1 0 0,-1 0 1 0 0,1-1 0 0 0,3 0 0 0 0,52-11 252 0 0,-25 6-373 0 0,0-1 0 0 0,43-17 0 0 0,-73 24-187 0 0,-1-1 0 0 0,-1 0 0 0 0,1-1 0 0 0,0 1 0 0 0,0 0-1 0 0,0-1 1 0 0,-1 1 0 0 0,1-1 0 0 0,2-2 0 0 0,-3 3-383 0 0,0-1 0 0 0,0 0 0 0 0,1 1 0 0 0,-1-1 0 0 0,-1 0 0 0 0,1 0 0 0 0,0 0 0 0 0,0 0 0 0 0,0-4 0 0 0,-2-2-1725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3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13 8 0 0,'-7'-8'2263'0'0,"9"4"-111"0"0,17 8 1516 0 0,24 14-966 0 0,-18-1-2130 0 0,-1 0 0 0 0,0 2 0 0 0,-2 0 0 0 0,0 2 1 0 0,-2 0-1 0 0,20 26 0 0 0,-32-34-344 0 0,1 0 1 0 0,-2 0 0 0 0,0 1-1 0 0,0-1 1 0 0,-1 2 0 0 0,-1-1-1 0 0,0 1 1 0 0,-1-1 0 0 0,3 29-1 0 0,-2-4 170 0 0,-2-1 0 0 0,-4 68 1 0 0,-2-74-309 0 0,-1 0 1 0 0,-1-1 0 0 0,-1 0-1 0 0,-2 0 1 0 0,-1 0 0 0 0,-19 40-1 0 0,23-60-250 0 0,0-1-1 0 0,-1-1 0 0 0,0 1 1 0 0,0-1-1 0 0,-11 11 0 0 0,17-20 37 0 0,0 1 0 0 0,-1-1 0 0 0,1 0 0 0 0,0 1 0 0 0,-1-1 0 0 0,1 0 0 0 0,-1 1 0 0 0,1-1 0 0 0,-1 0 0 0 0,1 0 0 0 0,-1 1 0 0 0,1-1 0 0 0,-1 0-1 0 0,1 0 1 0 0,-1 0 0 0 0,1 0 0 0 0,-1 0 0 0 0,1 1 0 0 0,-1-1 0 0 0,1 0 0 0 0,-1 0 0 0 0,1 0 0 0 0,-1-1 0 0 0,1 1 0 0 0,-1 0 0 0 0,1 0 0 0 0,-1 0 0 0 0,1 0 0 0 0,-1 0 0 0 0,1-1 0 0 0,-1 1 0 0 0,1 0-1 0 0,-1 0 1 0 0,1-1 0 0 0,0 1 0 0 0,-1 0 0 0 0,1-1 0 0 0,-1 1 0 0 0,0-1-323 0 0,0 0-1 0 0,0-1 1 0 0,0 1-1 0 0,1 0 1 0 0,-1 0-1 0 0,0 0 1 0 0,1-1-1 0 0,-1 1 1 0 0,0 0 0 0 0,1 0-1 0 0,-1-3 1 0 0,-1-4-1358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5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1 143 512 0 0,'5'-53'196'0'0,"-5"39"1124"0"0,1 0 1 0 0,1 1 0 0 0,7-28 0 0 0,-9 41-1269 0 0,0-1 0 0 0,0 1 0 0 0,-1 0 0 0 0,1 0 0 0 0,0 0 0 0 0,0-1 1 0 0,0 1-1 0 0,0 0 0 0 0,0 0 0 0 0,0-1 0 0 0,0 1 0 0 0,0 0 0 0 0,1 0 1 0 0,-1-1-1 0 0,0 1 0 0 0,0 0 0 0 0,0 0 0 0 0,0 0 0 0 0,0-1 0 0 0,0 1 1 0 0,0 0-1 0 0,0 0 0 0 0,1 0 0 0 0,-1-1 0 0 0,0 1 0 0 0,0 0 0 0 0,0 0 1 0 0,0 0-1 0 0,1 0 0 0 0,-1 0 0 0 0,0-1 0 0 0,0 1 0 0 0,0 0 0 0 0,1 0 0 0 0,-1 0 1 0 0,0 0-1 0 0,0 0 0 0 0,1 0 0 0 0,-1 0 0 0 0,0 0 0 0 0,0 0 0 0 0,0 0 1 0 0,1 0-1 0 0,-1 0 0 0 0,0 0 0 0 0,0 0 0 0 0,1 0 0 0 0,-1 0 0 0 0,0 0 1 0 0,0 0-1 0 0,0 0 0 0 0,1 0 0 0 0,5 16 1932 0 0,0 21 61 0 0,33 329 2064 0 0,-37-345-3913 0 0,0 0-96 0 0,1-1 0 0 0,1 0 0 0 0,0 1 1 0 0,2-2-1 0 0,11 30 0 0 0,-17-48-107 0 0,0-1 1 0 0,0 0-1 0 0,0 0 0 0 0,0 0 0 0 0,0 1 1 0 0,0-1-1 0 0,0 0 0 0 0,0 0 1 0 0,1 0-1 0 0,-1 0 0 0 0,0 1 0 0 0,0-1 1 0 0,0 0-1 0 0,0 0 0 0 0,0 0 0 0 0,0 0 1 0 0,0 1-1 0 0,1-1 0 0 0,-1 0 1 0 0,0 0-1 0 0,0 0 0 0 0,0 0 0 0 0,0 0 1 0 0,1 0-1 0 0,-1 0 0 0 0,0 0 0 0 0,0 1 1 0 0,0-1-1 0 0,0 0 0 0 0,1 0 1 0 0,-1 0-1 0 0,0 0 0 0 0,0 0 0 0 0,0 0 1 0 0,1 0-1 0 0,-1 0 0 0 0,0 0 0 0 0,0 0 1 0 0,0 0-1 0 0,0 0 0 0 0,1 0 1 0 0,-1 0-1 0 0,0 0 0 0 0,0-1 0 0 0,0 1 1 0 0,1 0-1 0 0,-1 0 0 0 0,0 0 0 0 0,0 0 1 0 0,0 0-1 0 0,6-13-661 0 0,0-17-1676 0 0,-6 18-401 0 0,-2-1 1 0 0,1 0-1 0 0,-8-23 0 0 0,5 22 1558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5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2 214 8 0 0,'-1'-5'452'0'0,"1"1"0"0"0,0 0 0 0 0,0-1 1 0 0,0 1-1 0 0,0-1 0 0 0,1 1 0 0 0,0 0 0 0 0,0-1 0 0 0,0 1 0 0 0,0 0 0 0 0,1 0 1 0 0,0-1-1 0 0,0 1 0 0 0,0 0 0 0 0,0 1 0 0 0,0-1 0 0 0,1 0 0 0 0,4-5 0 0 0,8-7 519 0 0,0 0-1 0 0,24-21 0 0 0,-32 32-874 0 0,1-2 36 0 0,0 1 1 0 0,0 1-1 0 0,1 0 0 0 0,0 0 1 0 0,0 0-1 0 0,0 1 0 0 0,0 0 0 0 0,1 1 1 0 0,-1 0-1 0 0,1 1 0 0 0,0 0 1 0 0,0 0-1 0 0,0 1 0 0 0,13 0 1 0 0,-18 1-75 0 0,-1 0 0 0 0,1 1 1 0 0,0-1-1 0 0,0 1 0 0 0,0 0 1 0 0,-1 0-1 0 0,1 1 0 0 0,-1-1 1 0 0,1 1-1 0 0,-1 0 0 0 0,1 0 1 0 0,-1 1-1 0 0,0-1 0 0 0,0 1 1 0 0,0 0-1 0 0,0 0 0 0 0,-1 0 1 0 0,1 0-1 0 0,-1 1 0 0 0,0 0 1 0 0,0-1-1 0 0,0 1 1 0 0,0 0-1 0 0,-1 1 0 0 0,0-1 1 0 0,1 0-1 0 0,-2 1 0 0 0,1-1 1 0 0,0 1-1 0 0,-1-1 0 0 0,1 6 1 0 0,1 9 35 0 0,0-1 1 0 0,-1 0 0 0 0,-1 1-1 0 0,-1-1 1 0 0,0 1-1 0 0,-2-1 1 0 0,0 1 0 0 0,-1-1-1 0 0,-1 0 1 0 0,-7 23-1 0 0,5-27-83 0 0,1 0-1 0 0,-2 0 1 0 0,0-1-1 0 0,0 1 1 0 0,-1-1-1 0 0,-1-1 0 0 0,0 0 1 0 0,-1 0-1 0 0,0-1 1 0 0,-1 0-1 0 0,0-1 0 0 0,-25 18 1 0 0,29-24 15 0 0,0 0-1 0 0,-1-1 1 0 0,1 0 0 0 0,-1 0 0 0 0,0 0-1 0 0,0-1 1 0 0,-14 2 0 0 0,20-4-104 0 0,-1 0-1 0 0,1 0 1 0 0,0 0 0 0 0,0 0 0 0 0,-1 0-1 0 0,1 0 1 0 0,0-1 0 0 0,-1 1-1 0 0,1-1 1 0 0,0 1 0 0 0,0-1-1 0 0,0 0 1 0 0,0 0 0 0 0,-3-1-1 0 0,4 1-109 0 0,0-1-1 0 0,0 1 0 0 0,0 0 0 0 0,0 0 1 0 0,0-1-1 0 0,0 1 0 0 0,0 0 0 0 0,0-1 1 0 0,1 1-1 0 0,-1-1 0 0 0,0 1 0 0 0,1-1 1 0 0,-1 1-1 0 0,1-1 0 0 0,0 0 0 0 0,0 1 1 0 0,-1-1-1 0 0,1 1 0 0 0,0-1 0 0 0,0 0 1 0 0,1 1-1 0 0,-1-1 0 0 0,0-1 0 0 0,7-20-3915 0 0,-2 11 2611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5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1640 0 0,'-15'15'4828'0'0,"-12"12"17"0"0,24-24-4621 0 0,0 1 0 0 0,1 0-1 0 0,-1-1 1 0 0,1 1-1 0 0,0 0 1 0 0,0 0-1 0 0,0 1 1 0 0,0-1-1 0 0,1 0 1 0 0,-2 7-1 0 0,-2 31 227 0 0,2 0-1 0 0,1 0 0 0 0,3 1 1 0 0,9 67-1 0 0,-9-97-377 0 0,6 27 305 0 0,0 1-1 0 0,3-1 0 0 0,2-1 0 0 0,27 65 0 0 0,-37-98-343 0 0,1 0 0 0 0,1 0-1 0 0,-1 0 1 0 0,1 0 0 0 0,0 0 0 0 0,0-1 0 0 0,1 0 0 0 0,0 0 0 0 0,0 0 0 0 0,0 0-1 0 0,0-1 1 0 0,1 0 0 0 0,-1 0 0 0 0,1 0 0 0 0,0-1 0 0 0,0 0 0 0 0,1 0 0 0 0,-1 0-1 0 0,11 2 1 0 0,-12-4-127 0 0,1 0-1 0 0,-1-1 1 0 0,1 1-1 0 0,-1-1 1 0 0,1 0-1 0 0,-1 0 0 0 0,1-1 1 0 0,-1 1-1 0 0,1-1 1 0 0,8-3-1 0 0,-9 2-345 0 0,1-1-1 0 0,-1 1 0 0 0,0-1 1 0 0,0 0-1 0 0,0 0 0 0 0,0 0 1 0 0,-1-1-1 0 0,1 0 0 0 0,-1 0 1 0 0,0 0-1 0 0,4-6 0 0 0,-3 3-1921 0 0,-2 0-319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6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10 8 0 0,'-1'1'172'0'0,"1"-1"0"0"0,0 0 0 0 0,0 0-1 0 0,-1 0 1 0 0,1 0 0 0 0,0 0 0 0 0,0-1 0 0 0,-1 1 0 0 0,1 0 0 0 0,0 0-1 0 0,0 0 1 0 0,0 0 0 0 0,-1 0 0 0 0,1 0 0 0 0,0 0 0 0 0,0 0 0 0 0,-1 0-1 0 0,1-1 1 0 0,0 1 0 0 0,0 0 0 0 0,0 0 0 0 0,-1 0 0 0 0,1 0 0 0 0,0-1-1 0 0,0 1 1 0 0,0 0 0 0 0,0 0 0 0 0,0-1 0 0 0,-1 1 0 0 0,1 0 0 0 0,0 0-1 0 0,0 0 1 0 0,0-1 0 0 0,0 1 0 0 0,0 0 0 0 0,0 0 0 0 0,0-1-1 0 0,0 1 1 0 0,0 0 0 0 0,0 0 0 0 0,0-1 0 0 0,0 1 0 0 0,0 0 0 0 0,0 0-1 0 0,0-1 1 0 0,0 1 0 0 0,0-1 0 0 0,1 1-101 0 0,-1 0 0 0 0,0 0 0 0 0,0 0 0 0 0,0-1 0 0 0,1 1 0 0 0,-1 0 0 0 0,0 0 0 0 0,0 0 0 0 0,1 0 0 0 0,-1 0 0 0 0,0-1 0 0 0,0 1 0 0 0,1 0 0 0 0,-1 0 0 0 0,0 0 0 0 0,1 0 0 0 0,-1 0 0 0 0,0 0 0 0 0,0 0 0 0 0,1 0 0 0 0,-1 0 0 0 0,0 0 0 0 0,1 0 0 0 0,-1 0 0 0 0,0 0 0 0 0,0 0 0 0 0,1 0 0 0 0,-1 0 0 0 0,0 1 0 0 0,0-1 0 0 0,1 0 0 0 0,-1 0 0 0 0,0 0 0 0 0,0 0 0 0 0,1 0 0 0 0,-1 1 0 0 0,0-1 0 0 0,0 0 0 0 0,0 0 0 0 0,1 0 0 0 0,-1 1 0 0 0,0-1 0 0 0,0 0 0 0 0,0 0 0 0 0,0 1 0 0 0,0-1 0 0 0,1 0 0 0 0,-1 0 0 0 0,0 1 0 0 0,0-1 0 0 0,0 1 0 0 0,4 5 291 0 0,0 0 1 0 0,-1 1-1 0 0,1-1 0 0 0,-2 1 0 0 0,1 0 0 0 0,-1 0 0 0 0,3 11 1 0 0,6 55 695 0 0,-6-32-294 0 0,10 100 777 0 0,7 31 239 0 0,-22-167-1722 0 0,1-1 0 0 0,0 0 0 0 0,1 0 0 0 0,-1 1 0 0 0,1-1 0 0 0,-1 0 0 0 0,1 0 0 0 0,1-1 0 0 0,2 5 0 0 0,-4-7-44 0 0,0 0 0 0 0,0 0 0 0 0,0 0 0 0 0,0 0 0 0 0,0-1 0 0 0,0 1 0 0 0,0 0 0 0 0,0-1 0 0 0,0 1 1 0 0,0 0-1 0 0,1-1 0 0 0,-1 0 0 0 0,0 1 0 0 0,1-1 0 0 0,-1 0 0 0 0,0 0 0 0 0,0 1 0 0 0,1-1 0 0 0,-1 0 0 0 0,0 0 0 0 0,1 0 1 0 0,-1-1-1 0 0,0 1 0 0 0,1 0 0 0 0,-1 0 0 0 0,0-1 0 0 0,0 1 0 0 0,1-1 0 0 0,-1 1 0 0 0,0-1 0 0 0,0 0 0 0 0,0 1 0 0 0,2-2 0 0 0,30-18 39 0 0,-15 9-26 0 0,0 0-1 0 0,1 2 1 0 0,34-13-1 0 0,59-7-58 0 0,-111 29-128 0 0,-1 0-1 0 0,1 0 0 0 0,0 0 0 0 0,0-1 1 0 0,0 1-1 0 0,0 0 0 0 0,0-1 1 0 0,-1 1-1 0 0,1-1 0 0 0,0 1 1 0 0,0 0-1 0 0,-1-1 0 0 0,1 0 1 0 0,0 1-1 0 0,-1-1 0 0 0,1 1 0 0 0,0-1 1 0 0,-1 0-1 0 0,1 0 0 0 0,-1 1 1 0 0,1-1-1 0 0,-1 0 0 0 0,0 0 1 0 0,1 1-1 0 0,-1-1 0 0 0,0 0 1 0 0,1 0-1 0 0,-1 0 0 0 0,0 0 1 0 0,0 0-1 0 0,0 0 0 0 0,0 1 0 0 0,0-1 1 0 0,0 0-1 0 0,0 0 0 0 0,0 0 1 0 0,0 0-1 0 0,0 0 0 0 0,0 0 1 0 0,-1 0-1 0 0,1 1 0 0 0,0-1 1 0 0,-1 0-1 0 0,1 0 0 0 0,0 0 1 0 0,-1 1-1 0 0,1-1 0 0 0,-1 0 0 0 0,1 0 1 0 0,-1 1-1 0 0,0-1 0 0 0,1 1 1 0 0,-1-1-1 0 0,-1-1 0 0 0,-3 0-2478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6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1 176 0 0,'-6'23'4617'0'0,"5"-21"-4412"0"0,1-1 1 0 0,-1 0-1 0 0,0 1 0 0 0,1-1 0 0 0,-1 0 0 0 0,1 1 0 0 0,0-1 0 0 0,-1 1 1 0 0,1-1-1 0 0,0 0 0 0 0,0 1 0 0 0,0-1 0 0 0,0 1 0 0 0,0-1 0 0 0,0 1 1 0 0,0-1-1 0 0,1 1 0 0 0,-1-1 0 0 0,0 0 0 0 0,1 1 0 0 0,-1-1 0 0 0,1 1 0 0 0,0-1 1 0 0,-1 0-1 0 0,1 0 0 0 0,0 1 0 0 0,0-1 0 0 0,1 2 0 0 0,20 19 829 0 0,1-1 1 0 0,1 0-1 0 0,38 23 0 0 0,-32-23-167 0 0,52 47 0 0 0,-62-48-443 0 0,-1 1 1 0 0,0 1-1 0 0,18 30 1 0 0,-29-40-259 0 0,-1 1 0 0 0,-1 0 1 0 0,0 0-1 0 0,-1 0 0 0 0,-1 1 0 0 0,1-1 0 0 0,-2 1 1 0 0,3 20-1 0 0,-5-11-174 0 0,0 0 0 0 0,-2-1 0 0 0,0 1 0 0 0,-1 0-1 0 0,-2-1 1 0 0,0 1 0 0 0,-1-1 0 0 0,-1 0 0 0 0,-2-1 0 0 0,0 1 0 0 0,-1-1 0 0 0,-1-1 0 0 0,-1 0 0 0 0,0 0 0 0 0,-2-1 0 0 0,-15 18 0 0 0,24-33-214 0 0,1 0 1 0 0,-1 0 0 0 0,1-1 0 0 0,-1 1 0 0 0,0-1 0 0 0,0 0 0 0 0,-9 5 0 0 0,10-7-560 0 0,1 1 0 0 0,-1-1-1 0 0,0 0 1 0 0,0 0 0 0 0,0-1 0 0 0,0 1 0 0 0,0-1 0 0 0,-6 1-1 0 0,4-1-2398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8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12 119 512 0 0,'-6'-60'1600'0'0,"0"2"9245"0"0,6 76-8259 0 0,17 496 2022 0 0,-16-478-4441 0 0,-1-23-165 0 0,0 0 0 0 0,1 0 1 0 0,1-1-1 0 0,4 20 1 0 0,-3-30-194 0 0,1-7 41 0 0,0-9-77 0 0,1-29-801 0 0,2-7-3336 0 0,-3 1 0 0 0,-3-64 1 0 0,-3 96 2633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8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39 291 8 0 0,'-7'-13'269'0'0,"1"0"0"0"0,0-1 0 0 0,1 0-1 0 0,0 0 1 0 0,-3-26 0 0 0,7 34-33 0 0,0 0 0 0 0,1 1 1 0 0,0-1-1 0 0,0 1 0 0 0,1-1 0 0 0,0 0 0 0 0,-1 1 0 0 0,2-1 0 0 0,-1 1 1 0 0,1 0-1 0 0,0-1 0 0 0,0 1 0 0 0,0 0 0 0 0,1 0 0 0 0,0 0 1 0 0,0 0-1 0 0,0 1 0 0 0,5-6 0 0 0,-3 3 0 0 0,0 1-1 0 0,1 0 1 0 0,-1 1 0 0 0,1-1-1 0 0,0 1 1 0 0,0 0-1 0 0,1 1 1 0 0,-1-1 0 0 0,1 2-1 0 0,0-1 1 0 0,0 0 0 0 0,1 1-1 0 0,-1 1 1 0 0,1-1-1 0 0,11-1 1 0 0,-11 2 6 0 0,1 1 0 0 0,-1 0 0 0 0,0 1 0 0 0,1 0 0 0 0,-1 0 0 0 0,1 1 0 0 0,-1 0 0 0 0,0 0 0 0 0,1 1 0 0 0,9 4 0 0 0,-14-4-130 0 0,0-1-1 0 0,0 1 1 0 0,0 1-1 0 0,0-1 1 0 0,0 1-1 0 0,-1-1 0 0 0,1 1 1 0 0,-1 0-1 0 0,0 0 1 0 0,0 1-1 0 0,0-1 1 0 0,0 1-1 0 0,-1-1 1 0 0,0 1-1 0 0,1 0 1 0 0,-1 0-1 0 0,0 0 1 0 0,-1 0-1 0 0,1 0 1 0 0,-1 0-1 0 0,1 7 1 0 0,2 5 135 0 0,-2 0 1 0 0,0 0-1 0 0,-1 0 1 0 0,0 0-1 0 0,-2 0 1 0 0,0 1-1 0 0,0-1 1 0 0,-2 0-1 0 0,-6 24 1 0 0,7-31-221 0 0,-1 0 0 0 0,-1-1 0 0 0,1 0 0 0 0,-1 1 0 0 0,-1-1 1 0 0,1-1-1 0 0,-1 1 0 0 0,-1-1 0 0 0,1 0 0 0 0,-1 0 0 0 0,-1 0 1 0 0,1-1-1 0 0,-1 0 0 0 0,0 0 0 0 0,0-1 0 0 0,-1 0 0 0 0,0 0 1 0 0,-12 5-1 0 0,16-8-53 0 0,1-1 0 0 0,0 0 0 0 0,-1 0 1 0 0,1 0-1 0 0,-1-1 0 0 0,1 1 0 0 0,-1-1 0 0 0,1 0 1 0 0,-1 0-1 0 0,1 0 0 0 0,-1 0 0 0 0,1-1 0 0 0,-1 1 1 0 0,1-1-1 0 0,-6-1 0 0 0,7 1-149 0 0,0 0 0 0 0,0 0-1 0 0,0-1 1 0 0,0 1 0 0 0,0 0 0 0 0,0-1-1 0 0,1 1 1 0 0,-1-1 0 0 0,0 1 0 0 0,-1-3-1 0 0,1 2-337 0 0,1 0-1 0 0,0 0 1 0 0,0-1-1 0 0,0 1 1 0 0,0 0-1 0 0,0-1 0 0 0,0 1 1 0 0,0 0-1 0 0,1-1 1 0 0,-1-3-1 0 0,0-6-1926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9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31 8 0 0,'2'-20'-45'0'0,"-2"14"2505"0"0,0 2 4130 0 0,-16 61-1068 0 0,5 28-3496 0 0,0 103 0 0 0,11-138-1764 0 0,3 0-1 0 0,2-1 1 0 0,16 74 0 0 0,-17-109-198 0 0,0 0 0 0 0,1 0 0 0 0,1-1 1 0 0,0 1-1 0 0,1-1 0 0 0,11 17 1 0 0,-14-24-73 0 0,1 0 1 0 0,0 0 0 0 0,0 0-1 0 0,0-1 1 0 0,0 1 0 0 0,1-2-1 0 0,0 1 1 0 0,0 0 0 0 0,1-1-1 0 0,-1 0 1 0 0,1-1 0 0 0,0 1-1 0 0,0-1 1 0 0,9 2 0 0 0,-13-4-104 0 0,-1 0-1 0 0,1-1 1 0 0,0 0 0 0 0,0 0 0 0 0,0 0 0 0 0,-1 0 0 0 0,1 0 0 0 0,0 0 0 0 0,0-1-1 0 0,-1 1 1 0 0,1-1 0 0 0,0 0 0 0 0,-1 0 0 0 0,1 0 0 0 0,0 0 0 0 0,-1-1 0 0 0,0 1 0 0 0,1 0-1 0 0,-1-1 1 0 0,0 0 0 0 0,0 0 0 0 0,4-3 0 0 0,1-3-1653 0 0,0-1 0 0 0,0 0 1 0 0,-1 0-1 0 0,7-13 0 0 0,-8 13-106 0 0,3-4-1450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2:59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60 8 0 0,'0'-7'30'0'0,"0"1"975"0"0,0 0 1 0 0,0-1-1 0 0,0 1 1 0 0,-1-1-1 0 0,0 1 1 0 0,-2-8-1 0 0,0 18 2133 0 0,-4 18-1878 0 0,-2 38 573 0 0,-3 109-1 0 0,13-138-1496 0 0,0 0-1 0 0,2 0 0 0 0,1 0 1 0 0,2 0-1 0 0,12 40 1 0 0,-15-64-274 0 0,-1 0 0 0 0,1 0 1 0 0,1-1-1 0 0,-1 1 1 0 0,1-1-1 0 0,0 1 0 0 0,0-1 1 0 0,1 0-1 0 0,0-1 1 0 0,0 1-1 0 0,0-1 0 0 0,10 8 1 0 0,-11-11-50 0 0,0 0-1 0 0,0 0 1 0 0,-1 0 0 0 0,1 0 0 0 0,0 0 0 0 0,1-1-1 0 0,-1 0 1 0 0,0 0 0 0 0,0 0 0 0 0,0 0 0 0 0,1-1-1 0 0,-1 0 1 0 0,0 0 0 0 0,1 0 0 0 0,-1 0 0 0 0,0-1-1 0 0,1 1 1 0 0,-1-1 0 0 0,0 0 0 0 0,0 0 0 0 0,0-1-1 0 0,7-3 1 0 0,1-1-11 0 0,-1-1 0 0 0,0 0-1 0 0,0-1 1 0 0,0-1 0 0 0,-1 1 0 0 0,-1-2-1 0 0,1 1 1 0 0,-1-1 0 0 0,-1-1 0 0 0,0 1-1 0 0,-1-1 1 0 0,0-1 0 0 0,0 0 0 0 0,-1 0-1 0 0,-1 0 1 0 0,0 0 0 0 0,-1-1-1 0 0,0 0 1 0 0,2-14 0 0 0,-5 20 4 0 0,-1 0 1 0 0,0 0-1 0 0,0-1 1 0 0,-1 1-1 0 0,1 0 0 0 0,-2 0 1 0 0,1 0-1 0 0,-1-1 1 0 0,0 2-1 0 0,-1-1 1 0 0,1 0-1 0 0,-1 0 0 0 0,-1 1 1 0 0,1-1-1 0 0,-1 1 1 0 0,0 0-1 0 0,-1 1 1 0 0,1-1-1 0 0,-1 1 0 0 0,0-1 1 0 0,-8-5-1 0 0,12 10-6 0 0,0 0 0 0 0,0 0-1 0 0,-1 1 1 0 0,1-1 0 0 0,-1 0 0 0 0,1 0-1 0 0,-1 1 1 0 0,1-1 0 0 0,-1 0-1 0 0,1 1 1 0 0,-1 0 0 0 0,1-1 0 0 0,-1 1-1 0 0,0 0 1 0 0,1 0 0 0 0,-1 0-1 0 0,1 0 1 0 0,-1 0 0 0 0,0 0 0 0 0,1 0-1 0 0,-1 1 1 0 0,1-1 0 0 0,-1 0-1 0 0,1 1 1 0 0,-1 0 0 0 0,-1 0 0 0 0,1 1 4 0 0,0-1 0 0 0,0 1-1 0 0,1 0 1 0 0,-1 0 0 0 0,1 0 0 0 0,-1 0 0 0 0,1 0 0 0 0,0 0 0 0 0,0 1 0 0 0,0-1 0 0 0,0 0 0 0 0,0 0 0 0 0,0 1 0 0 0,1-1 0 0 0,-1 1 0 0 0,1 3 0 0 0,-5 40 53 0 0,2 0-1 0 0,2 0 0 0 0,3 0 0 0 0,7 51 1 0 0,-8-92-37 0 0,0 6-20 0 0,0 0-1 0 0,7 20 1 0 0,-8-29-8 0 0,0-1 0 0 0,1 1 0 0 0,-1-1 0 0 0,1 1 0 0 0,-1 0 0 0 0,1-1 0 0 0,0 0 0 0 0,0 1-1 0 0,0-1 1 0 0,0 1 0 0 0,0-1 0 0 0,0 0 0 0 0,0 0 0 0 0,0 1 0 0 0,0-1 0 0 0,1 0 0 0 0,-1 0 0 0 0,0 0 0 0 0,1 0 0 0 0,-1-1 0 0 0,1 1-1 0 0,-1 0 1 0 0,1-1 0 0 0,-1 1 0 0 0,1-1 0 0 0,-1 1 0 0 0,3 0 0 0 0,-3-2-105 0 0,1 1-1 0 0,-1 0 1 0 0,1-1 0 0 0,-1 1 0 0 0,1 0-1 0 0,-1-1 1 0 0,0 0 0 0 0,1 1 0 0 0,-1-1-1 0 0,0 0 1 0 0,0 0 0 0 0,0 1-1 0 0,1-1 1 0 0,-1 0 0 0 0,0 0 0 0 0,0-1-1 0 0,0 1 1 0 0,-1 0 0 0 0,3-2 0 0 0,13-27-4449 0 0,-14 26 3665 0 0,5-13-665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0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8 0 0,'1'-8'-732'0'0,"5"0"4137"0"0,-6 8-3272 0 0,0 0 1 0 0,1 0-1 0 0,-1 0 0 0 0,0 0 1 0 0,1 0-1 0 0,-1 0 1 0 0,0 0-1 0 0,1 0 1 0 0,-1 0-1 0 0,0 0 0 0 0,1 0 1 0 0,-1 0-1 0 0,0 0 1 0 0,1 0-1 0 0,-1 0 0 0 0,0 1 1 0 0,1-1-1 0 0,-1 0 1 0 0,0 0-1 0 0,1 0 0 0 0,-1 0 1 0 0,0 1-1 0 0,0-1 1 0 0,1 0-1 0 0,-1 0 1 0 0,0 1-1 0 0,0-1 0 0 0,1 0 1 0 0,-1 0-1 0 0,0 1 1 0 0,0-1-1 0 0,0 0 0 0 0,0 1 1 0 0,1-1-1 0 0,-1 0 1 0 0,0 1-1 0 0,0-1 0 0 0,0 0 1 0 0,0 1-1 0 0,0-1 1 0 0,0 0-1 0 0,0 1 1 0 0,0-1-1 0 0,0 0 0 0 0,0 1 1 0 0,0-1-1 0 0,0 1 1 0 0,6 31 2796 0 0,4 61 1 0 0,-2-11-1679 0 0,15 128 854 0 0,5 35-1474 0 0,-28-244-669 0 0,-1 0 0 0 0,1 0-1 0 0,0-1 1 0 0,0 1 0 0 0,1 0 0 0 0,-1 0 0 0 0,0 0-1 0 0,0-1 1 0 0,0 1 0 0 0,0 0 0 0 0,1 0 0 0 0,-1-1 0 0 0,0 1-1 0 0,1 0 1 0 0,-1-1 0 0 0,0 1 0 0 0,1 0 0 0 0,-1-1-1 0 0,1 1 1 0 0,-1 0 0 0 0,1-1 0 0 0,-1 1 0 0 0,1-1-1 0 0,0 1 1 0 0,-1-1 0 0 0,1 0 0 0 0,0 1 0 0 0,-1-1-1 0 0,1 1 1 0 0,1-1 0 0 0,-1 0-206 0 0,0-1 0 0 0,0 0 0 0 0,0 0 0 0 0,0 0 0 0 0,0 0 0 0 0,0 0 0 0 0,0 0 0 0 0,0 0 0 0 0,-1 0 0 0 0,1 0 0 0 0,0 0 0 0 0,-1 0 0 0 0,1 0 0 0 0,-1 0 0 0 0,1-1 0 0 0,-1 1 0 0 0,1 0 0 0 0,-1 0 0 0 0,1-3 0 0 0,3-10-1894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0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1 232 0 0,'0'23'7577'0'0,"-1"27"-1992"0"0,2-22-4852 0 0,0-1 1 0 0,10 53-1 0 0,-11-80-731 0 0,6 24 456 0 0,0 0 0 0 0,2 0 1 0 0,14 32-1 0 0,-19-50-379 0 0,0 0-1 0 0,1 0 1 0 0,0 0 0 0 0,0 0-1 0 0,0-1 1 0 0,0 0-1 0 0,1 0 1 0 0,0 0 0 0 0,0 0-1 0 0,0-1 1 0 0,1 0-1 0 0,0 0 1 0 0,-1 0 0 0 0,1-1-1 0 0,1 0 1 0 0,-1 0-1 0 0,10 3 1 0 0,-2-2 17 0 0,0 0-1 0 0,0-1 0 0 0,0-1 1 0 0,1 0-1 0 0,25 0 1 0 0,-35-3-161 0 0,0 1-1 0 0,0-1 1 0 0,0 0-1 0 0,0 0 1 0 0,0 0 0 0 0,0-1-1 0 0,-1 0 1 0 0,1 0-1 0 0,0 0 1 0 0,-1 0 0 0 0,0-1-1 0 0,1 0 1 0 0,-1 0 0 0 0,0 0-1 0 0,0 0 1 0 0,-1-1-1 0 0,1 1 1 0 0,-1-1 0 0 0,0 0-1 0 0,4-5 1 0 0,-3 2-1330 0 0,0 0 0 0 0,0 0 1 0 0,-1 0-1 0 0,0-1 0 0 0,3-14 0 0 0,-1 6-838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1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10 1048 0 0,'-1'-1'458'0'0,"0"0"0"0"0,0 0 0 0 0,1 1 0 0 0,-1-1 0 0 0,0 0 0 0 0,0 1 0 0 0,0-1 0 0 0,0 0-1 0 0,0 1 1 0 0,0-1 0 0 0,0 1 0 0 0,0-1 0 0 0,-2 1 0 0 0,3 0-326 0 0,0 0 0 0 0,-1 0 0 0 0,1 0 1 0 0,0 0-1 0 0,0 0 0 0 0,-1 0 0 0 0,1 0 0 0 0,0 0 0 0 0,0 0 0 0 0,0 1 0 0 0,-1-1 1 0 0,1 0-1 0 0,0 0 0 0 0,0 0 0 0 0,0 0 0 0 0,-1 0 0 0 0,1 1 0 0 0,0-1 1 0 0,0 0-1 0 0,0 0 0 0 0,0 0 0 0 0,0 1 0 0 0,-1-1 0 0 0,1 0 0 0 0,0 0 0 0 0,0 1 1 0 0,0-1-1 0 0,0 0 0 0 0,0 0 0 0 0,0 1 0 0 0,0-1 0 0 0,0 0 0 0 0,0 0 1 0 0,0 1-1 0 0,0 1 88 0 0,0 1 0 0 0,0-1 0 0 0,1 0 0 0 0,-1 0 0 0 0,1 0 0 0 0,-1 0 0 0 0,1 0 0 0 0,0 0 0 0 0,0 0 0 0 0,0 0 0 0 0,0 0 0 0 0,2 3 1 0 0,10 10 174 0 0,0 0 0 0 0,20 15 1 0 0,7 8-93 0 0,-9-5 156 0 0,-1 1-1 0 0,-2 2 1 0 0,23 38-1 0 0,-40-56-215 0 0,-1 1 0 0 0,-1 0 0 0 0,0 0 0 0 0,-2 1-1 0 0,0 0 1 0 0,-1 1 0 0 0,-2-1 0 0 0,5 34 0 0 0,-8-32-107 0 0,0 0 0 0 0,-1 0 0 0 0,-1 0 0 0 0,-2 0 0 0 0,0 0 0 0 0,-10 36 0 0 0,11-49-179 0 0,-1-1 0 0 0,0 1 0 0 0,-1-1 0 0 0,0 0-1 0 0,0 0 1 0 0,-1 0 0 0 0,1 0 0 0 0,-2-1 0 0 0,1 0-1 0 0,-1 0 1 0 0,0 0 0 0 0,-1-1 0 0 0,1 0 0 0 0,-1 0-1 0 0,-1-1 1 0 0,1 1 0 0 0,-1-2 0 0 0,-14 8 0 0 0,20-11-161 0 0,0 0 1 0 0,0 0 0 0 0,0-1 0 0 0,0 1-1 0 0,-1 0 1 0 0,1-1 0 0 0,0 0-1 0 0,-1 1 1 0 0,1-1 0 0 0,0 0 0 0 0,-1 0-1 0 0,1 0 1 0 0,0-1 0 0 0,-1 1-1 0 0,1 0 1 0 0,0-1 0 0 0,0 1-1 0 0,-1-1 1 0 0,1 0 0 0 0,0 0 0 0 0,0 0-1 0 0,-2-1 1 0 0,-6-8-1976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1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40 896 0 0,'0'0'116'0'0,"0"0"0"0"0,-1 0 0 0 0,1-1 0 0 0,0 1 0 0 0,0 0 0 0 0,0 0 0 0 0,0 0 0 0 0,0 0 0 0 0,0-1 0 0 0,-1 1 0 0 0,1 0 0 0 0,0 0 0 0 0,0 0 0 0 0,0 0 0 0 0,-1 0 0 0 0,1 0 0 0 0,0 0 0 0 0,0 0 0 0 0,0-1 0 0 0,-1 1 0 0 0,1 0 0 0 0,0 0 0 0 0,0 0 0 0 0,0 0 0 0 0,-1 0 0 0 0,1 0 1 0 0,0 0-1 0 0,0 0 0 0 0,0 0 0 0 0,-1 0 0 0 0,1 0 0 0 0,0 1 0 0 0,0-1 0 0 0,0 0 0 0 0,-1 0 0 0 0,1 0 0 0 0,0 0 0 0 0,0 0 0 0 0,-3 10 2183 0 0,3 11 545 0 0,28 83 2590 0 0,26 47-3202 0 0,-39-111-1687 0 0,88 234 1202 0 0,-101-268-1744 0 0,4 8-170 0 0,-3-14-3 0 0,-1-8-54 0 0,-1-8-623 0 0,-1 0 0 0 0,0 0 1 0 0,-2 0-1 0 0,-2-17 0 0 0,-2-14-1971 0 0,5 38 2225 0 0,0 1 0 0 0,0 0 0 0 0,-1-1 0 0 0,-1 1 0 0 0,1 0 0 0 0,-1 0 0 0 0,-1 0 0 0 0,-6-12 1 0 0,-4-2-21 0 0,-26-29 1 0 0,29 38 839 0 0,0-1 0 0 0,1 0 0 0 0,1 0-1 0 0,0-1 1 0 0,-11-24 0 0 0,16 27 102 0 0,0-1 0 0 0,1 0 0 0 0,0 1 0 0 0,-1-16 0 0 0,4 21-48 0 0,-1 0-1 0 0,1 0 1 0 0,1 0-1 0 0,-1 0 1 0 0,1 0-1 0 0,0 0 1 0 0,1 0-1 0 0,0 0 1 0 0,3-9 0 0 0,-2 10-116 0 0,1 1 1 0 0,-1 0 0 0 0,1 0 0 0 0,0 0 0 0 0,0 1 0 0 0,0 0 0 0 0,1-1-1 0 0,-1 1 1 0 0,1 1 0 0 0,0-1 0 0 0,0 1 0 0 0,0 0 0 0 0,1 0-1 0 0,10-4 1 0 0,-9 4-13 0 0,0 0-1 0 0,0 1 0 0 0,0 0 0 0 0,1 1 1 0 0,-1-1-1 0 0,0 1 0 0 0,1 1 1 0 0,-1 0-1 0 0,0 0 0 0 0,1 0 1 0 0,-1 1-1 0 0,10 1 0 0 0,-14-1-63 0 0,1 0 0 0 0,-1 1-1 0 0,0-1 1 0 0,1 0 0 0 0,-1 1 0 0 0,0 0 0 0 0,0 0-1 0 0,0 0 1 0 0,0 0 0 0 0,-1 0 0 0 0,1 1-1 0 0,0-1 1 0 0,-1 1 0 0 0,0 0 0 0 0,1 0-1 0 0,1 4 1 0 0,-1-2 10 0 0,-1 0 0 0 0,1 1-1 0 0,-1 0 1 0 0,-1-1 0 0 0,1 1-1 0 0,-1 0 1 0 0,0 0 0 0 0,0 0 0 0 0,0 6-1 0 0,-2 5 3 0 0,0 0-1 0 0,-1 0 0 0 0,0 0 0 0 0,-1-1 1 0 0,-1 1-1 0 0,-7 16 0 0 0,4-13-5 0 0,-1 0-1 0 0,-16 27 0 0 0,19-38-90 0 0,-1 0 0 0 0,0 0-1 0 0,0-1 1 0 0,-1 0-1 0 0,0 0 1 0 0,-1-1 0 0 0,-8 7-1 0 0,13-12-47 0 0,1-1 0 0 0,-1 0 0 0 0,1 1 0 0 0,-1-1 0 0 0,0-1 0 0 0,1 1 1 0 0,-1 0-1 0 0,0-1 0 0 0,0 1 0 0 0,-4-1 0 0 0,7 0-29 0 0,-1 0 0 0 0,0 0 0 0 0,1 0 0 0 0,-1 0 0 0 0,1 0 1 0 0,-1 0-1 0 0,0 0 0 0 0,1 0 0 0 0,-1 0 0 0 0,0-1 0 0 0,1 1 1 0 0,-1 0-1 0 0,1-1 0 0 0,-1 1 0 0 0,1 0 0 0 0,-1-1 0 0 0,1 1 0 0 0,-1 0 1 0 0,1-1-1 0 0,-1 0 0 0 0,1 1-82 0 0,-1-1 1 0 0,1 0-1 0 0,0 1 0 0 0,0-1 1 0 0,0 0-1 0 0,0 0 0 0 0,0 1 1 0 0,0-1-1 0 0,0 0 0 0 0,0 1 1 0 0,0-1-1 0 0,0 0 0 0 0,0 0 1 0 0,0 1-1 0 0,1-1 0 0 0,-1 0 1 0 0,0 1-1 0 0,1-1 0 0 0,-1 1 1 0 0,0-1-1 0 0,1 0 0 0 0,0 0 1 0 0,13-10-5019 0 0,-7 6 2700 0 0,0-1-946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1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18 736 0 0,'3'-16'7045'0'0,"-3"16"-6938"0"0,0 0 1 0 0,0 0 0 0 0,0-1 0 0 0,-1 1 0 0 0,1 0 0 0 0,0 0-1 0 0,0 0 1 0 0,0 0 0 0 0,0 0 0 0 0,0 0 0 0 0,-1 0 0 0 0,1 0-1 0 0,0 0 1 0 0,0 0 0 0 0,0 0 0 0 0,0 0 0 0 0,0 0 0 0 0,-1 0-1 0 0,1 0 1 0 0,0 0 0 0 0,0 0 0 0 0,0 0 0 0 0,0 0 0 0 0,0 0 0 0 0,-1 0-1 0 0,1 0 1 0 0,0 0 0 0 0,0 0 0 0 0,0 0 0 0 0,0 0 0 0 0,0 0-1 0 0,-1 0 1 0 0,1 0 0 0 0,0 0 0 0 0,0 1 0 0 0,0-1 0 0 0,0 0-1 0 0,0 0 1 0 0,0 0 0 0 0,0 0 0 0 0,0 0 0 0 0,-1 0 0 0 0,1 0-1 0 0,0 1 1 0 0,0-1 0 0 0,0 0 0 0 0,-2 2 216 0 0,0 1 0 0 0,0-1 0 0 0,0 1 0 0 0,1-1 0 0 0,-1 1 0 0 0,1 0 0 0 0,-1-1 0 0 0,-1 6 0 0 0,-3 17-177 0 0,1 0 1 0 0,1 0-1 0 0,2 0 1 0 0,0 1 0 0 0,1 0-1 0 0,2-1 1 0 0,0 1-1 0 0,2-1 1 0 0,1 1-1 0 0,1-1 1 0 0,1 0-1 0 0,1-1 1 0 0,1 0 0 0 0,2 0-1 0 0,0 0 1 0 0,25 41-1 0 0,-32-61-151 0 0,-1-1-1 0 0,0 1 1 0 0,1-1 0 0 0,0 0-1 0 0,0 0 1 0 0,0 0-1 0 0,0 0 1 0 0,0 0-1 0 0,1-1 1 0 0,-1 0 0 0 0,1 1-1 0 0,0-1 1 0 0,0 0-1 0 0,-1-1 1 0 0,1 1 0 0 0,0-1-1 0 0,1 0 1 0 0,-1 0-1 0 0,5 1 1 0 0,-5-2-128 0 0,1 0 0 0 0,-1-1-1 0 0,1 0 1 0 0,-1 1 0 0 0,0-2 0 0 0,0 1 0 0 0,0 0 0 0 0,0-1 0 0 0,0 0-1 0 0,0 0 1 0 0,0 0 0 0 0,0 0 0 0 0,0 0 0 0 0,-1-1 0 0 0,0 0-1 0 0,1 0 1 0 0,-1 0 0 0 0,4-5 0 0 0,6-7-3365 0 0,16-25 1 0 0,-16 19 1256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2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0 728 0 0,'-1'0'349'0'0,"0"1"-1"0"0,0-1 1 0 0,0 1 0 0 0,0-1-1 0 0,0 1 1 0 0,0-1 0 0 0,0 1-1 0 0,0-1 1 0 0,0 1 0 0 0,0 0-1 0 0,0 0 1 0 0,0-1 0 0 0,0 1-1 0 0,0 0 1 0 0,1 0 0 0 0,-1 0-1 0 0,0 0 1 0 0,1 0 0 0 0,-1 0-1 0 0,1 0 1 0 0,-1 0-1 0 0,1 0 1 0 0,-1 0 0 0 0,1 2-1 0 0,-10 30 2380 0 0,9-29-2237 0 0,-1 8 32 0 0,0 0 1 0 0,1 0 0 0 0,1-1-1 0 0,0 1 1 0 0,0 0 0 0 0,1 0 0 0 0,4 20-1 0 0,28 82 1440 0 0,-21-78-1218 0 0,9 41 1 0 0,11 58 435 0 0,-32-134-1172 0 0,0 0-1 0 0,0 0 1 0 0,1 0-1 0 0,-1 0 0 0 0,0 0 1 0 0,1 0-1 0 0,-1 0 1 0 0,1 0-1 0 0,-1 0 1 0 0,1 0-1 0 0,0 0 0 0 0,-1-1 1 0 0,1 1-1 0 0,0 0 1 0 0,-1 0-1 0 0,1-1 0 0 0,1 2 1 0 0,-1-2-7 0 0,-1 0 0 0 0,1 0 0 0 0,0 0 0 0 0,-1 1 0 0 0,1-1 0 0 0,-1 0 0 0 0,1 0 0 0 0,0-1 0 0 0,-1 1 0 0 0,1 0 0 0 0,-1 0 0 0 0,1 0 0 0 0,0 0 0 0 0,-1 0 0 0 0,1-1 0 0 0,-1 1 0 0 0,1 0 0 0 0,-1 0 0 0 0,1-1 0 0 0,-1 1 0 0 0,1 0 0 0 0,0-1 0 0 0,4-4-18 0 0,0 0 0 0 0,0-1 0 0 0,-1 1 0 0 0,6-10 1 0 0,4-3-42 0 0,-7 11 68 0 0,1 0 1 0 0,0 1-1 0 0,0 0 1 0 0,0 1 0 0 0,0 0-1 0 0,1 0 1 0 0,13-5-1 0 0,-2 3-158 0 0,1 0 0 0 0,27-4 1 0 0,-47 11-22 0 0,0 0 0 0 0,0 0 1 0 0,0 0-1 0 0,0-1 1 0 0,0 1-1 0 0,0-1 0 0 0,0 1 1 0 0,0-1-1 0 0,0 1 1 0 0,0-1-1 0 0,0 1 1 0 0,0-1-1 0 0,0 0 0 0 0,-1 1 1 0 0,1-1-1 0 0,1-1 1 0 0,-2 1-313 0 0,1 0 1 0 0,-1 1-1 0 0,0-1 1 0 0,1 0-1 0 0,-1 0 0 0 0,0 1 1 0 0,0-1-1 0 0,0 0 1 0 0,0 0-1 0 0,0 1 1 0 0,0-1-1 0 0,0 0 1 0 0,0 0-1 0 0,0 0 1 0 0,0 1-1 0 0,-1-2 1 0 0,-1-3-1423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2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8 896 0 0,'-10'-7'5628'0'0,"7"11"-467"0"0,3-3-4909 0 0,1 1 0 0 0,-1-1 0 0 0,1 0 0 0 0,-1 1 0 0 0,1-1 0 0 0,0 0 0 0 0,-1 0 0 0 0,1 1 0 0 0,0-1 0 0 0,0 0 0 0 0,0 0 0 0 0,0 0 0 0 0,0 0 0 0 0,0 0 0 0 0,1 1 0 0 0,16 13 537 0 0,-1 0 0 0 0,0 1 0 0 0,21 28 0 0 0,-12-14-309 0 0,-10-12-133 0 0,-2 1 0 0 0,1 0 0 0 0,-2 1-1 0 0,-1 1 1 0 0,0 0 0 0 0,-2 0-1 0 0,15 42 1 0 0,-20-44-191 0 0,0-1 1 0 0,-2 1-1 0 0,0 0 0 0 0,-1 0 1 0 0,-1 0-1 0 0,0 0 0 0 0,-2 1 1 0 0,0-1-1 0 0,-1 0 0 0 0,-6 22 0 0 0,4-22-113 0 0,0-1 0 0 0,-2 0 0 0 0,0 0 0 0 0,-1-1 0 0 0,0 0-1 0 0,-2 0 1 0 0,-13 21 0 0 0,20-36-89 0 0,0 0-1 0 0,0 1 1 0 0,0-1-1 0 0,0 0 0 0 0,0 0 1 0 0,0 0-1 0 0,-1-1 1 0 0,1 1-1 0 0,-1 0 1 0 0,1-1-1 0 0,-1 0 1 0 0,0 1-1 0 0,0-1 1 0 0,-5 1-1 0 0,7-2-167 0 0,-1 0 0 0 0,0 0 0 0 0,0 0 0 0 0,0 0 0 0 0,1 0 0 0 0,-1 0 0 0 0,0 0 0 0 0,0-1 0 0 0,1 1 0 0 0,-1-1 0 0 0,0 1 0 0 0,1-1 0 0 0,-1 0 0 0 0,0 0 0 0 0,1 0 0 0 0,-1 0 0 0 0,1 0 0 0 0,-1 0 0 0 0,1 0 0 0 0,0 0 0 0 0,0 0 0 0 0,-1-1 0 0 0,1 1 0 0 0,0 0 0 0 0,-1-3 0 0 0,-10-14-3679 0 0,2 3 1590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3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8 512 0 0,'-4'2'137'0'0,"0"0"-1"0"0,0 0 1 0 0,0 0-1 0 0,0 1 1 0 0,-4 4-1 0 0,2 1 6289 0 0,33-14-1268 0 0,-8 0-3999 0 0,29 1 279 0 0,0 2 0 0 0,60 3 0 0 0,-40 1-1144 0 0,-59 1-341 0 0,3-1-958 0 0,-12-2 763 0 0,0 1 0 0 0,1 0 0 0 0,-1-1 0 0 0,0 1 0 0 0,0 0 0 0 0,1-1 0 0 0,-1 1 0 0 0,0 0 0 0 0,0-1 0 0 0,0 1 0 0 0,0 0 0 0 0,0-1 0 0 0,1 1 0 0 0,-1-1 0 0 0,0 1 0 0 0,0 0 1 0 0,0-1-1 0 0,0 1 0 0 0,0-1 0 0 0,0 1 0 0 0,0 0 0 0 0,0-1 0 0 0,0 1 0 0 0,-1-1 0 0 0,1 1 0 0 0,0 0 0 0 0,0-1 0 0 0,0 1 0 0 0,0 0 0 0 0,0-1 0 0 0,-1 1 0 0 0,1-1 0 0 0,-2-3-2655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3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1 440 0 0,'-1'0'225'0'0,"0"1"0"0"0,0-1 0 0 0,0 1 0 0 0,0 0-1 0 0,1-1 1 0 0,-1 1 0 0 0,0 0 0 0 0,0-1 0 0 0,0 1 0 0 0,0 0 0 0 0,1 0 0 0 0,-1 0 0 0 0,0 0-1 0 0,1 0 1 0 0,-1 0 0 0 0,1 0 0 0 0,-1 0 0 0 0,1 0 0 0 0,0 0 0 0 0,-1 0 0 0 0,1 0-1 0 0,0 0 1 0 0,0 0 0 0 0,0 0 0 0 0,-1 0 0 0 0,1 2 0 0 0,-3 33 3252 0 0,6 19 81 0 0,14 81 0 0 0,-1-15-2447 0 0,-14-104-1048 0 0,-1 2-29 0 0,1 0-1 0 0,1 0 1 0 0,6 23-1 0 0,-6-43-1177 0 0,1-9 80 0 0,1-10-1650 0 0,-2 4 1339 0 0,1 1 165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5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 0 0,'2'28'8673'0'0,"3"6"-5262"0"0,3 39-1161 0 0,5 80 526 0 0,-2-39-1510 0 0,-11-111-1230 0 0,3 47 435 0 0,3-1 0 0 0,11 51 1 0 0,-10-85-502 0 0,-7-15 24 0 0,0 0 0 0 0,1 0 0 0 0,-1 1 1 0 0,0-1-1 0 0,0 0 0 0 0,1 0 0 0 0,-1 0 1 0 0,0 1-1 0 0,1-1 0 0 0,-1 0 0 0 0,0 0 1 0 0,1 0-1 0 0,-1 0 0 0 0,0 0 0 0 0,0 0 1 0 0,1 0-1 0 0,-1 0 0 0 0,0 0 0 0 0,1 0 1 0 0,-1 0-1 0 0,0 0 0 0 0,1 0 0 0 0,-1 0 1 0 0,0 0-1 0 0,1 0 0 0 0,-1-1 0 0 0,2 1-22 0 0,-1-1 0 0 0,0 0 0 0 0,0 0 0 0 0,0 0-1 0 0,0 0 1 0 0,-1 0 0 0 0,1 0 0 0 0,0 0 0 0 0,0 0 0 0 0,-1 0-1 0 0,1-1 1 0 0,0 1 0 0 0,-1 0 0 0 0,1 0 0 0 0,-1-1 0 0 0,1-1-1 0 0,9-60-3123 0 0,-9 50 1463 0 0,-1-1 0 0 0,0 1 0 0 0,-1-1 1 0 0,0 1-1 0 0,-4-16 0 0 0,1 14 654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05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8 0 0,'1'-6'246'0'0,"1"1"1"0"0,-1-1-1 0 0,1 1 1 0 0,0 0-1 0 0,1-1 1 0 0,-1 1-1 0 0,1 0 0 0 0,0 0 1 0 0,0 1-1 0 0,0-1 1 0 0,1 1-1 0 0,0-1 1 0 0,0 1-1 0 0,0 0 1 0 0,0 1-1 0 0,1-1 0 0 0,-1 1 1 0 0,1 0-1 0 0,0 0 1 0 0,0 0-1 0 0,0 1 1 0 0,0-1-1 0 0,1 1 0 0 0,-1 1 1 0 0,11-3-1 0 0,-7 2 68 0 0,-1 0-1 0 0,1 1 1 0 0,0 1 0 0 0,-1-1-1 0 0,1 1 1 0 0,0 1-1 0 0,-1-1 1 0 0,1 2 0 0 0,0-1-1 0 0,-1 1 1 0 0,0 0 0 0 0,1 1-1 0 0,-1 0 1 0 0,0 0-1 0 0,0 1 1 0 0,10 6 0 0 0,-10-4-69 0 0,-1 0 1 0 0,1 1-1 0 0,-1 0 1 0 0,0 1 0 0 0,-1-1-1 0 0,1 1 1 0 0,-1 0 0 0 0,-1 1-1 0 0,0-1 1 0 0,0 1 0 0 0,-1 0-1 0 0,0 1 1 0 0,0-1 0 0 0,-1 1-1 0 0,-1-1 1 0 0,1 1 0 0 0,-2 0-1 0 0,1 0 1 0 0,-1 18 0 0 0,0-16-216 0 0,-2 1 1 0 0,0 0 0 0 0,0-1-1 0 0,-1 1 1 0 0,-1-1 0 0 0,0 0-1 0 0,-1 1 1 0 0,0-1 0 0 0,-1-1-1 0 0,0 1 1 0 0,-1-1 0 0 0,0 0-1 0 0,0 0 1 0 0,-2-1 0 0 0,-11 15-1 0 0,12-18-31 0 0,0-1-1 0 0,0 1 0 0 0,-1-2 0 0 0,0 1 0 0 0,0-1 0 0 0,0 0 1 0 0,0 0-1 0 0,-13 4 0 0 0,16-7-131 0 0,0-1 0 0 0,0 1 0 0 0,0-1 1 0 0,-1 0-1 0 0,1-1 0 0 0,0 1 0 0 0,-7-1 0 0 0,9 0-232 0 0,-1-1 0 0 0,1 1 0 0 0,-1-1 0 0 0,1 0 0 0 0,-1 0 0 0 0,1 0 0 0 0,0 0 0 0 0,-1-1 0 0 0,1 1 0 0 0,0-1 0 0 0,-5-3-1 0 0,-3-6-1298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10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3 512 0 0,'0'0'70'0'0,"0"0"0"0"0,0 0 0 0 0,0-1 0 0 0,0 1 0 0 0,0 0 0 0 0,0 0 0 0 0,0 0 0 0 0,0 0 0 0 0,0 0 0 0 0,0 0 0 0 0,0 0 0 0 0,0-1 0 0 0,0 1 0 0 0,0 0 0 0 0,-1 0 0 0 0,1 0 0 0 0,0 0 0 0 0,0 0 0 0 0,0 0 0 0 0,0 0 0 0 0,0 0 0 0 0,0 0 0 0 0,0 0 0 0 0,-1 0 0 0 0,1 0-1 0 0,0 0 1 0 0,0 0 0 0 0,0 0 0 0 0,0 0 0 0 0,0 0 0 0 0,0 0 0 0 0,0 0 0 0 0,-1 0 0 0 0,1 0 0 0 0,0 0 0 0 0,0 0 0 0 0,0 0 0 0 0,0 0 0 0 0,0 0 0 0 0,0 0 0 0 0,-1 0 0 0 0,1 0 0 0 0,0 0 0 0 0,0 0 0 0 0,0 0 0 0 0,0 0 0 0 0,0 0 0 0 0,0 0 0 0 0,-6 9 1916 0 0,-4 16 374 0 0,9-22-1786 0 0,-4 16 317 0 0,1 1 0 0 0,1-1 0 0 0,1 1 0 0 0,0 0 0 0 0,2 21 1 0 0,-1-6 66 0 0,3 186 2015 0 0,1-171-2620 0 0,3 0-1 0 0,17 67 1 0 0,-20-103-330 0 0,1 0-1 0 0,1 0 0 0 0,0 0 0 0 0,1-1 0 0 0,0 0 0 0 0,12 17 0 0 0,-16-27-56 0 0,0-1 0 0 0,0 1 0 0 0,0 0 0 0 0,0-1 0 0 0,0 0 0 0 0,1 1 0 0 0,-1-1 0 0 0,1 0-1 0 0,0 0 1 0 0,0-1 0 0 0,0 1 0 0 0,-1-1 0 0 0,2 1 0 0 0,-1-1 0 0 0,0 0 0 0 0,0 0 0 0 0,0 0 0 0 0,0 0 0 0 0,1-1 0 0 0,-1 1 0 0 0,0-1 0 0 0,1 0 0 0 0,-1 0 0 0 0,0 0-1 0 0,1-1 1 0 0,-1 1 0 0 0,0-1 0 0 0,0 1 0 0 0,1-1 0 0 0,-1 0 0 0 0,0 0 0 0 0,6-4 0 0 0,0-1-895 0 0,0 0 0 0 0,0-1 0 0 0,0 0-1 0 0,-1 0 1 0 0,0-1 0 0 0,-1 0 0 0 0,0-1 0 0 0,0 1 0 0 0,7-14 0 0 0,-2 7-1551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11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82 8 0 0,'-8'-34'1611'0'0,"7"27"-322"0"0,0 0 0 0 0,-1 0 0 0 0,0-1-1 0 0,-4-8 1 0 0,6 16-1254 0 0,0 0-1 0 0,0-1 1 0 0,0 1 0 0 0,0 0-1 0 0,0 0 1 0 0,0 0-1 0 0,0 0 1 0 0,0 0 0 0 0,0 0-1 0 0,0 0 1 0 0,0 0 0 0 0,0-1-1 0 0,0 1 1 0 0,0 0-1 0 0,0 0 1 0 0,0 0 0 0 0,-1 0-1 0 0,1 0 1 0 0,0 0 0 0 0,0 0-1 0 0,0 0 1 0 0,0 0-1 0 0,0 0 1 0 0,0 0 0 0 0,0 0-1 0 0,0-1 1 0 0,0 1 0 0 0,0 0-1 0 0,0 0 1 0 0,-1 0 0 0 0,1 0-1 0 0,0 0 1 0 0,0 0-1 0 0,0 0 1 0 0,0 0 0 0 0,0 0-1 0 0,0 0 1 0 0,0 0 0 0 0,0 0-1 0 0,0 0 1 0 0,-1 0-1 0 0,1 0 1 0 0,0 0 0 0 0,0 0-1 0 0,0 0 1 0 0,0 0 0 0 0,0 0-1 0 0,0 0 1 0 0,0 0-1 0 0,0 0 1 0 0,-1 0 0 0 0,1 0-1 0 0,0 1 1 0 0,0-1 0 0 0,0 0-1 0 0,0 0 1 0 0,0 0-1 0 0,0 0 1 0 0,0 0 0 0 0,0 0-1 0 0,-3 9 688 0 0,1 10 35 0 0,6 183 4757 0 0,-3-188-5234 0 0,0-1 1 0 0,1 0 0 0 0,0 0 0 0 0,1 0-1 0 0,6 18 1 0 0,30 62 629 0 0,-20-51-589 0 0,-16-36-307 0 0,0 0-1 0 0,1 1 1 0 0,-1-2 0 0 0,1 1 0 0 0,1 0-1 0 0,-1-1 1 0 0,1 0 0 0 0,0 0-1 0 0,0 0 1 0 0,1-1 0 0 0,-1 0 0 0 0,11 6-1 0 0,-13-8-15 0 0,1 0 0 0 0,-1 0 0 0 0,1-1 0 0 0,0 1 0 0 0,-1-1 0 0 0,1 0 0 0 0,0 0 0 0 0,0 0 0 0 0,0 0 0 0 0,0-1 0 0 0,0 0 1 0 0,0 0-1 0 0,0 0 0 0 0,0 0 0 0 0,0-1 0 0 0,0 1 0 0 0,0-1 0 0 0,0 0 0 0 0,0 0 0 0 0,-1 0 0 0 0,1-1 0 0 0,0 0 0 0 0,3-1 0 0 0,0-1 3 0 0,-1 0 0 0 0,1-1 0 0 0,-1 1 1 0 0,0-1-1 0 0,0 0 0 0 0,-1-1 0 0 0,0 1 1 0 0,0-1-1 0 0,0 0 0 0 0,-1 0 0 0 0,1-1 1 0 0,-1 0-1 0 0,-1 1 0 0 0,5-13 0 0 0,-4 9 12 0 0,-1 0-1 0 0,0-1 0 0 0,-1 1 1 0 0,0-1-1 0 0,0 1 0 0 0,-2-1 1 0 0,1 1-1 0 0,-1-1 0 0 0,-2-19 1 0 0,0 22-11 0 0,1-1 1 0 0,-1 1-1 0 0,0 0 1 0 0,-1 0-1 0 0,0 0 1 0 0,-1 0-1 0 0,1 0 1 0 0,-1 1-1 0 0,-1-1 1 0 0,1 1-1 0 0,-1 0 1 0 0,-10-10-1 0 0,13 15 0 0 0,0 0 0 0 0,0 0 0 0 0,1 1 0 0 0,-1-1 0 0 0,0 1 0 0 0,0 0 0 0 0,-1 0 0 0 0,1-1 0 0 0,0 1 0 0 0,0 1 0 0 0,-3-2 0 0 0,4 2 4 0 0,-1 0 0 0 0,1-1 0 0 0,0 1 0 0 0,0 0 0 0 0,0 0 0 0 0,-1 0 0 0 0,1 1 0 0 0,0-1 0 0 0,0 0 0 0 0,0 0 0 0 0,-1 1 0 0 0,1-1 0 0 0,0 0 0 0 0,0 1 0 0 0,0-1 0 0 0,0 1 0 0 0,-1 0 0 0 0,-1 2 2 0 0,1-1 0 0 0,0 0-1 0 0,0 1 1 0 0,0-1-1 0 0,0 1 1 0 0,0 0-1 0 0,0 0 1 0 0,1 0-1 0 0,-1 0 1 0 0,1 0 0 0 0,0 0-1 0 0,0 0 1 0 0,0 0-1 0 0,-1 7 1 0 0,-3 34 115 0 0,2 0 0 0 0,1 1 1 0 0,3-1-1 0 0,1 0 1 0 0,10 50-1 0 0,-4-53-117 0 0,-7-39-21 0 0,-1 0 1 0 0,1 0 0 0 0,-1 0 0 0 0,1 0-1 0 0,0 0 1 0 0,0 0 0 0 0,-1-1-1 0 0,1 1 1 0 0,1 0 0 0 0,-1-1 0 0 0,0 1-1 0 0,0 0 1 0 0,1-1 0 0 0,-1 0 0 0 0,0 1-1 0 0,1-1 1 0 0,-1 0 0 0 0,4 2 0 0 0,-4-3-27 0 0,0 0 0 0 0,0 0 0 0 0,0 0 1 0 0,0 0-1 0 0,-1 0 0 0 0,1-1 1 0 0,0 1-1 0 0,0 0 0 0 0,0 0 1 0 0,0-1-1 0 0,0 1 0 0 0,-1-1 1 0 0,1 1-1 0 0,0-1 0 0 0,0 1 1 0 0,-1-1-1 0 0,1 1 0 0 0,0-1 0 0 0,-1 0 1 0 0,1 1-1 0 0,-1-1 0 0 0,1 0 1 0 0,-1 0-1 0 0,2-1 0 0 0,11-23-2212 0 0,-10 19 1344 0 0,22-57-7845 0 0,-16 47 7116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11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32 672 0 0,'-6'-11'2696'0'0,"5"10"-2256"0"0,1-1 0 0 0,-1 1 0 0 0,0 0 0 0 0,0-1 0 0 0,1 1 0 0 0,-1-1 0 0 0,1 1 0 0 0,0-1 0 0 0,-1 1 0 0 0,1-1 0 0 0,0-1 1 0 0,0 3-377 0 0,0 0 0 0 0,0-1 0 0 0,0 1 0 0 0,0 0 0 0 0,0 0 0 0 0,0 0 0 0 0,0 0 0 0 0,0 0 0 0 0,1 0 0 0 0,-1 0 0 0 0,0 0 0 0 0,0 0 0 0 0,0 0 0 0 0,0 0 0 0 0,0-1 0 0 0,0 1 0 0 0,1 0 0 0 0,-1 0 0 0 0,0 0 0 0 0,0 0 0 0 0,0 0 0 0 0,0 0 0 0 0,0 0 0 0 0,0 0 0 0 0,1 0 0 0 0,-1 0 0 0 0,0 0 0 0 0,0 0 0 0 0,0 0 0 0 0,0 0 0 0 0,0 0 0 0 0,0 1 0 0 0,1-1 0 0 0,-1 0 0 0 0,0 0 0 0 0,0 0 0 0 0,0 0 0 0 0,0 0 0 0 0,0 0 0 0 0,0 0 0 0 0,0 0 0 0 0,1 0 0 0 0,-1 0 0 0 0,0 0 0 0 0,0 1 0 0 0,0-1 0 0 0,0 0 0 0 0,0 0 0 0 0,0 0 0 0 0,0 0 0 0 0,0 0 0 0 0,0 0 0 0 0,0 0 0 0 0,0 1 0 0 0,0-1 0 0 0,0 0 0 0 0,0 0 0 0 0,7 8 1141 0 0,51 223 3848 0 0,-52-200-4613 0 0,5 34 625 0 0,5 98 0 0 0,-11-85-1482 0 0,4-106-4833 0 0,-3 11 1332 0 0,-1 2 1083 0 0,-1-1 347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12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24 264 0 0,'1'-8'-194'0'0,"1"-7"7364"0"0,1 15-3503 0 0,2 7-2174 0 0,-1 3-956 0 0,-1 0 0 0 0,0 0 1 0 0,-1 0-1 0 0,0 1 0 0 0,-1-1 0 0 0,0 14 1 0 0,3 14 89 0 0,5 30 536 0 0,4-1 0 0 0,30 96 1 0 0,-38-151-1002 0 0,0 0 1 0 0,0 0-1 0 0,9 12 1 0 0,-11-19-126 0 0,0-1 0 0 0,0 1 0 0 0,1-1 1 0 0,-1 0-1 0 0,1 0 0 0 0,0 0 0 0 0,0-1 0 0 0,0 1 0 0 0,10 5 0 0 0,-10-7-39 0 0,-1-1-1 0 0,1 1 0 0 0,0-1 1 0 0,0 0-1 0 0,0 0 1 0 0,0 0-1 0 0,0-1 0 0 0,0 1 1 0 0,0-1-1 0 0,0 0 1 0 0,0 0-1 0 0,0 0 1 0 0,0-1-1 0 0,0 1 0 0 0,0-1 1 0 0,0 0-1 0 0,0 0 1 0 0,0-1-1 0 0,0 1 0 0 0,-1-1 1 0 0,1 0-1 0 0,0 0 1 0 0,-1 0-1 0 0,0 0 0 0 0,1 0 1 0 0,-1-1-1 0 0,0 0 1 0 0,0 0-1 0 0,0 1 0 0 0,-1-2 1 0 0,1 1-1 0 0,-1 0 1 0 0,0 0-1 0 0,1-1 0 0 0,1-4 1 0 0,0-1-27 0 0,-1-1 0 0 0,1 1 0 0 0,-2 0 0 0 0,1-1 0 0 0,-1 0 0 0 0,-1 0 0 0 0,0 1 0 0 0,0-13 0 0 0,-2-12-123 0 0,-5-36 1 0 0,1 23 71 0 0,-12-95-130 0 0,16 131 208 0 0,0 1 0 0 0,-1-1 0 0 0,0 1 0 0 0,0-1 0 0 0,-1 1 0 0 0,-8-16 0 0 0,8 23 160 0 0,2 10-64 0 0,1 8-37 0 0,37 138 603 0 0,-28-105-425 0 0,51 252 1156 0 0,-57-266-1372 0 0,-3-28-56 0 0,0 0 1 0 0,1 0-1 0 0,0 0 1 0 0,0 0-1 0 0,0 0 1 0 0,1-1-1 0 0,2 7 0 0 0,-1-46-2908 0 0,0 15 1296 0 0,5-46-7609 0 0,-4 46 7348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12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43 8 0 0,'-6'-21'3435'0'0,"5"0"5157"0"0,1 20-7790 0 0,10 15 3395 0 0,-3 16-3293 0 0,-1-1-1 0 0,-1 1 1 0 0,-2 0-1 0 0,0 43 1 0 0,-1-15-339 0 0,2 65 278 0 0,7 68 418 0 0,-11-187-1241 0 0,1 3 25 0 0,0-1 0 0 0,0 0 0 0 0,0 0 1 0 0,1 0-1 0 0,3 8 0 0 0,-5-13-38 0 0,1 0 0 0 0,-1 0 1 0 0,1 0-1 0 0,-1 0 0 0 0,1 0 0 0 0,0-1 1 0 0,-1 1-1 0 0,1 0 0 0 0,0 0 0 0 0,0-1 1 0 0,-1 1-1 0 0,1 0 0 0 0,0-1 0 0 0,0 1 0 0 0,0-1 1 0 0,0 1-1 0 0,0-1 0 0 0,0 1 0 0 0,0-1 1 0 0,0 0-1 0 0,0 1 0 0 0,0-1 0 0 0,0 0 0 0 0,0 0 1 0 0,0 0-1 0 0,0 0 0 0 0,0 0 0 0 0,0 0 1 0 0,0 0-1 0 0,1 0 0 0 0,-1 0 0 0 0,0 0 1 0 0,0-1-1 0 0,0 1 0 0 0,0 0 0 0 0,0-1 0 0 0,1 0 1 0 0,120-52 204 0 0,-108 48-205 0 0,1 1 0 0 0,22-4 1 0 0,-1 0-45 0 0,-35 8-24 0 0,0-1-1 0 0,0 1 1 0 0,0-1-1 0 0,0 0 1 0 0,0 1 0 0 0,0-1-1 0 0,0 0 1 0 0,0 0 0 0 0,0 0-1 0 0,0 0 1 0 0,-1 1-1 0 0,1-1 1 0 0,0 0 0 0 0,-1-1-1 0 0,1 1 1 0 0,-1 0 0 0 0,1 0-1 0 0,-1 0 1 0 0,1 0-1 0 0,-1 0 1 0 0,1-2 0 0 0,5-33-4421 0 0,-4 21 1732 0 0,4-11-3408 0 0,-6 12 2155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13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0 568 0 0,'-1'1'180'0'0,"1"-1"-1"0"0,0 0 0 0 0,-1 0 1 0 0,1 0-1 0 0,0 0 1 0 0,0 0-1 0 0,-1 1 1 0 0,1-1-1 0 0,0 0 0 0 0,0 0 1 0 0,-1 1-1 0 0,1-1 1 0 0,0 0-1 0 0,0 0 0 0 0,-1 1 1 0 0,1-1-1 0 0,0 0 1 0 0,0 0-1 0 0,0 1 1 0 0,0-1-1 0 0,0 0 0 0 0,0 1 1 0 0,0-1-1 0 0,-1 0 1 0 0,1 1-1 0 0,0-1 1 0 0,0 0-1 0 0,0 1 0 0 0,0-1 1 0 0,0 0-1 0 0,0 0 1 0 0,0 1-1 0 0,0-1 1 0 0,1 0-1 0 0,-1 1 0 0 0,0-1 1 0 0,0 0-1 0 0,0 1 1 0 0,0-1-1 0 0,0 0 0 0 0,0 1 1 0 0,1-1-1 0 0,-1 0 1 0 0,0 0-1 0 0,0 1 1 0 0,0-1-1 0 0,1 0 0 0 0,-1 0 1 0 0,1 1-1 0 0,3 5 714 0 0,6 7 537 0 0,0 0 0 0 0,16 15 1 0 0,-14-16-776 0 0,0 0 0 0 0,15 23 0 0 0,-12-10-92 0 0,-1 1 1 0 0,-2 1 0 0 0,0 0-1 0 0,-2 0 1 0 0,0 1 0 0 0,9 52-1 0 0,-12-38-307 0 0,-2 0-1 0 0,-2 0 0 0 0,-1 1 1 0 0,-5 46-1 0 0,2-81-251 0 0,1 4-72 0 0,-1-1-1 0 0,0 0 1 0 0,-1 1 0 0 0,0-1-1 0 0,-1 0 1 0 0,0 0 0 0 0,-1 0 0 0 0,-6 14-1 0 0,9-24-65 0 0,1 0 1 0 0,0 0-1 0 0,-1-1 0 0 0,1 1 0 0 0,-1 0 0 0 0,1-1 1 0 0,-1 1-1 0 0,1 0 0 0 0,-1-1 0 0 0,0 1 0 0 0,1-1 1 0 0,-1 1-1 0 0,0-1 0 0 0,1 1 0 0 0,-1-1 0 0 0,0 0 1 0 0,0 1-1 0 0,1-1 0 0 0,-1 0 0 0 0,0 1 0 0 0,0-1 1 0 0,1 0-1 0 0,-1 0 0 0 0,0 0 0 0 0,0 0 1 0 0,0 0-1 0 0,0 0 0 0 0,1 0 0 0 0,-1 0 0 0 0,0 0 1 0 0,0 0-1 0 0,0 0 0 0 0,1-1 0 0 0,-1 1 0 0 0,0 0 1 0 0,0-1-1 0 0,1 1 0 0 0,-1 0 0 0 0,0-1 0 0 0,1 1 1 0 0,-1-1-1 0 0,0 1 0 0 0,1-1 0 0 0,-1 1 0 0 0,0-1 1 0 0,1 1-1 0 0,-1-1 0 0 0,0-1 0 0 0,-6-7-2798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21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46 127 512 0 0,'-2'-6'404'0'0,"-1"0"0"0"0,1 0 0 0 0,-1 0-1 0 0,-1 0 1 0 0,-6-10 0 0 0,-7-10 4765 0 0,12 14-2875 0 0,10 19-273 0 0,10 19-201 0 0,1 22-622 0 0,-1 1 0 0 0,-3 0 0 0 0,9 73 1 0 0,0 154 480 0 0,-20-261-1628 0 0,0 25 11 0 0,0-19-510 0 0,0-50-849 0 0,-2-31-3927 0 0,-2 1-1 0 0,-20-109 1 0 0,10 110 3382 0 0,-8-37 1242 0 0,18 80 1192 0 0,2-1 1 0 0,0 1 0 0 0,0-1 0 0 0,3-18 0 0 0,-1 30-357 0 0,0-1 1 0 0,1 0-1 0 0,-1 0 1 0 0,1 1 0 0 0,0-1-1 0 0,1 1 1 0 0,-1 0-1 0 0,1 0 1 0 0,0 0-1 0 0,0 0 1 0 0,0 0 0 0 0,0 0-1 0 0,1 1 1 0 0,-1-1-1 0 0,1 1 1 0 0,0 0 0 0 0,0 0-1 0 0,6-2 1 0 0,9-7 645 0 0,1 2 1 0 0,35-13-1 0 0,-51 22-741 0 0,1-1-1 0 0,-1 1 1 0 0,1-1-1 0 0,-1 1 0 0 0,1 1 1 0 0,0-1-1 0 0,-1 1 1 0 0,1 0-1 0 0,0 0 0 0 0,-1 0 1 0 0,1 1-1 0 0,0-1 0 0 0,-1 1 1 0 0,10 3-1 0 0,-11-3-47 0 0,-1 0-1 0 0,1 1 0 0 0,0 0 0 0 0,0-1 1 0 0,-1 1-1 0 0,1 0 0 0 0,-1 0 1 0 0,0 0-1 0 0,0 1 0 0 0,1-1 1 0 0,-1 1-1 0 0,-1-1 0 0 0,1 1 1 0 0,0-1-1 0 0,-1 1 0 0 0,1 0 0 0 0,-1 0 1 0 0,0 0-1 0 0,0 0 0 0 0,0 0 1 0 0,0 0-1 0 0,0 6 0 0 0,1 2-14 0 0,-1-1-1 0 0,-1 1 0 0 0,0 0 1 0 0,-1-1-1 0 0,0 1 0 0 0,0-1 1 0 0,-1 1-1 0 0,-1-1 0 0 0,1 1 1 0 0,-2-1-1 0 0,-4 11 1 0 0,5-14-57 0 0,-1 0 1 0 0,0 0-1 0 0,0 0 1 0 0,-1-1-1 0 0,1 1 1 0 0,-1-1-1 0 0,-1 0 1 0 0,1-1-1 0 0,-1 1 1 0 0,0-1-1 0 0,-1 0 1 0 0,1 0-1 0 0,-1-1 1 0 0,0 0-1 0 0,-10 5 1 0 0,14-8-44 0 0,0 0 0 0 0,-1 0 1 0 0,1-1-1 0 0,0 1 0 0 0,0-1 1 0 0,0 1-1 0 0,-1-1 1 0 0,1 0-1 0 0,0 0 0 0 0,0-1 1 0 0,-4 0-1 0 0,5 1-170 0 0,1 0 0 0 0,-1-1 0 0 0,1 1 0 0 0,0-1-1 0 0,-1 1 1 0 0,1-1 0 0 0,0 1 0 0 0,0-1 0 0 0,-1 0 0 0 0,1 0-1 0 0,0 1 1 0 0,0-1 0 0 0,0 0 0 0 0,0 0 0 0 0,0 0 0 0 0,0 0-1 0 0,0 0 1 0 0,0-1 0 0 0,1 1 0 0 0,-1 0 0 0 0,0 0 0 0 0,1-1-1 0 0,-1 1 1 0 0,1 0 0 0 0,-1-1 0 0 0,1 1 0 0 0,-1-2 0 0 0,1-6-1746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22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22 8 0 0,'-2'-17'3353'0'0,"-2"13"2514"0"0,-4 13-365 0 0,2 4-5525 0 0,2-2 425 0 0,0 0-1 0 0,1 0 0 0 0,1 0 1 0 0,0 1-1 0 0,-1 17 1 0 0,2 62 715 0 0,1-53-587 0 0,0 24 296 0 0,9 62 1 0 0,-7-105-734 0 0,2 0 0 0 0,0 0 0 0 0,1 0 1 0 0,0-1-1 0 0,2 1 0 0 0,0-1 1 0 0,15 26-1 0 0,-19-40-102 0 0,0 1 1 0 0,-1-1-1 0 0,1-1 0 0 0,1 1 0 0 0,-1 0 1 0 0,1-1-1 0 0,-1 1 0 0 0,1-1 1 0 0,0 0-1 0 0,0-1 0 0 0,0 1 1 0 0,1-1-1 0 0,-1 1 0 0 0,1-1 1 0 0,-1-1-1 0 0,1 1 0 0 0,0 0 1 0 0,-1-1-1 0 0,1 0 0 0 0,0 0 1 0 0,9 0-1 0 0,-8-1-220 0 0,0-1 0 0 0,0 1 0 0 0,0-1 0 0 0,1 0 0 0 0,-1-1 0 0 0,-1 1 0 0 0,8-4 0 0 0,-6 2-635 0 0,0-1 1 0 0,0 1-1 0 0,0-1 1 0 0,-1 0-1 0 0,11-10 1 0 0,-11 9-1043 0 0,-1 1 1 0 0,-1-1-1 0 0,9-12 1 0 0,-5 5-1694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2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56 8 0 0,'2'-9'3293'0'0,"-2"10"-3036"0"0,0 0 0 0 0,0 0 0 0 0,0-1 0 0 0,0 1 0 0 0,0 0 0 0 0,0 0 0 0 0,0-1 0 0 0,0 1 0 0 0,0 0 0 0 0,-1 0 0 0 0,1-1 0 0 0,0 1 0 0 0,0 0 0 0 0,-1-1 0 0 0,1 1 0 0 0,0 0 0 0 0,-2 0 0 0 0,1 1-101 0 0,1-1 1 0 0,-1 0-1 0 0,0 1 1 0 0,0-1-1 0 0,0 1 1 0 0,1 0-1 0 0,-1-1 1 0 0,1 1-1 0 0,-1-1 0 0 0,1 1 1 0 0,0 0-1 0 0,-1-1 1 0 0,1 1-1 0 0,0 0 1 0 0,0-1-1 0 0,0 1 0 0 0,1 0 1 0 0,-1 2-1 0 0,10 39 1185 0 0,-1-9-388 0 0,0 30 473 0 0,2 1 0 0 0,36 111-1 0 0,-40-154-1181 0 0,10 25 77 0 0,-16-44-301 0 0,1 1 0 0 0,0-1 0 0 0,0 1-1 0 0,0-1 1 0 0,0 0 0 0 0,0 0 0 0 0,1 0 0 0 0,0 0-1 0 0,5 4 1 0 0,-7-6-26 0 0,1 0 0 0 0,-1 0-1 0 0,0 0 1 0 0,1 0 0 0 0,-1 0-1 0 0,1 0 1 0 0,0-1 0 0 0,-1 1 0 0 0,1 0-1 0 0,-1-1 1 0 0,1 0 0 0 0,0 1-1 0 0,0-1 1 0 0,-1 0 0 0 0,1 0 0 0 0,0 0-1 0 0,-1 0 1 0 0,1 0 0 0 0,0 0-1 0 0,-1-1 1 0 0,3 0 0 0 0,-1 0-3 0 0,-1 0 0 0 0,0 0 0 0 0,0-1 0 0 0,0 1 0 0 0,0-1 0 0 0,0 1 0 0 0,0-1 0 0 0,0 0 0 0 0,-1 0 0 0 0,1 0 0 0 0,-1 0 0 0 0,1 0 0 0 0,0-2 0 0 0,5-9-73 0 0,-2 1 0 0 0,1-1-1 0 0,-2 0 1 0 0,4-17-1 0 0,-6 22-2 0 0,5-25 28 0 0,-2-1-1 0 0,-2 1 1 0 0,-1-64 0 0 0,-2 85 67 0 0,-10-239-39 0 0,10 251 31 0 0,0-1 0 0 0,0 1 0 0 0,0-1-1 0 0,-1 1 1 0 0,1-1 0 0 0,0 1 0 0 0,0-1 0 0 0,0 1 0 0 0,0-1 0 0 0,0 1 0 0 0,0-1 0 0 0,0 1 0 0 0,0-1 0 0 0,1 1 0 0 0,-1 0 0 0 0,0-1 0 0 0,0 1 0 0 0,0-1 0 0 0,0 1 0 0 0,1-1 0 0 0,-1 1-1 0 0,0-1 1 0 0,0 1 0 0 0,1 0 0 0 0,-1-1 0 0 0,0 1 0 0 0,1 0 0 0 0,-1-1 0 0 0,0 1 0 0 0,1 0 0 0 0,-1-1 0 0 0,1 1 0 0 0,-1 0 0 0 0,0 0 0 0 0,1-1 0 0 0,0 1 0 0 0,0 1 3 0 0,-1-1-1 0 0,1 1 1 0 0,0-1 0 0 0,0 1 0 0 0,-1-1 0 0 0,1 1 0 0 0,0 0 0 0 0,-1 0 0 0 0,1-1 0 0 0,-1 1 0 0 0,1 0 0 0 0,-1 0 0 0 0,1 0-1 0 0,-1-1 1 0 0,0 1 0 0 0,1 0 0 0 0,-1 0 0 0 0,0 2 0 0 0,72 318 1250 0 0,-35-132-795 0 0,-16-95-1005 0 0,-21-94 514 0 0,0 0 0 0 0,0 0 0 0 0,0 0 0 0 0,0 0 1 0 0,0 0-1 0 0,0 0 0 0 0,0 1 0 0 0,0-1 0 0 0,0 0 0 0 0,0 0 1 0 0,0 0-1 0 0,0 0 0 0 0,0 0 0 0 0,0 0 0 0 0,0 0 1 0 0,0 0-1 0 0,1 0 0 0 0,-1 0 0 0 0,0 0 0 0 0,0 0 1 0 0,0 0-1 0 0,0 0 0 0 0,0 0 0 0 0,0 0 0 0 0,0 0 0 0 0,0 0 1 0 0,0 0-1 0 0,0 0 0 0 0,0 0 0 0 0,0 0 0 0 0,0 0 1 0 0,1 1-1 0 0,-1-1 0 0 0,0 0 0 0 0,0-1 0 0 0,0 1 0 0 0,0 0 1 0 0,0 0-1 0 0,0 0 0 0 0,0 0 0 0 0,0 0 0 0 0,0 0 1 0 0,0 0-1 0 0,0 0 0 0 0,1 0 0 0 0,-1 0 0 0 0,0 0 0 0 0,0 0 1 0 0,0 0-1 0 0,0 0 0 0 0,0 0 0 0 0,0 0 0 0 0,0 0 1 0 0,0 0-1 0 0,0 0 0 0 0,0 0 0 0 0,0 0 0 0 0,0 0 1 0 0,0 0-1 0 0,0-1 0 0 0,0 1 0 0 0,0 0 0 0 0,0 0 0 0 0,0 0 1 0 0,0 0-1 0 0,0 0 0 0 0,5-9-1741 0 0,2-11-1428 0 0,-2-2-527 0 0,-1 8 2485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23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2 143 8 0 0,'0'-15'162'0'0,"-1"-17"1660"0"0,1 30-1424 0 0,0 1 1 0 0,0-1-1 0 0,1 0 1 0 0,-1 0-1 0 0,0 1 1 0 0,1-1-1 0 0,-1 1 1 0 0,1-1-1 0 0,0 0 1 0 0,-1 1-1 0 0,1-1 1 0 0,0 1-1 0 0,2-3 1 0 0,-3 4-306 0 0,0 0-1 0 0,0 0 1 0 0,1 0-1 0 0,-1 0 1 0 0,0 0 0 0 0,0 1-1 0 0,1-1 1 0 0,-1 0 0 0 0,0 0-1 0 0,0 0 1 0 0,1 0-1 0 0,-1 0 1 0 0,0 1 0 0 0,0-1-1 0 0,0 0 1 0 0,1 0-1 0 0,-1 0 1 0 0,0 1 0 0 0,0-1-1 0 0,0 0 1 0 0,0 0 0 0 0,1 1-1 0 0,-1-1 1 0 0,0 0-1 0 0,0 0 1 0 0,0 1 0 0 0,0-1-1 0 0,0 0 1 0 0,0 1-1 0 0,0-1 1 0 0,0 0 0 0 0,0 0-1 0 0,0 1 1 0 0,5 16 822 0 0,-3-12-389 0 0,9 31 1397 0 0,12 70-1 0 0,-2-6 191 0 0,20 41 434 0 0,-40-132-2154 0 0,-8-20-314 0 0,-6-24-140 0 0,2-2 131 0 0,-19-82-55 0 0,27 102-8 0 0,1 0 1 0 0,1 0-1 0 0,0 0 1 0 0,1 0-1 0 0,1 0 1 0 0,1 0-1 0 0,5-23 1 0 0,-7 38-9 0 0,0 1 1 0 0,0 0-1 0 0,1 0 1 0 0,-1 0-1 0 0,0-1 1 0 0,1 1-1 0 0,-1 0 1 0 0,1 0-1 0 0,0 0 1 0 0,-1 0-1 0 0,1 0 1 0 0,0 0-1 0 0,0 0 1 0 0,-1 0-1 0 0,1 0 1 0 0,0 0-1 0 0,0 1 1 0 0,0-1-1 0 0,0 0 1 0 0,0 1-1 0 0,0-1 1 0 0,0 0-1 0 0,1 1 1 0 0,-1-1-1 0 0,2 0 1 0 0,-3 1 4 0 0,1 0 1 0 0,0 0 0 0 0,-1 0-1 0 0,1 0 1 0 0,-1 0 0 0 0,1 1 0 0 0,-1-1-1 0 0,1 0 1 0 0,0 0 0 0 0,-1 0 0 0 0,1 0-1 0 0,-1 1 1 0 0,1-1 0 0 0,-1 0 0 0 0,1 0-1 0 0,-1 1 1 0 0,1-1 0 0 0,-1 0-1 0 0,1 1 1 0 0,-1-1 0 0 0,0 1 0 0 0,1-1-1 0 0,-1 1 1 0 0,0-1 0 0 0,1 0 0 0 0,-1 1-1 0 0,0-1 1 0 0,1 1 0 0 0,-1 0 0 0 0,0-1-1 0 0,0 1 1 0 0,0-1 0 0 0,1 1-1 0 0,-1-1 1 0 0,0 1 0 0 0,0-1 0 0 0,0 1-1 0 0,0 0 1 0 0,0 0 0 0 0,23 56 411 0 0,35 178 786 0 0,-48-189-919 0 0,-6-25-138 0 0,0 0-1 0 0,10 23 1 0 0,-10-37-138 0 0,1 8 39 0 0,-5-15 20 0 0,-2-14-132 0 0,2 11 39 0 0,-1-1 0 0 0,-1 1 0 0 0,1 0 0 0 0,0-1 0 0 0,-1 1 0 0 0,1 0 0 0 0,-1 0 0 0 0,0 0 0 0 0,0 0 0 0 0,-5-5 0 0 0,-3-6-1095 0 0,8 9 773 0 0,0 0 0 0 0,0 0 0 0 0,1 0 0 0 0,0 0-1 0 0,0 0 1 0 0,1-1 0 0 0,-1 1 0 0 0,1 0 0 0 0,1-10-1 0 0,-2-11-484 0 0,-1-3 571 0 0,-2-21 120 0 0,-2 0-1 0 0,-14-51 1 0 0,20 100 145 0 0,-9-29 358 0 0,1-1 1 0 0,2 0 0 0 0,-4-57 0 0 0,22 110 749 0 0,10 105 574 0 0,11 206-1 0 0,-33-306-1516 0 0,-1-21-117 0 0,1 0 1 0 0,0 0 0 0 0,0 0 0 0 0,0 0-1 0 0,1 1 1 0 0,0-1 0 0 0,0 0-1 0 0,1 0 1 0 0,-1 0 0 0 0,4 7-1 0 0,-5-13-45 0 0,1 0-1 0 0,-1 0 0 0 0,0 0 1 0 0,0 0-1 0 0,1 0 1 0 0,-1 0-1 0 0,0 0 0 0 0,1 0 1 0 0,-1 0-1 0 0,0 0 0 0 0,0 0 1 0 0,1 0-1 0 0,-1 0 0 0 0,0 0 1 0 0,1 0-1 0 0,-1-1 0 0 0,0 1 1 0 0,0 0-1 0 0,1 0 0 0 0,-1 0 1 0 0,0 0-1 0 0,0 0 0 0 0,1-1 1 0 0,-1 1-1 0 0,0 0 0 0 0,0 0 1 0 0,0-1-1 0 0,1 1 0 0 0,-1 0 1 0 0,0 0-1 0 0,0 0 0 0 0,0-1 1 0 0,0 1-1 0 0,1 0 0 0 0,-1-1 1 0 0,0 1-1 0 0,0 0 0 0 0,0-1 1 0 0,11-17 17 0 0,-4 8-63 0 0,8-12 76 0 0,-12 17-33 0 0,0 1 0 0 0,0-1 0 0 0,0 1 0 0 0,0 0 0 0 0,1 1-1 0 0,-1-1 1 0 0,1 0 0 0 0,0 1 0 0 0,0 0 0 0 0,5-3 0 0 0,16-5 21 0 0,0 0-1 0 0,1 2 0 0 0,52-11 1 0 0,-52 13-10 0 0,25-1-7 0 0,-48 7-4 0 0,0 1 0 0 0,0 0 0 0 0,-1 0 0 0 0,1 0 0 0 0,0 1 0 0 0,-1-1 0 0 0,1 1 0 0 0,0-1 0 0 0,-1 1 0 0 0,1 0 0 0 0,-1 0 0 0 0,1 0 0 0 0,-1 0 0 0 0,1 0 0 0 0,-1 1 0 0 0,4 2 0 0 0,-6-4-18 0 0,1 1 0 0 0,-1-1 1 0 0,0 1-1 0 0,1-1 0 0 0,-1 1 0 0 0,0-1 1 0 0,1 1-1 0 0,-1-1 0 0 0,0 1 0 0 0,0 0 0 0 0,0-1 1 0 0,1 1-1 0 0,-1-1 0 0 0,0 1 0 0 0,0-1 1 0 0,0 1-1 0 0,0 0 0 0 0,0-1 0 0 0,0 1 1 0 0,0 0-1 0 0,0-1 0 0 0,0 1 0 0 0,0-1 1 0 0,0 1-1 0 0,-1-1 0 0 0,1 1 0 0 0,0 0 0 0 0,0-1 1 0 0,-1 1-1 0 0,1-1 0 0 0,0 1 0 0 0,-1-1 1 0 0,1 1-1 0 0,0-1 0 0 0,-1 1 0 0 0,1-1 1 0 0,-1 0-1 0 0,1 1 0 0 0,-1-1 0 0 0,1 1 1 0 0,-1-1-1 0 0,1 0 0 0 0,-1 0 0 0 0,1 1 1 0 0,-1-1-1 0 0,1 0 0 0 0,-1 0 0 0 0,1 1 0 0 0,-1-1 1 0 0,0 0-1 0 0,0 0 0 0 0,0 0-102 0 0,1 1-1 0 0,-1-1 1 0 0,1 0 0 0 0,-1 1-1 0 0,0-1 1 0 0,1 0 0 0 0,-1 0-1 0 0,0 1 1 0 0,1-1 0 0 0,-1 0-1 0 0,0 0 1 0 0,1 0 0 0 0,-1 0-1 0 0,0 0 1 0 0,1 0-1 0 0,-1 0 1 0 0,0 0 0 0 0,1 0-1 0 0,-1 0 1 0 0,0 0 0 0 0,1-1-1 0 0,-1 1 1 0 0,0 0 0 0 0,1 0-1 0 0,-1-1 1 0 0,0 1 0 0 0,1 0-1 0 0,-1-1 1 0 0,1 1 0 0 0,-1-1-1 0 0,1 1 1 0 0,-1-1-1 0 0,1 1 1 0 0,-1-1 0 0 0,1 1-1 0 0,-1-1 1 0 0,1 1 0 0 0,0-1-1 0 0,-1 1 1 0 0,1-1 0 0 0,-1-1-1 0 0,-1-28-7733 0 0,4 22 6321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0:53:2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81 8 0 0,'-1'-3'329'0'0,"0"0"1"0"0,0 0-1 0 0,0 0 0 0 0,0 0 0 0 0,1 0 1 0 0,-1 0-1 0 0,1 0 0 0 0,-1 0 1 0 0,1 0-1 0 0,0 0 0 0 0,1 0 1 0 0,-1 0-1 0 0,0 0 0 0 0,1 0 0 0 0,0 0 1 0 0,-1 0-1 0 0,1 0 0 0 0,0 0 1 0 0,1 1-1 0 0,-1-1 0 0 0,0 0 0 0 0,1 1 1 0 0,3-5-1 0 0,-4 6-135 0 0,0 0 0 0 0,0 0 1 0 0,0 1-1 0 0,0-1 0 0 0,1 1 0 0 0,-1-1 0 0 0,0 1 0 0 0,0-1 0 0 0,0 1 1 0 0,1 0-1 0 0,-1 0 0 0 0,0-1 0 0 0,0 1 0 0 0,1 0 0 0 0,-1 0 1 0 0,0 0-1 0 0,0 0 0 0 0,1 1 0 0 0,-1-1 0 0 0,2 1 0 0 0,0-1 205 0 0,0 1 0 0 0,1 0 0 0 0,-1 1 0 0 0,0-1 0 0 0,0 0 0 0 0,6 4-1 0 0,13 12 353 0 0,-1 0-1 0 0,0 1 0 0 0,-1 1 0 0 0,-1 1 1 0 0,23 30-1 0 0,-30-33-452 0 0,0 1-1 0 0,-1 0 1 0 0,-1 1 0 0 0,-1 0 0 0 0,-1 0 0 0 0,0 1 0 0 0,7 35 0 0 0,-8-26-115 0 0,-2 1 0 0 0,-1 0 1 0 0,-2 0-1 0 0,-1 0 0 0 0,-1 0 1 0 0,-1 0-1 0 0,-11 59 1 0 0,8-78-201 0 0,1-1 0 0 0,-1 1 1 0 0,-7 11-1 0 0,-7 18-1171 0 0,18-39 1048 0 0,0-1 1 0 0,0 1-1 0 0,-1-1 0 0 0,1 1 1 0 0,0-1-1 0 0,0 0 1 0 0,-1 1-1 0 0,1-1 1 0 0,0 1-1 0 0,-1-1 1 0 0,1 0-1 0 0,-1 1 1 0 0,1-1-1 0 0,0 0 0 0 0,-1 1 1 0 0,1-1-1 0 0,-1 0 1 0 0,1 0-1 0 0,-1 0 1 0 0,1 1-1 0 0,-1-1 1 0 0,1 0-1 0 0,-1 0 1 0 0,1 0-1 0 0,-1 0 1 0 0,1 0-1 0 0,-1 0 0 0 0,1 0 1 0 0,-1 0-1 0 0,1 0 1 0 0,-1 0-1 0 0,1 0 1 0 0,-1 0-1 0 0,1 0 1 0 0,-1 0-1 0 0,1-1 1 0 0,-1 1-1 0 0,1 0 0 0 0,-1 0 1 0 0,1 0-1 0 0,-1-1 1 0 0,1 1-1 0 0,-1-1 1 0 0,-6-3-2035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28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45 512 0 0,'0'0'-11'0'0,"-1"-1"0"0"0,0 0 0 0 0,1 1-1 0 0,-1-1 1 0 0,1 1 0 0 0,-1-1 0 0 0,1 0 0 0 0,0 1-1 0 0,-1-1 1 0 0,1 0 0 0 0,0 0 0 0 0,-1 1 0 0 0,1-1-1 0 0,0 0 1 0 0,0 0 0 0 0,-1 0 0 0 0,1 1 0 0 0,0-1-1 0 0,0 0 1 0 0,0 0 0 0 0,0 0 0 0 0,0 1 0 0 0,1-1 0 0 0,-1 0-1 0 0,0 0 1 0 0,0 0 0 0 0,0 1 0 0 0,1-1 0 0 0,-1 0-1 0 0,0 0 1 0 0,1 1 0 0 0,-1-1 0 0 0,1 0 0 0 0,-1 1-1 0 0,0-1 1 0 0,1 0 0 0 0,0 1 0 0 0,-1-1 0 0 0,1 1 0 0 0,-1-1-1 0 0,1 1 1 0 0,0-1 0 0 0,-1 1 0 0 0,1-1 0 0 0,0 1 0 0 0,0 0 0 0 0,-1-1 0 0 0,2 1 0 0 0,2-2 16 0 0,-1 0 0 0 0,1 0 0 0 0,0 1-1 0 0,0 0 1 0 0,0 0 0 0 0,0 0 0 0 0,0 0-1 0 0,5 0 1 0 0,-9 1-5 0 0,0 0 0 0 0,1 1 0 0 0,-1-1 0 0 0,0 0 0 0 0,1 1 0 0 0,-1-1 0 0 0,0 0 0 0 0,0 1 0 0 0,1-1 0 0 0,-1 1 0 0 0,0-1 0 0 0,0 0 0 0 0,0 1 0 0 0,0-1 0 0 0,0 1 0 0 0,1-1 0 0 0,-1 1 0 0 0,0-1 0 0 0,0 0 0 0 0,0 1 0 0 0,0-1 0 0 0,0 1 0 0 0,0 0 0 0 0,0 3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28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16 137 8 0 0,'-3'-12'77'0'0,"-9"-44"-154"0"0,12 53 232 0 0,-1 0-1 0 0,1 0 0 0 0,0 0 0 0 0,0 0 1 0 0,0 0-1 0 0,0 0 0 0 0,1 0 0 0 0,-1 1 1 0 0,1-1-1 0 0,0 0 0 0 0,0 0 0 0 0,0 0 1 0 0,0 0-1 0 0,0 1 0 0 0,2-4 1 0 0,-3 6-112 0 0,0-1 1 0 0,1 1-1 0 0,-1-1 1 0 0,0 1 0 0 0,0 0-1 0 0,0-1 1 0 0,1 1-1 0 0,-1 0 1 0 0,0 0-1 0 0,0-1 1 0 0,1 1 0 0 0,-1 0-1 0 0,0-1 1 0 0,1 1-1 0 0,-1 0 1 0 0,0 0 0 0 0,1 0-1 0 0,-1-1 1 0 0,0 1-1 0 0,1 0 1 0 0,-1 0 0 0 0,1 0-1 0 0,-1 0 1 0 0,0 0-1 0 0,1 0 1 0 0,-1 0 0 0 0,1 0-1 0 0,-1 0 1 0 0,0 0-1 0 0,1 0 1 0 0,-1 0 0 0 0,1 0-1 0 0,-1 0 1 0 0,0 0-1 0 0,1 0 1 0 0,-1 0 0 0 0,0 0-1 0 0,1 1 1 0 0,-1-1-1 0 0,1 0 1 0 0,-1 0 0 0 0,0 0-1 0 0,1 1 1 0 0,-1-1-1 0 0,0 0 1 0 0,0 1 0 0 0,1-1-1 0 0,-1 0 1 0 0,0 0-1 0 0,0 1 1 0 0,1-1 0 0 0,-1 0-1 0 0,0 1 1 0 0,0-1-1 0 0,0 1 1 0 0,0-1-1 0 0,1 0 1 0 0,-1 1 0 0 0,0-1-1 0 0,0 0 1 0 0,0 1-1 0 0,0-1 1 0 0,0 1 0 0 0,0-1-1 0 0,0 0 1 0 0,0 1-1 0 0,4 28 1699 0 0,1 88 1115 0 0,8 99 603 0 0,-11-200-3071 0 0,1 43 230 0 0,-3-56-590 0 0,0 1 0 0 0,0-1 1 0 0,-1 0-1 0 0,1 0 0 0 0,-1 0 1 0 0,1 0-1 0 0,-1 0 0 0 0,0 0 0 0 0,-1 0 1 0 0,1 0-1 0 0,0 0 0 0 0,-1 0 1 0 0,0 0-1 0 0,-2 3 0 0 0,3-6 51 0 0,-15-112-44 0 0,12 78-62 0 0,1 1-1 0 0,1-1 0 0 0,6-59 0 0 0,-3 81 25 0 0,1 0-1 0 0,0-1 0 0 0,1 1 0 0 0,1 0 0 0 0,0 0 0 0 0,0 1 0 0 0,1-1 0 0 0,0 1 0 0 0,1 0 0 0 0,1 0 0 0 0,0 1 0 0 0,0 0 0 0 0,12-13 0 0 0,-15 20 2 0 0,-1 0 1 0 0,1 0-1 0 0,0 0 0 0 0,0 0 0 0 0,0 1 0 0 0,1-1 0 0 0,-1 1 1 0 0,1 0-1 0 0,-1 1 0 0 0,1-1 0 0 0,-1 1 0 0 0,1 0 1 0 0,0 0-1 0 0,0 0 0 0 0,0 1 0 0 0,0-1 0 0 0,-1 1 1 0 0,1 0-1 0 0,0 1 0 0 0,0-1 0 0 0,0 1 0 0 0,5 2 0 0 0,-6-2 11 0 0,-1 0 0 0 0,0 0 0 0 0,1 0 0 0 0,-1 1-1 0 0,0 0 1 0 0,0-1 0 0 0,0 1 0 0 0,0 1-1 0 0,0-1 1 0 0,-1 0 0 0 0,1 0 0 0 0,-1 1-1 0 0,1 0 1 0 0,-1-1 0 0 0,0 1 0 0 0,0 0 0 0 0,0 0-1 0 0,-1 0 1 0 0,1 0 0 0 0,-1 1 0 0 0,1-1-1 0 0,-1 0 1 0 0,0 0 0 0 0,0 1 0 0 0,-1-1-1 0 0,1 1 1 0 0,-1-1 0 0 0,1 1 0 0 0,-1-1-1 0 0,-1 7 1 0 0,0-3 19 0 0,0-1 1 0 0,0 1-1 0 0,-1-1 0 0 0,0 1 0 0 0,0-1 0 0 0,-1 0 0 0 0,1 0 0 0 0,-2 0 1 0 0,1 0-1 0 0,-6 7 0 0 0,-1 0 85 0 0,0-1 1 0 0,-1 0 0 0 0,-15 13-1 0 0,22-22-64 0 0,-1-1-1 0 0,1 1 1 0 0,-1-1-1 0 0,0 0 1 0 0,0 0-1 0 0,0 0 1 0 0,0-1-1 0 0,-1 1 1 0 0,1-1-1 0 0,0-1 1 0 0,-7 1-1 0 0,-27 1-976 0 0,24-3-3415 0 0,13 1 886 0 0,10-1 1093 0 0,4-2 892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28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7 176 0 0,'0'0'53'0'0,"0"0"0"0"0,0 0-1 0 0,0-1 1 0 0,0 1 0 0 0,0 0-1 0 0,0 0 1 0 0,0 0 0 0 0,0-1 0 0 0,0 1-1 0 0,0 0 1 0 0,0 0 0 0 0,0-1 0 0 0,0 1-1 0 0,0 0 1 0 0,0 0 0 0 0,0 0 0 0 0,0-1-1 0 0,0 1 1 0 0,0 0 0 0 0,-1 0 0 0 0,1 0-1 0 0,0 0 1 0 0,0-1 0 0 0,0 1 0 0 0,0 0-1 0 0,-1 0 1 0 0,1 0 0 0 0,0 0 0 0 0,0 0-1 0 0,0-1 1 0 0,0 1 0 0 0,-1 0-1 0 0,1 0 1 0 0,0 0 0 0 0,0 0 0 0 0,0 0-1 0 0,-1 0 1 0 0,1 0 0 0 0,0 0 0 0 0,0 0-1 0 0,-1 0 1 0 0,1 0 0 0 0,-12 5 1486 0 0,-9 13 445 0 0,9-3-1174 0 0,1 1 0 0 0,0 0 0 0 0,1 1 1 0 0,1 0-1 0 0,-7 20 0 0 0,3-3 160 0 0,-15 61 0 0 0,26-84-838 0 0,0 0 0 0 0,1 0 0 0 0,0 0 0 0 0,1 0 0 0 0,0 0 1 0 0,1 0-1 0 0,0 0 0 0 0,0 0 0 0 0,2 0 0 0 0,-1 0 0 0 0,1 0 0 0 0,6 13 0 0 0,-6-18-79 0 0,0 1 1 0 0,0-1-1 0 0,1 0 1 0 0,0 0-1 0 0,0 0 0 0 0,0 0 1 0 0,1-1-1 0 0,0 1 0 0 0,0-1 1 0 0,0 0-1 0 0,1-1 1 0 0,-1 1-1 0 0,1-1 0 0 0,0-1 1 0 0,0 1-1 0 0,1-1 1 0 0,-1 0-1 0 0,1 0 0 0 0,13 3 1 0 0,-4-2-84 0 0,-9-1-15 0 0,1-1-1 0 0,-1-1 0 0 0,1 1 1 0 0,-1-1-1 0 0,1 0 1 0 0,0-1-1 0 0,-1 0 0 0 0,1 0 1 0 0,9-2-1 0 0,-17 2-285 0 0,1-1-1 0 0,-1 1 1 0 0,1 0-1 0 0,-1-1 1 0 0,1 1-1 0 0,-1-1 0 0 0,0 1 1 0 0,1-1-1 0 0,-1 1 1 0 0,0-1-1 0 0,1 0 1 0 0,-1 1-1 0 0,0-1 1 0 0,0 1-1 0 0,1-1 1 0 0,-1 0-1 0 0,0 1 1 0 0,0-1-1 0 0,0-1 0 0 0,0-2-2543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35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18 512 0 0,'2'-16'331'0'0,"-2"16"-293"0"0,0 0 1 0 0,-1 0 0 0 0,1-1-1 0 0,0 1 1 0 0,0 0 0 0 0,0 0-1 0 0,0 0 1 0 0,0 0 0 0 0,0 0-1 0 0,0 0 1 0 0,0 0 0 0 0,0 0-1 0 0,0 0 1 0 0,0 0 0 0 0,-1 0-1 0 0,1 0 1 0 0,0 0 0 0 0,0 0-1 0 0,0 0 1 0 0,0 0 0 0 0,0 0-1 0 0,0 0 1 0 0,0 0 0 0 0,0 0-1 0 0,0 0 1 0 0,-1 0 0 0 0,1 0-1 0 0,0 0 1 0 0,0 0 0 0 0,0 0-1 0 0,0 0 1 0 0,0 0 0 0 0,0 0-1 0 0,0 0 1 0 0,0 0 0 0 0,0 0-1 0 0,-1 0 1 0 0,1 0 0 0 0,0 0-1 0 0,0 0 1 0 0,0 0 0 0 0,0 0-1 0 0,0 0 1 0 0,0 1 0 0 0,0-1-1 0 0,0 0 1 0 0,0 0 0 0 0,0 0-1 0 0,0 0 1 0 0,0 0 0 0 0,0 0-1 0 0,0 0 1 0 0,0 0 0 0 0,0 0-1 0 0,-1 0 1 0 0,1 1 0 0 0,0-1-1 0 0,0 0 1 0 0,0 0 0 0 0,0 0-1 0 0,0 0 1 0 0,-11 28 3504 0 0,7-5-2653 0 0,2 1-1 0 0,0-1 1 0 0,1 1 0 0 0,2-1-1 0 0,5 40 1 0 0,31 113 1010 0 0,-23-117-1295 0 0,-11-48-454 0 0,-1 0 1 0 0,-1 1-1 0 0,1 16 0 0 0,-2-23-122 0 0,-1 0 0 0 0,1 0 1 0 0,-1 1-1 0 0,1-1 0 0 0,-1 0 0 0 0,-1 0 0 0 0,1 0 0 0 0,-1 0 0 0 0,-3 6 0 0 0,-8 4 259 0 0,9-11-1085 0 0,8-6-3080 0 0,16-10-3343 0 0,-15 8 5937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52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8 0 0,'-5'41'6828'0'0,"2"-6"-5063"0"0,1 0-1 0 0,1 0 1 0 0,5 41 0 0 0,0 1-174 0 0,1-17-390 0 0,1-1 0 0 0,20 74 0 0 0,-6-66-640 0 0,-15-55-514 0 0,0 1 1 0 0,-1 0-1 0 0,-1 1 1 0 0,0-1 0 0 0,-1 1-1 0 0,0 13 1 0 0,-2-26-60 0 0,1-1 1 0 0,-1 0-1 0 0,0 1 1 0 0,0-1-1 0 0,0 0 0 0 0,0 1 1 0 0,0-1-1 0 0,0 0 0 0 0,0 1 1 0 0,0-1-1 0 0,0 0 1 0 0,-1 1-1 0 0,1-1 0 0 0,0 0 1 0 0,0 1-1 0 0,0-1 1 0 0,0 0-1 0 0,0 0 0 0 0,0 1 1 0 0,-1-1-1 0 0,1 0 1 0 0,0 0-1 0 0,0 1 0 0 0,-1-1 1 0 0,1 0-1 0 0,0 0 0 0 0,0 1 1 0 0,-1-1-1 0 0,1 0 1 0 0,0 0-1 0 0,0 0 0 0 0,-1 0 1 0 0,1 1-1 0 0,0-1 1 0 0,-1 0-1 0 0,1 0 0 0 0,0 0 1 0 0,0 0-1 0 0,-1 0 1 0 0,1 0-1 0 0,0 0 0 0 0,-1 0 1 0 0,1 0-1 0 0,0 0 0 0 0,-1 0 1 0 0,1 0-1 0 0,0 0 1 0 0,-1 0-1 0 0,1 0 0 0 0,0 0 1 0 0,-1 0-1 0 0,1-1 1 0 0,0 1-1 0 0,0 0 0 0 0,-1 0 1 0 0,1 0-1 0 0,0 0 1 0 0,-1-1-1 0 0,1 1 0 0 0,0 0 1 0 0,0 0-1 0 0,0-1 0 0 0,-1 1 1 0 0,-16-17-2777 0 0,16 14 2071 0 0,-1 0 0 0 0,1 0 1 0 0,0 0-1 0 0,1 0 0 0 0,-1 0 1 0 0,0-6-1 0 0,-2-5-1119 0 0,1-3 527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08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2 8 0 0,'6'-1'560'0'0,"-10"0"1928"0"0,3 1-2365 0 0,1 1 1 0 0,-1-1-1 0 0,1 0 0 0 0,-1 0 0 0 0,1 1 0 0 0,-1-1 0 0 0,1 0 0 0 0,-1 1 0 0 0,1-1 0 0 0,0 1 0 0 0,-1-1 1 0 0,1 1-1 0 0,-1-1 0 0 0,1 0 0 0 0,0 1 0 0 0,0-1 0 0 0,-1 1 0 0 0,1 0 0 0 0,0-1 0 0 0,0 1 0 0 0,0-1 0 0 0,-1 1 1 0 0,1-1-1 0 0,0 1 0 0 0,0-1 0 0 0,0 1 0 0 0,0-1 0 0 0,0 1 0 0 0,0 0 0 0 0,0-1 0 0 0,0 1 0 0 0,0-1 1 0 0,1 1-1 0 0,-1-1 0 0 0,0 1 0 0 0,1 0 0 0 0,0 14 555 0 0,0 0 1 0 0,-1 0-1 0 0,0 0 1 0 0,-1 0-1 0 0,-4 19 1 0 0,-2 39 736 0 0,13 128 519 0 0,-6-198-1895 0 0,5 39 320 0 0,-4-40-327 0 0,-1 0 1 0 0,1 0-1 0 0,-1 0 1 0 0,1 1-1 0 0,0-1 0 0 0,0 0 1 0 0,0 0-1 0 0,0 0 1 0 0,0 0-1 0 0,0 0 1 0 0,1-1-1 0 0,-1 1 1 0 0,1 0-1 0 0,2 2 0 0 0,-3-4-20 0 0,-1 0-1 0 0,1-1 1 0 0,-1 1-1 0 0,1-1 1 0 0,-1 1-1 0 0,1 0 1 0 0,-1-1-1 0 0,1 1 1 0 0,-1-1-1 0 0,1 1 1 0 0,-1-1-1 0 0,0 0 1 0 0,1 1-1 0 0,-1-1 1 0 0,0 1-1 0 0,1-1 1 0 0,-1 0-1 0 0,0 1 1 0 0,0-1-1 0 0,0 0 1 0 0,1 1-1 0 0,-1-1 1 0 0,0 0-1 0 0,0 1 1 0 0,0-1-1 0 0,0 0 1 0 0,0 1-1 0 0,-1-2 0 0 0,2 0-7 0 0,-1 0-1 0 0,0 0 0 0 0,1 0 0 0 0,-1-1 0 0 0,0 1 1 0 0,-1 0-1 0 0,1 0 0 0 0,0 0 0 0 0,-1-1 0 0 0,0-2 0 0 0,-5-5-22 0 0,2 0 0 0 0,-1 0 0 0 0,1 0 0 0 0,-5-19 0 0 0,1 3 62 0 0,5 17-47 0 0,0 1 0 0 0,-1 0-1 0 0,1 1 1 0 0,-1-1-1 0 0,-1 1 1 0 0,1-1 0 0 0,-12-12-1 0 0,14 18 2 0 0,0 0-1 0 0,0 0 1 0 0,-1 0 0 0 0,1 0-1 0 0,0 1 1 0 0,-1-1 0 0 0,0 1-1 0 0,1-1 1 0 0,-1 1-1 0 0,0 0 1 0 0,1 0 0 0 0,-1 0-1 0 0,0 0 1 0 0,0 0-1 0 0,0 1 1 0 0,0-1 0 0 0,0 1-1 0 0,0 0 1 0 0,0 0-1 0 0,0 0 1 0 0,0 0 0 0 0,0 1-1 0 0,0-1 1 0 0,1 1 0 0 0,-1 0-1 0 0,-4 1 1 0 0,-1 2 12 0 0,0-1 0 0 0,1 2 0 0 0,0-1 1 0 0,0 1-1 0 0,0 0 0 0 0,0 0 0 0 0,1 1 0 0 0,0 0 1 0 0,0 0-1 0 0,1 1 0 0 0,-7 8 0 0 0,8-9 36 0 0,0 0 1 0 0,0 0-1 0 0,1 1 0 0 0,0-1 0 0 0,0 1 1 0 0,0 0-1 0 0,1 0 0 0 0,0-1 1 0 0,0 1-1 0 0,1 1 0 0 0,0-1 0 0 0,0 0 1 0 0,1 13-1 0 0,0-17-31 0 0,1-1-1 0 0,-1 1 1 0 0,1 0 0 0 0,0-1 0 0 0,0 1-1 0 0,0 0 1 0 0,0-1 0 0 0,0 1 0 0 0,1-1-1 0 0,-1 1 1 0 0,1-1 0 0 0,-1 0 0 0 0,1 0-1 0 0,0 1 1 0 0,0-1 0 0 0,0-1 0 0 0,0 1-1 0 0,0 0 1 0 0,1 0 0 0 0,-1-1 0 0 0,0 1-1 0 0,1-1 1 0 0,0 0 0 0 0,-1 0 0 0 0,1 0-1 0 0,-1 0 1 0 0,1 0 0 0 0,0 0 0 0 0,0-1-1 0 0,-1 1 1 0 0,1-1 0 0 0,4 0 0 0 0,0 0-202 0 0,0 0 1 0 0,-1 0 0 0 0,1 0 0 0 0,0-1-1 0 0,0 0 1 0 0,-1-1 0 0 0,1 1 0 0 0,-1-1 0 0 0,1-1-1 0 0,-1 1 1 0 0,0-1 0 0 0,11-6 0 0 0,-6 1-1952 0 0,0 0 1 0 0,0 0 0 0 0,-1-1 0 0 0,17-19 0 0 0,-19 18 208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08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8 0 0,'-6'22'1440'0'0,"1"1"-1"0"0,1 0 1 0 0,0 0-1 0 0,2 1 1 0 0,1-1-1 0 0,3 42 1 0 0,-2-18-293 0 0,1 7-333 0 0,-1-50-797 0 0,1-1 1 0 0,-1 0-1 0 0,1 0 1 0 0,0 0-1 0 0,0 0 0 0 0,0 0 1 0 0,1 0-1 0 0,-1 0 0 0 0,1 0 1 0 0,-1 0-1 0 0,1 0 1 0 0,0-1-1 0 0,3 4 0 0 0,3 7-192 0 0,4 4 73 0 0,-11-16-69 0 0,-1-1 0 0 0,1 0 0 0 0,0 0 1 0 0,-1 1-1 0 0,1-1 0 0 0,0 0 0 0 0,-1 0 0 0 0,1 0 0 0 0,0 0 1 0 0,0 0-1 0 0,-1 0 0 0 0,1 0 0 0 0,0 0 0 0 0,-1 0 0 0 0,1 0 1 0 0,0 0-1 0 0,0 0 0 0 0,-1 0 0 0 0,1-1 0 0 0,0 1 0 0 0,-1 0 1 0 0,1 0-1 0 0,0-1 0 0 0,-1 1 0 0 0,1-1 0 0 0,-1 1 0 0 0,1 0 1 0 0,-1-1-1 0 0,1 1 0 0 0,0-2 0 0 0,4-2-2440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0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14 8 0 0,'0'-1'34'0'0,"0"1"1"0"0,1 0-1 0 0,-1 0 0 0 0,0-1 1 0 0,0 1-1 0 0,0 0 0 0 0,0 0 1 0 0,0-1-1 0 0,0 1 0 0 0,0 0 1 0 0,0-1-1 0 0,0 1 0 0 0,0 0 1 0 0,0-1-1 0 0,0 1 1 0 0,0 0-1 0 0,0 0 0 0 0,0-1 1 0 0,0 1-1 0 0,0 0 0 0 0,0-1 1 0 0,0 1-1 0 0,0 0 0 0 0,0 0 1 0 0,-1-1-1 0 0,1 1 0 0 0,0 0 1 0 0,0 0-1 0 0,0-1 0 0 0,-1 1 1 0 0,1 0-1 0 0,0 0 0 0 0,0 0 1 0 0,0-1-1 0 0,-1 1 0 0 0,1 0 1 0 0,0 0-1 0 0,-15-4 1679 0 0,-16 6 1333 0 0,24 0-2560 0 0,-1 1 0 0 0,1 0-1 0 0,0 0 1 0 0,0 1 0 0 0,0-1 0 0 0,0 2 0 0 0,1-1-1 0 0,-8 7 1 0 0,13-10-417 0 0,-1 0-1 0 0,0 1 0 0 0,1-1 0 0 0,0 1 1 0 0,-1 0-1 0 0,1 0 0 0 0,0-1 0 0 0,0 1 1 0 0,0 0-1 0 0,0 0 0 0 0,0 0 0 0 0,0 0 1 0 0,0 0-1 0 0,1 0 0 0 0,-1 0 1 0 0,1 0-1 0 0,0 1 0 0 0,0-1 0 0 0,-1 0 1 0 0,1 0-1 0 0,0 0 0 0 0,1 0 0 0 0,-1 1 1 0 0,0-1-1 0 0,1 0 0 0 0,-1 0 1 0 0,1 0-1 0 0,0 0 0 0 0,-1 0 0 0 0,1 0 1 0 0,0 0-1 0 0,0 0 0 0 0,3 3 0 0 0,5 8 274 0 0,-1 0-1 0 0,0 1 0 0 0,0 0 0 0 0,-2 0 0 0 0,8 23 0 0 0,-13-33-283 0 0,0-1-1 0 0,0 1 1 0 0,0 0 0 0 0,-1 0-1 0 0,1-1 1 0 0,-1 1 0 0 0,0 0-1 0 0,-1 0 1 0 0,1 0-1 0 0,0-1 1 0 0,-1 1 0 0 0,0 0-1 0 0,0 0 1 0 0,0-1 0 0 0,-1 1-1 0 0,1-1 1 0 0,-1 1-1 0 0,0-1 1 0 0,1 0 0 0 0,-2 1-1 0 0,1-1 1 0 0,0 0-1 0 0,-1 0 1 0 0,1-1 0 0 0,-1 1-1 0 0,0 0 1 0 0,0-1 0 0 0,0 0-1 0 0,-3 3 1 0 0,-4 1-7 0 0,0-1 0 0 0,0 0 0 0 0,-1 0 0 0 0,1-1 1 0 0,-1 0-1 0 0,0-1 0 0 0,0-1 0 0 0,0 1 0 0 0,0-2 0 0 0,-1 1 1 0 0,1-1-1 0 0,-1-1 0 0 0,-15-2 0 0 0,25 2-60 0 0,0 0 1 0 0,-1 0-1 0 0,1-1 0 0 0,0 1 1 0 0,0-1-1 0 0,0 0 0 0 0,0 1 0 0 0,1-1 1 0 0,-1 0-1 0 0,0 0 0 0 0,0 0 1 0 0,0 0-1 0 0,1-1 0 0 0,-1 1 1 0 0,-1-2-1 0 0,2 2-15 0 0,0 0 1 0 0,1-1-1 0 0,-1 1 1 0 0,0 0-1 0 0,1 0 0 0 0,0-1 1 0 0,-1 1-1 0 0,1 0 1 0 0,0-1-1 0 0,0 1 1 0 0,0-1-1 0 0,0 1 0 0 0,0 0 1 0 0,0-1-1 0 0,0 1 1 0 0,0-1-1 0 0,0 1 0 0 0,1 0 1 0 0,-1-1-1 0 0,0 1 1 0 0,1 0-1 0 0,0-2 1 0 0,1-1-321 0 0,0 0 0 0 0,0-1 0 0 0,0 1 0 0 0,1 0 0 0 0,-1 0 0 0 0,1 0 0 0 0,0 1 1 0 0,0-1-1 0 0,0 1 0 0 0,1 0 0 0 0,-1 0 0 0 0,6-4 0 0 0,1 1-1156 0 0,0 0 1 0 0,0 1-1 0 0,0 0 0 0 0,12-3 0 0 0,-10 4 143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09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0 231 8 0 0,'3'2'455'0'0,"0"0"1"0"0,0 0-1 0 0,0 0 0 0 0,1 0 0 0 0,-1 0 1 0 0,1 0-1 0 0,-1-1 0 0 0,1 0 0 0 0,-1 0 1 0 0,1 0-1 0 0,0 0 0 0 0,-1 0 0 0 0,1-1 1 0 0,0 0-1 0 0,0 0 0 0 0,4 0 0 0 0,10-1 517 0 0,-1-1 0 0 0,21-5 0 0 0,-23 5-657 0 0,-3-1 63 0 0,0-1-1 0 0,0 0 0 0 0,0-1 0 0 0,-1 0 0 0 0,12-7 0 0 0,-18 8-278 0 0,0 0-1 0 0,0-1 0 0 0,0 0 0 0 0,-1 0 1 0 0,0 0-1 0 0,0 0 0 0 0,0-1 0 0 0,0 0 1 0 0,-1 0-1 0 0,0 0 0 0 0,4-12 0 0 0,-6 8-84 0 0,0 0 0 0 0,-1 0 0 0 0,0 0 0 0 0,-1 0 0 0 0,0 0-1 0 0,-1 0 1 0 0,-4-18 0 0 0,5 26-12 0 0,1 1 0 0 0,-1-1-1 0 0,1 0 1 0 0,-1 1 0 0 0,0-1-1 0 0,1 0 1 0 0,-1 1 0 0 0,0-1 0 0 0,0 1-1 0 0,0-1 1 0 0,0 1 0 0 0,0-1-1 0 0,-1 1 1 0 0,1 0 0 0 0,0 0 0 0 0,-1 0-1 0 0,1-1 1 0 0,-1 1 0 0 0,1 1-1 0 0,-1-1 1 0 0,1 0 0 0 0,-1 0 0 0 0,-2 0-1 0 0,2 1 24 0 0,0 0 0 0 0,-1 0-1 0 0,1 0 1 0 0,0 1 0 0 0,-1-1 0 0 0,1 1-1 0 0,0-1 1 0 0,0 1 0 0 0,-1 0-1 0 0,1 0 1 0 0,0 0 0 0 0,0 0 0 0 0,0 0-1 0 0,0 1 1 0 0,0-1 0 0 0,-3 4 0 0 0,-21 19 470 0 0,-10 6 315 0 0,28-24-659 0 0,1-1-1 0 0,-1 1 0 0 0,1 0 1 0 0,0 0-1 0 0,0 1 1 0 0,1 0-1 0 0,-9 11 1 0 0,12-13-66 0 0,1-1 1 0 0,-1 1-1 0 0,1 0 1 0 0,0-1 0 0 0,1 1-1 0 0,-1 0 1 0 0,1 0-1 0 0,0 1 1 0 0,0-1-1 0 0,0 0 1 0 0,1 0 0 0 0,-1 0-1 0 0,1 1 1 0 0,2 8-1 0 0,-1-4 65 0 0,-1-5-89 0 0,1 1 1 0 0,0-1-1 0 0,0 0 1 0 0,1 1-1 0 0,1 5 1 0 0,-2-9-54 0 0,0-1 1 0 0,0 1-1 0 0,0 0 1 0 0,1-1 0 0 0,-1 1-1 0 0,0-1 1 0 0,1 1 0 0 0,-1-1-1 0 0,1 0 1 0 0,-1 0-1 0 0,1 1 1 0 0,0-1 0 0 0,-1 0-1 0 0,1 0 1 0 0,0-1 0 0 0,0 1-1 0 0,2 1 1 0 0,0-1 2 0 0,1 0-13 0 0,1 1 0 0 0,-1-1-1 0 0,0 1 1 0 0,0 0-1 0 0,-1 1 1 0 0,1-1-1 0 0,0 1 1 0 0,-1 0-1 0 0,1 0 1 0 0,-1 1-1 0 0,0-1 1 0 0,0 1 0 0 0,6 7-1 0 0,-7-7-159 0 0,0-1-1 0 0,1 1 0 0 0,-1-1 1 0 0,1 1-1 0 0,0-1 0 0 0,0 0 1 0 0,0-1-1 0 0,0 1 0 0 0,0-1 1 0 0,7 3-1 0 0,-8-4-318 0 0,0 0 0 0 0,0 0 0 0 0,0 0 0 0 0,0 0 0 0 0,0-1 0 0 0,0 1 0 0 0,1-1 0 0 0,-1 0 0 0 0,0 0 0 0 0,0 0 0 0 0,1 0 0 0 0,-1-1 0 0 0,0 1 0 0 0,0-1 0 0 0,0 0 0 0 0,4-1 0 0 0,1-2-1579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09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64 8 0 0,'-1'-19'-70'0'0,"1"15"238"0"0,0 1 0 0 0,0 0 1 0 0,-1-1-1 0 0,1 1 1 0 0,-1-1-1 0 0,0 1 1 0 0,-1-5-1 0 0,1 7-67 0 0,1 0 1 0 0,-1 0-1 0 0,1 0 1 0 0,-1 1-1 0 0,0-1 1 0 0,0 0-1 0 0,1 0 0 0 0,-1 1 1 0 0,0-1-1 0 0,0 0 1 0 0,0 1-1 0 0,0-1 0 0 0,1 1 1 0 0,-1-1-1 0 0,0 1 1 0 0,0 0-1 0 0,0-1 1 0 0,0 1-1 0 0,0 0 0 0 0,0 0 1 0 0,0 0-1 0 0,0 0 1 0 0,0-1-1 0 0,0 1 0 0 0,-1 1 1 0 0,1-1-1 0 0,0 0 1 0 0,0 0-1 0 0,0 0 1 0 0,-1 1-1 0 0,-7 2 426 0 0,0 1 1 0 0,1 0-1 0 0,0 0 0 0 0,0 1 1 0 0,0 0-1 0 0,0 0 1 0 0,1 1-1 0 0,0 0 0 0 0,-9 10 1 0 0,-9 6 425 0 0,12-11-507 0 0,1 0 1 0 0,0 1-1 0 0,1 0 1 0 0,0 1-1 0 0,1 0 1 0 0,0 1-1 0 0,1 0 1 0 0,1 0-1 0 0,-12 29 1 0 0,18-38-308 0 0,1 0 0 0 0,0 0 0 0 0,0 1 0 0 0,1-1 0 0 0,-1 0 0 0 0,1 1 1 0 0,0-1-1 0 0,1 0 0 0 0,-1 0 0 0 0,1 1 0 0 0,3 8 0 0 0,-4-13-102 0 0,1 1 1 0 0,-1-1-1 0 0,1 0 0 0 0,-1 1 0 0 0,1-1 0 0 0,0 0 1 0 0,0 0-1 0 0,0 1 0 0 0,-1-1 0 0 0,1 0 0 0 0,0 0 1 0 0,1 0-1 0 0,-1 0 0 0 0,0 0 0 0 0,0 0 0 0 0,0-1 0 0 0,1 1 1 0 0,0 1-1 0 0,0-2-12 0 0,0 0-1 0 0,0 0 1 0 0,-1 1 0 0 0,1-1-1 0 0,0 0 1 0 0,0 0 0 0 0,-1-1 0 0 0,1 1-1 0 0,0 0 1 0 0,0 0 0 0 0,-1-1-1 0 0,1 1 1 0 0,0-1 0 0 0,-1 0 0 0 0,1 1-1 0 0,-1-1 1 0 0,1 0 0 0 0,2-2 0 0 0,10-6-29 0 0,-1-1 1 0 0,0 0-1 0 0,-1-1 1 0 0,0-1-1 0 0,0 0 1 0 0,-1 0-1 0 0,-1-1 1 0 0,0 0-1 0 0,-1-1 1 0 0,-1 0-1 0 0,0-1 1 0 0,0 0-1 0 0,-2 0 1 0 0,0 0-1 0 0,7-28 0 0 0,6-1-113 0 0,-19 44 118 0 0,0 0 0 0 0,0 0-1 0 0,0 0 1 0 0,0-1 0 0 0,0 1-1 0 0,0 0 1 0 0,0 0 0 0 0,0 0-1 0 0,0 0 1 0 0,0 0 0 0 0,0 0-1 0 0,0-1 1 0 0,0 1 0 0 0,0 0 0 0 0,-1 0-1 0 0,1 0 1 0 0,0 0 0 0 0,0 0-1 0 0,0 0 1 0 0,0 0 0 0 0,0 0-1 0 0,0-1 1 0 0,-1 1 0 0 0,1 0-1 0 0,0 0 1 0 0,0 0 0 0 0,0 0 0 0 0,0 0-1 0 0,0 0 1 0 0,0 0 0 0 0,-1 0-1 0 0,1 0 1 0 0,0 0 0 0 0,0 0-1 0 0,0 0 1 0 0,0 0 0 0 0,-1 0-1 0 0,1 0 1 0 0,0 0 0 0 0,0 0 0 0 0,0 0-1 0 0,0 0 1 0 0,0 0 0 0 0,0 0-1 0 0,-1 0 1 0 0,1 0 0 0 0,0 1-1 0 0,0-1 1 0 0,0 0 0 0 0,0 0-1 0 0,0 0 1 0 0,0 0 0 0 0,-1 0 0 0 0,1 0-1 0 0,0 0 1 0 0,0 0 0 0 0,0 1-1 0 0,-9 4 25 0 0,5 1 22 0 0,1 0-1 0 0,-1 1 0 0 0,-3 12 0 0 0,-2 3 118 0 0,6-15-106 0 0,2-1 1 0 0,-1 1 0 0 0,1-1 0 0 0,0 1 0 0 0,0-1 0 0 0,1 1 0 0 0,0 7-1 0 0,-1 9 132 0 0,1-19-182 0 0,0 0 1 0 0,1 0-1 0 0,0 0 1 0 0,-1 0-1 0 0,2 0 1 0 0,-1 0-1 0 0,0 0 1 0 0,1 0-1 0 0,-1-1 1 0 0,1 1-1 0 0,0 0 1 0 0,0-1 0 0 0,1 0-1 0 0,-1 0 1 0 0,1 1-1 0 0,0-1 1 0 0,0-1-1 0 0,0 1 1 0 0,0 0-1 0 0,0-1 1 0 0,0 1-1 0 0,7 2 1 0 0,-7-3-285 0 0,1-1-1 0 0,-1 0 1 0 0,1 1 0 0 0,0-1 0 0 0,0-1 0 0 0,-1 1 0 0 0,1-1 0 0 0,0 1 0 0 0,0-1-1 0 0,0 0 1 0 0,0 0 0 0 0,0-1 0 0 0,-1 1 0 0 0,1-1 0 0 0,0 0 0 0 0,0 0-1 0 0,4-2 1 0 0,41-11-6937 0 0,-37 8 5767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0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 8 0 0,'-15'2'1514'0'0,"-64"12"5214"0"0,70-12-6010 0 0,1 1 0 0 0,-1 0 0 0 0,1 0 0 0 0,0 1 0 0 0,0 0 0 0 0,-14 10 0 0 0,21-14-669 0 0,0 1 1 0 0,0 0-1 0 0,0 0 0 0 0,0 0 1 0 0,0-1-1 0 0,0 1 0 0 0,0 0 1 0 0,1 0-1 0 0,-1 0 0 0 0,0 0 1 0 0,1 0-1 0 0,-1 0 0 0 0,1 0 0 0 0,-1 1 1 0 0,1-1-1 0 0,0 0 0 0 0,-1 0 1 0 0,1 0-1 0 0,0 0 0 0 0,0 0 1 0 0,0 1-1 0 0,0-1 0 0 0,0 0 1 0 0,0 0-1 0 0,0 0 0 0 0,0 1 1 0 0,0-1-1 0 0,1 0 0 0 0,-1 0 0 0 0,0 0 1 0 0,1 0-1 0 0,-1 0 0 0 0,1 1 1 0 0,-1-1-1 0 0,1 0 0 0 0,0 0 1 0 0,-1 0-1 0 0,1 0 0 0 0,0-1 1 0 0,0 1-1 0 0,1 1 0 0 0,4 5 127 0 0,1 0 1 0 0,1-1-1 0 0,-1 0 0 0 0,10 6 1 0 0,-6-4-13 0 0,-2-1 5 0 0,1 1 1 0 0,-1 0 0 0 0,0 0-1 0 0,-1 1 1 0 0,8 11 0 0 0,-13-16-90 0 0,0 0 0 0 0,-1 1 1 0 0,1-1-1 0 0,-1 0 0 0 0,0 1 1 0 0,0-1-1 0 0,-1 1 0 0 0,1 0 1 0 0,-1 0-1 0 0,0 0 0 0 0,0-1 1 0 0,-1 1-1 0 0,0 0 0 0 0,1 0 1 0 0,-2 7-1 0 0,0-8-18 0 0,0 1 1 0 0,0-1-1 0 0,-1 0 1 0 0,0 0-1 0 0,1 0 1 0 0,-1 0-1 0 0,0-1 1 0 0,-1 1-1 0 0,1 0 1 0 0,-1-1-1 0 0,0 0 0 0 0,0 1 1 0 0,0-1-1 0 0,0 0 1 0 0,0 0-1 0 0,-1-1 1 0 0,1 1-1 0 0,-5 2 1 0 0,-8 4 105 0 0,1-1 1 0 0,-34 12 0 0 0,44-19-151 0 0,-6 3-23 0 0,-1-1 1 0 0,0-1-1 0 0,0 0 1 0 0,1-1-1 0 0,-1 0 1 0 0,-18-1-1 0 0,20 0-42 0 0,10 0 30 0 0,-1 0-1 0 0,1 0 1 0 0,-1 0 0 0 0,0 0-1 0 0,1 0 1 0 0,-1 0-1 0 0,1-1 1 0 0,-1 1-1 0 0,1 0 1 0 0,-1 0 0 0 0,0 0-1 0 0,1-1 1 0 0,-1 1-1 0 0,1 0 1 0 0,-1 0-1 0 0,1-1 1 0 0,-1 1-1 0 0,1 0 1 0 0,-1-1 0 0 0,1 1-1 0 0,-1-1 1 0 0,1 1-1 0 0,0-1 1 0 0,-1 1-1 0 0,1-1 1 0 0,0 1 0 0 0,-1-1-1 0 0,1 1 1 0 0,0-1-1 0 0,0 1 1 0 0,-1-1-1 0 0,1 1 1 0 0,0-1-1 0 0,0 0 1 0 0,0 1 0 0 0,0-1-1 0 0,0 1 1 0 0,0-1-1 0 0,0 0 1 0 0,0 1-1 0 0,0-1 1 0 0,0 1 0 0 0,0-1-1 0 0,0 0 1 0 0,0 1-1 0 0,0-1 1 0 0,1 1-1 0 0,-1-1 1 0 0,0 1-1 0 0,1-1 1 0 0,14-30-3360 0 0,-14 29 2988 0 0,16-17-3461 0 0,-8 9 1565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0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6 202 8 0 0,'0'0'74'0'0,"0"0"0"0"0,-1 0 0 0 0,1 0 0 0 0,0 1 0 0 0,0-1 0 0 0,0 0 0 0 0,0 0 0 0 0,0 0 1 0 0,0 0-1 0 0,0 0 0 0 0,-1 0 0 0 0,1 0 0 0 0,0 0 0 0 0,0 0 0 0 0,0 0 0 0 0,0 0 0 0 0,0 0 0 0 0,0 0 0 0 0,-1 0 0 0 0,1 0 0 0 0,0 0 0 0 0,0 0 0 0 0,0 0 0 0 0,0 0 1 0 0,0 0-1 0 0,0 0 0 0 0,-1 0 0 0 0,1 0 0 0 0,0 0 0 0 0,0 0 0 0 0,0 0 0 0 0,0 0 0 0 0,0-1 0 0 0,0 1 0 0 0,0 0 0 0 0,-1 0 0 0 0,1 0 0 0 0,0 0 0 0 0,0 0 0 0 0,0 0 0 0 0,0 0 1 0 0,0 0-1 0 0,0-1 0 0 0,0 1 0 0 0,0 0 0 0 0,0 0 0 0 0,0 0 0 0 0,0 0 0 0 0,0 0 0 0 0,0 0 0 0 0,0-1 0 0 0,0 1 0 0 0,0 0 0 0 0,0 0 0 0 0,0 0 0 0 0,0 0 0 0 0,0-1 0 0 0,8-4 2297 0 0,15-5-316 0 0,76-18 1520 0 0,-73 22-3121 0 0,-1-1 1 0 0,0 0 0 0 0,-1-2 0 0 0,0-1 0 0 0,25-14 0 0 0,-47 23-449 0 0,0 0 1 0 0,-1 0-1 0 0,1-1 1 0 0,0 1-1 0 0,-1-1 1 0 0,1 1 0 0 0,-1-1-1 0 0,0 0 1 0 0,1 0-1 0 0,-1 0 1 0 0,0 1 0 0 0,0-1-1 0 0,0 0 1 0 0,0 0-1 0 0,-1 0 1 0 0,1-1-1 0 0,0 1 1 0 0,-1 0 0 0 0,1 0-1 0 0,-1 0 1 0 0,0 0-1 0 0,0-1 1 0 0,0 1 0 0 0,0 0-1 0 0,0 0 1 0 0,-1 0-1 0 0,1 0 1 0 0,0-1-1 0 0,-1 1 1 0 0,0 0 0 0 0,1 0-1 0 0,-1 0 1 0 0,0 0-1 0 0,0 0 1 0 0,0 0-1 0 0,0 0 1 0 0,-1 1 0 0 0,1-1-1 0 0,0 0 1 0 0,-1 1-1 0 0,1-1 1 0 0,-1 1 0 0 0,0-1-1 0 0,0 1 1 0 0,1 0-1 0 0,-1-1 1 0 0,0 1-1 0 0,0 0 1 0 0,0 0 0 0 0,0 1-1 0 0,0-1 1 0 0,0 0-1 0 0,0 1 1 0 0,0-1 0 0 0,-1 1-1 0 0,1 0 1 0 0,0-1-1 0 0,0 1 1 0 0,0 0-1 0 0,-1 0 1 0 0,-1 1 0 0 0,-5 2 62 0 0,-1 0 0 0 0,1 0 0 0 0,0 1 0 0 0,0 1 0 0 0,0 0 0 0 0,-9 6 0 0 0,-8 5 190 0 0,18-12-96 0 0,0 1-1 0 0,0 0 0 0 0,1 1 0 0 0,-1 0 1 0 0,1 0-1 0 0,0 0 0 0 0,1 1 0 0 0,-1 0 0 0 0,1 1 1 0 0,-7 11-1 0 0,11-15-90 0 0,0 0 0 0 0,0 0-1 0 0,0 0 1 0 0,1 0 0 0 0,0 0 0 0 0,0 0 0 0 0,0 0-1 0 0,0 1 1 0 0,0-1 0 0 0,1 0 0 0 0,0 1 0 0 0,0-1-1 0 0,0 1 1 0 0,0-1 0 0 0,1 0 0 0 0,0 1 0 0 0,0-1-1 0 0,0 0 1 0 0,0 0 0 0 0,1 0 0 0 0,-1 0-1 0 0,1 0 1 0 0,0 0 0 0 0,5 6 0 0 0,-5-7-52 0 0,1 0 0 0 0,0 0 1 0 0,0 0-1 0 0,0 0 0 0 0,0-1 0 0 0,0 1 1 0 0,1-1-1 0 0,-1 0 0 0 0,1 0 0 0 0,0 0 1 0 0,-1-1-1 0 0,1 1 0 0 0,0-1 0 0 0,0 0 0 0 0,6 1 1 0 0,8 1-19 0 0,1 0 0 0 0,20-1 0 0 0,-20-2-89 0 0,-9 1 34 0 0,9 0-359 0 0,0 0 1 0 0,0-1 0 0 0,1-1-1 0 0,28-5 1 0 0,-44 4-169 0 0,1 0 0 0 0,-1 0 0 0 0,0-1 0 0 0,0 1 0 0 0,0-1 0 0 0,0 0 1 0 0,0 0-1 0 0,4-5 0 0 0,2-1-3873 0 0,-4 3 1430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0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8 0 0,'0'-1'160'0'0,"0"1"0"0"0,0-1 1 0 0,0 0-1 0 0,0 1 0 0 0,1-1 0 0 0,-1 0 0 0 0,0 1 1 0 0,0-1-1 0 0,1 0 0 0 0,-1 1 0 0 0,0-1 0 0 0,1 1 1 0 0,-1-1-1 0 0,0 1 0 0 0,1-1 0 0 0,-1 1 0 0 0,1-1 1 0 0,-1 1-1 0 0,1-1 0 0 0,-1 1 0 0 0,1-1 0 0 0,-1 1 1 0 0,1 0-1 0 0,0-1 0 0 0,-1 1 0 0 0,1 0 0 0 0,1-1 1 0 0,25-2 2936 0 0,-19 4-2502 0 0,0-1 1 0 0,0 2-1 0 0,1-1 0 0 0,12 5 1 0 0,-6 1-292 0 0,0 1 1 0 0,0 0-1 0 0,0 1 1 0 0,-1 1-1 0 0,0 0 1 0 0,-1 1 0 0 0,-1 1-1 0 0,1 0 1 0 0,-2 0-1 0 0,1 1 1 0 0,-2 1-1 0 0,0 0 1 0 0,-1 0 0 0 0,0 1-1 0 0,10 22 1 0 0,-15-19 34 0 0,1 0 1 0 0,-2 0 0 0 0,0 0 0 0 0,-2 0 0 0 0,0 0-1 0 0,-1 1 1 0 0,0-1 0 0 0,-2 0 0 0 0,-6 33 0 0 0,3-35-166 0 0,0 1 0 0 0,-1-1 1 0 0,-1-1-1 0 0,-1 1 0 0 0,0-1 1 0 0,-1 0-1 0 0,0-1 0 0 0,-1 0 1 0 0,-1 0-1 0 0,-23 21 0 0 0,-32 19 24 0 0,61-44-357 0 0,7-10-179 0 0,3-6-309 0 0,0 0-522 0 0,0-1 1 0 0,1 1 0 0 0,0 0 0 0 0,1 1 0 0 0,8-7-1 0 0,3-3-2801 0 0,-2 3 1756 0 0,2 0 191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0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91 472 0 0,'0'-5'1915'0'0,"0"5"-1515"0"0,0-1 0 0 0,0 1 1 0 0,0-1-1 0 0,0 0 0 0 0,0 1 0 0 0,0-1 0 0 0,0 1 0 0 0,0-1 0 0 0,0 0 0 0 0,0 1 0 0 0,0-1 0 0 0,1 1 0 0 0,-1-1 0 0 0,0 1 0 0 0,0-1 0 0 0,1 1 0 0 0,-1-1 0 0 0,0 1 0 0 0,1-1 0 0 0,-1 1 1 0 0,1-1-1 0 0,3-5 756 0 0,0 4-806 0 0,-1-1-1 0 0,0 1 1 0 0,1-1 0 0 0,0 1-1 0 0,-1 0 1 0 0,1 0-1 0 0,0 1 1 0 0,0-1-1 0 0,0 1 1 0 0,0 0-1 0 0,8-2 1 0 0,11-3 367 0 0,-5-2-462 0 0,1 2 0 0 0,0 0 1 0 0,0 1-1 0 0,1 0 0 0 0,0 2 0 0 0,-1 0 0 0 0,1 1 0 0 0,33 2 1 0 0,-47 1-617 0 0,0 0 0 0 0,0 0 1 0 0,0 1-1 0 0,-1 0 1 0 0,1 0-1 0 0,6 4 0 0 0,-11-6 304 0 0,0 0-1 0 0,0 1 0 0 0,-1-1 0 0 0,1 1 1 0 0,0-1-1 0 0,-1 1 0 0 0,1-1 0 0 0,0 1 1 0 0,-1-1-1 0 0,1 1 0 0 0,0-1 0 0 0,-1 1 1 0 0,1 0-1 0 0,-1-1 0 0 0,1 1 0 0 0,-1 0 1 0 0,1 0-1 0 0,-1-1 0 0 0,0 1 0 0 0,1 0 1 0 0,-1 0-1 0 0,0 0 0 0 0,0 0 0 0 0,0-1 1 0 0,1 1-1 0 0,-1 0 0 0 0,0 0 0 0 0,0 0 1 0 0,0 0-1 0 0,0 0 0 0 0,-1-1 0 0 0,1 1 1 0 0,0 0-1 0 0,0 0 0 0 0,0 0 0 0 0,-1 0 1 0 0,1-1-1 0 0,0 1 0 0 0,-1 0 0 0 0,1 0 1 0 0,-1-1-1 0 0,1 1 0 0 0,-1 0 0 0 0,1 0 1 0 0,-1-1-1 0 0,1 1 0 0 0,-1-1 0 0 0,0 1 1 0 0,1-1-1 0 0,-1 1 0 0 0,0-1 0 0 0,0 1 1 0 0,-1 0-1 0 0,-47 36-10142 0 0,36-29 9082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1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51 8 0 0,'-18'9'649'0'0,"10"-1"2718"0"0,16-5 596 0 0,12-3-2148 0 0,-17 0-893 0 0,26-2 1831 0 0,48-8 1 0 0,-34 3-2088 0 0,-17 4-479 0 0,-1-1 0 0 0,1-2 0 0 0,-1 0 1 0 0,-1-2-1 0 0,34-15 0 0 0,-80 21-5704 0 0,16 2 3544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2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276 268 512 0 0,'2'-3'178'0'0,"1"1"1"0"0,-1-1-1 0 0,0 0 0 0 0,0-1 1 0 0,0 1-1 0 0,0 0 0 0 0,-1 0 0 0 0,1-1 1 0 0,-1 1-1 0 0,0-1 0 0 0,0 1 0 0 0,0-1 1 0 0,0 0-1 0 0,-1 1 0 0 0,1-1 1 0 0,-1-6-1 0 0,-1-4 812 0 0,-1-1 0 0 0,0 1-1 0 0,-5-16 1 0 0,4 16-281 0 0,0 1-1 0 0,-1-28 0 0 0,4 37-476 0 0,-2-30 753 0 0,2 32-890 0 0,0 1-1 0 0,0-1 0 0 0,0 0 1 0 0,0 1-1 0 0,-1-1 1 0 0,1 1-1 0 0,-1-1 0 0 0,1 1 1 0 0,-1-1-1 0 0,0 1 1 0 0,1-1-1 0 0,-1 1 0 0 0,0-1 1 0 0,0 1-1 0 0,-1-2 1 0 0,-1 3-2 0 0,1 1 1 0 0,0-1 0 0 0,0 0 0 0 0,0 1-1 0 0,0 0 1 0 0,-1-1 0 0 0,1 1-1 0 0,0 0 1 0 0,0 0 0 0 0,0 0 0 0 0,1 0-1 0 0,-1 0 1 0 0,-2 2 0 0 0,1-1 54 0 0,-7 5 65 0 0,0 0 0 0 0,0 0 0 0 0,1 1 0 0 0,0 1 0 0 0,-9 10 0 0 0,-39 54 707 0 0,36-46-618 0 0,8-8-84 0 0,0-1 0 0 0,2 2 0 0 0,-13 24 0 0 0,19-32-114 0 0,1-1-1 0 0,0 1 1 0 0,0 0-1 0 0,1 0 0 0 0,1 1 1 0 0,0-1-1 0 0,-1 19 1 0 0,3-27-73 0 0,0 1 1 0 0,0-1 0 0 0,1 1 0 0 0,0-1 0 0 0,-1 0 0 0 0,2 1 0 0 0,-1-1 0 0 0,0 0 0 0 0,1 0-1 0 0,0 0 1 0 0,0 0 0 0 0,0 0 0 0 0,0 0 0 0 0,1-1 0 0 0,-1 1 0 0 0,1-1 0 0 0,0 1 0 0 0,0-1-1 0 0,0 0 1 0 0,1 0 0 0 0,-1 0 0 0 0,1-1 0 0 0,-1 1 0 0 0,5 1 0 0 0,-2-1 7 0 0,0-1 1 0 0,0 1-1 0 0,0-2 0 0 0,0 1 1 0 0,1-1-1 0 0,-1 1 1 0 0,0-2-1 0 0,1 1 0 0 0,-1-1 1 0 0,1 0-1 0 0,-1 0 1 0 0,0-1-1 0 0,1 0 0 0 0,-1 0 1 0 0,0 0-1 0 0,7-3 0 0 0,10-4-5 0 0,-1 0 0 0 0,0-2 0 0 0,-1 0 0 0 0,23-16-1 0 0,-37 22-27 0 0,0 0-1 0 0,-1-1 1 0 0,0-1-1 0 0,0 1 1 0 0,0-1 0 0 0,0 0-1 0 0,-1 0 1 0 0,0 0-1 0 0,0-1 1 0 0,-1 0-1 0 0,0 0 1 0 0,0 0-1 0 0,0 0 1 0 0,-1-1-1 0 0,4-12 1 0 0,-6 13 3 0 0,0 0 1 0 0,-1 1 0 0 0,1-1-1 0 0,-1 0 1 0 0,-1 1 0 0 0,1-1-1 0 0,-1 0 1 0 0,0 1-1 0 0,-1-1 1 0 0,0 1 0 0 0,0-1-1 0 0,0 1 1 0 0,-1 0-1 0 0,-5-10 1 0 0,4 9-28 0 0,-1 0 0 0 0,0 0 0 0 0,0 0 0 0 0,0 1 1 0 0,-1 0-1 0 0,0 0 0 0 0,0 1 0 0 0,-1 0 0 0 0,1 0 0 0 0,-1 0 0 0 0,-10-5 0 0 0,17 10 6 0 0,-1-1 0 0 0,0 1 0 0 0,1-1 0 0 0,-1 1 0 0 0,0 0 0 0 0,1-1 1 0 0,-1 1-1 0 0,0 0 0 0 0,0-1 0 0 0,0 1 0 0 0,1 0 0 0 0,-1 0 0 0 0,0 0 0 0 0,0 0 0 0 0,0 0 0 0 0,0 0 0 0 0,1 0 0 0 0,-1 0 0 0 0,0 0 0 0 0,0 0 0 0 0,0 0 0 0 0,0 1 0 0 0,1-1 0 0 0,-1 0 0 0 0,0 0 0 0 0,0 1 1 0 0,1-1-1 0 0,-1 1 0 0 0,0-1 0 0 0,1 0 0 0 0,-2 2 0 0 0,1-1-204 0 0,1 1 0 0 0,-1-1 0 0 0,0 1 0 0 0,1-1 0 0 0,0 1 0 0 0,-1-1 0 0 0,1 1 0 0 0,0 0 0 0 0,0-1 0 0 0,0 1 0 0 0,0-1 0 0 0,0 1 0 0 0,0 0 0 0 0,0-1 0 0 0,1 3 0 0 0,1 0-974 0 0,0 1 0 0 0,0-1 0 0 0,0 0-1 0 0,0 0 1 0 0,1 0 0 0 0,0 0 0 0 0,0 0 0 0 0,4 3-1 0 0,-1-1-262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2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0 8 0 0,'1'2'356'0'0,"0"0"0"0"0,-1 0 0 0 0,1 0 0 0 0,0 0 0 0 0,-1 0 0 0 0,1 0 1 0 0,-1 0-1 0 0,0 0 0 0 0,1 0 0 0 0,-1 0 0 0 0,0 0 0 0 0,0 0 0 0 0,-1 3 0 0 0,-3 27 3434 0 0,-15 13 944 0 0,15-37-4182 0 0,0-1 0 0 0,1 1 1 0 0,0 1-1 0 0,-3 11 0 0 0,7-3 159 0 0,-1-15-690 0 0,0-1 1 0 0,1 0 0 0 0,-1 0-1 0 0,0 0 1 0 0,0 0 0 0 0,0 1-1 0 0,0-1 1 0 0,0 0 0 0 0,0 0-1 0 0,0 0 1 0 0,0 0-1 0 0,0 1 1 0 0,-1-1 0 0 0,1 0-1 0 0,0 0 1 0 0,-1 0 0 0 0,1 0-1 0 0,-1 0 1 0 0,1 0-1 0 0,-1 0 1 0 0,0 0 0 0 0,0 1-1 0 0,-6 5 7 0 0,1-2-591 0 0,6-13-5271 0 0,0 4 3543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4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7 512 0 0,'4'-7'9312'0'0,"-3"8"-9153"0"0,2 6 454 0 0,0 0 0 0 0,0 0 0 0 0,0 1 0 0 0,-1 0 0 0 0,0-1 0 0 0,1 14 0 0 0,0-6-115 0 0,57 349 4195 0 0,-58-340-4542 0 0,-1-11-137 0 0,0 0 1 0 0,1 0-1 0 0,4 15 1 0 0,-6-28-52 0 0,1 1 1 0 0,-1 0 0 0 0,0-1 0 0 0,0 1 0 0 0,0-1 0 0 0,0 1 0 0 0,1-1 0 0 0,-1 1 0 0 0,0-1 0 0 0,0 1-1 0 0,1-1 1 0 0,-1 1 0 0 0,0-1 0 0 0,1 1 0 0 0,-1-1 0 0 0,1 0 0 0 0,-1 1 0 0 0,0-1 0 0 0,1 0-1 0 0,-1 1 1 0 0,1-1 0 0 0,-1 0 0 0 0,1 0 0 0 0,-1 1 0 0 0,1-1 0 0 0,-1 0 0 0 0,1 0 0 0 0,-1 0 0 0 0,1 1-1 0 0,0-1 1 0 0,-1 0 0 0 0,1 0 0 0 0,-1 0 0 0 0,1 0 0 0 0,-1 0 0 0 0,1 0 0 0 0,0 0 0 0 0,-1-1 0 0 0,1 1-1 0 0,-1 0 1 0 0,1 0 0 0 0,-1 0 0 0 0,1-1 0 0 0,-1 1 0 0 0,1 0 0 0 0,-1 0 0 0 0,1-1 0 0 0,-1 1 0 0 0,1 0-1 0 0,-1-1 1 0 0,0 1 0 0 0,1-1 0 0 0,-1 1 0 0 0,1 0 0 0 0,-1-1 0 0 0,1-3-556 0 0,1 1 0 0 0,-1 0 0 0 0,1-1 0 0 0,0 1 0 0 0,0 0 0 0 0,0 0 0 0 0,0 1 0 0 0,0-1 0 0 0,1 0 0 0 0,-1 1 0 0 0,1-1 1 0 0,0 1-1 0 0,0 0 0 0 0,-1 0 0 0 0,6-3 0 0 0,-1 0-761 0 0,7-5-506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15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3 1032 0 0,'-4'-1'4107'0'0,"-12"0"-1784"0"0,14 2-2073 0 0,0-1 0 0 0,0 1 1 0 0,0 1-1 0 0,0-1 0 0 0,0 0 1 0 0,0 0-1 0 0,1 1 1 0 0,-1-1-1 0 0,0 0 0 0 0,1 1 1 0 0,-1 0-1 0 0,1-1 0 0 0,0 1 1 0 0,0 0-1 0 0,-1 0 0 0 0,0 3 1 0 0,0-1 4 0 0,0 0-1 0 0,0 1 1 0 0,0-1 0 0 0,0 1 0 0 0,1 0 0 0 0,-1 5 0 0 0,-2 20 305 0 0,0-6 27 0 0,1 38 0 0 0,3-53-516 0 0,1 0-1 0 0,0 1 0 0 0,0-1 1 0 0,1 0-1 0 0,0 0 1 0 0,1 0-1 0 0,6 13 0 0 0,-2-4 73 0 0,2 0 0 0 0,0-1 1 0 0,1 0-1 0 0,17 20 0 0 0,-23-32-109 0 0,0-1 0 0 0,0 0 0 0 0,0 1 0 0 0,1-2 0 0 0,-1 1 0 0 0,1 0 0 0 0,0-1 0 0 0,0 0 0 0 0,0 0 0 0 0,1-1 0 0 0,-1 1 0 0 0,1-1 0 0 0,0 0 0 0 0,-1-1 0 0 0,1 1 0 0 0,0-1 0 0 0,0 0 0 0 0,10 0 0 0 0,-13-1-17 0 0,0-1-1 0 0,1 1 1 0 0,-1-1-1 0 0,1 1 1 0 0,-1-1 0 0 0,0 0-1 0 0,0 0 1 0 0,0-1-1 0 0,1 1 1 0 0,-1 0 0 0 0,0-1-1 0 0,0 0 1 0 0,-1 0-1 0 0,1 0 1 0 0,0 0 0 0 0,-1 0-1 0 0,1-1 1 0 0,2-3-1 0 0,3-4-6 0 0,0-1 0 0 0,-1 0 0 0 0,8-20 0 0 0,7-8 11 0 0,-20 36-18 0 0,0-1-1 0 0,0 1 1 0 0,0-1 0 0 0,-1 0 0 0 0,1 1-1 0 0,-1-1 1 0 0,0 0 0 0 0,0 0-1 0 0,-1 0 1 0 0,1 0 0 0 0,-1-4-1 0 0,-5-44 0 0 0,0 20 0 0 0,5 32-2 0 0,0-1 0 0 0,0 0 0 0 0,0 1 1 0 0,0-1-1 0 0,0 0 0 0 0,0 1 0 0 0,0-1 0 0 0,-1 1 0 0 0,1-1 0 0 0,0 0 1 0 0,0 1-1 0 0,-1-1 0 0 0,1 1 0 0 0,0-1 0 0 0,-1 0 0 0 0,1 1 0 0 0,0-1 1 0 0,-1 1-1 0 0,1-1 0 0 0,-1 1 0 0 0,1 0 0 0 0,-1-1 0 0 0,1 1 0 0 0,-1-1 0 0 0,1 1 1 0 0,-1 0-1 0 0,0 0 0 0 0,1-1 0 0 0,-2 1 0 0 0,0 0 8 0 0,1 0-1 0 0,-1 0 1 0 0,1 0-1 0 0,-1 0 1 0 0,1 0 0 0 0,-1 1-1 0 0,0-1 1 0 0,1 1-1 0 0,0-1 1 0 0,-1 1-1 0 0,1-1 1 0 0,-2 2 0 0 0,-4 2 30 0 0,1 0 1 0 0,0 0 0 0 0,1 0-1 0 0,-9 9 1 0 0,8-7 58 0 0,1 1 0 0 0,-1 0 0 0 0,1 0 0 0 0,0 1 0 0 0,1-1-1 0 0,-1 1 1 0 0,2 0 0 0 0,-1 0 0 0 0,1 1 0 0 0,-2 8 0 0 0,-3 5 208 0 0,7-19-271 0 0,0 0 0 0 0,0 0 0 0 0,-1 0 1 0 0,2 0-1 0 0,-1 0 0 0 0,0 0 0 0 0,1 0 0 0 0,-1 0 0 0 0,1 1 0 0 0,0-1 0 0 0,0 0 1 0 0,0 0-1 0 0,1 0 0 0 0,-1 1 0 0 0,1-1 0 0 0,1 4 0 0 0,1 1 73 0 0,-2-5-97 0 0,0 0 0 0 0,0 0 0 0 0,0 0 0 0 0,0 0 0 0 0,1-1 0 0 0,-1 1 0 0 0,1 0 0 0 0,0-1 0 0 0,0 1 0 0 0,0-1 0 0 0,0 0 0 0 0,0 0 0 0 0,0 0 0 0 0,1 0 0 0 0,-1 0 0 0 0,1 0 0 0 0,4 2 0 0 0,-3-2-222 0 0,-1 0 0 0 0,0-1 0 0 0,1 0 0 0 0,-1 1 0 0 0,1-2 0 0 0,-1 1 0 0 0,1 0 0 0 0,-1-1 1 0 0,1 1-1 0 0,0-1 0 0 0,6 0 0 0 0,-2-6-7426 0 0,-4 5 6018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49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0 174 512 0 0,'69'0'-565'0'0,"115"-2"2902"0"0,-86 2-1727 0 0,134 17 0 0 0,-135-7-621 0 0,-12-3 134 0 0,231 16 806 0 0,546-15 657 0 0,-848-8-1572 0 0,114 0 22 0 0,389-6 270 0 0,-69-6 225 0 0,58-3 90 0 0,-217 9-559 0 0,114-8 115 0 0,314-18 161 0 0,407 22 53 0 0,-659-2-73 0 0,376 6 44 0 0,-407 21-267 0 0,3 0 254 0 0,-268-15-329 0 0,588-20 607 0 0,-609 13-399 0 0,-43 4-89 0 0,-96 2-127 0 0,1 1-1 0 0,0 0 1 0 0,0 1-1 0 0,0 0 1 0 0,15 4-1 0 0,-24-3 98 0 0,-8 0-35 0 0,-8 1-83 0 0,-619 16 637 0 0,567-19-640 0 0,-298-9 142 0 0,158 2-71 0 0,-1099-9 501 0 0,-226 16-136 0 0,380 12-254 0 0,992-9-161 0 0,-547 18 107 0 0,234-3-51 0 0,68-4 21 0 0,-369 14-72 0 0,401-12 2 0 0,-427 32 189 0 0,610-31-149 0 0,-99 12 77 0 0,465-42-29 0 0,865-53-152 0 0,-178 35 53 0 0,-396 12 21 0 0,-41 1-70 0 0,141-8 72 0 0,-155 5-60 0 0,-163 10 51 0 0,514-19 47 0 0,-673 28-61 0 0,800-20 11 0 0,7 4 36 0 0,-451 10-108 0 0,123 0-10 0 0,-200-1 101 0 0,-4-1-2 0 0,-66-5-145 0 0,-208 12-2482 0 0,-74 3 767 0 0,-13 1-216 0 0,-2 2-218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5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1 176 0 0,'2'1'549'0'0,"-1"0"-1"0"0,1 0 1 0 0,0 0-1 0 0,-1 0 1 0 0,1 1 0 0 0,-1-1-1 0 0,0 0 1 0 0,1 1-1 0 0,-1-1 1 0 0,0 1-1 0 0,0 0 1 0 0,0-1 0 0 0,0 1-1 0 0,0 0 1 0 0,0 0-1 0 0,-1 0 1 0 0,1 0-1 0 0,0-1 1 0 0,-1 1 0 0 0,0 0-1 0 0,1 0 1 0 0,-1 0-1 0 0,0 0 1 0 0,0 0 0 0 0,0 4-1 0 0,-1-6-527 0 0,1 1 0 0 0,-1 0 0 0 0,1-1 0 0 0,-1 1 0 0 0,1-1 0 0 0,-1 0 0 0 0,1 1 0 0 0,-1-1 0 0 0,0 1 0 0 0,1-1 0 0 0,-1 0 0 0 0,1 1 0 0 0,-1-1 0 0 0,0 0 0 0 0,1 0 0 0 0,-1 0 0 0 0,0 1 0 0 0,0-1 0 0 0,1 0 0 0 0,-1 0 0 0 0,0 0 0 0 0,1 0 0 0 0,-1 0 0 0 0,0 0 0 0 0,-1-1 0 0 0,2 1-294 0 0,0 0 0 0 0,0-1 0 0 0,0 1 0 0 0,0 0 0 0 0,0-1 0 0 0,0 1 0 0 0,0-1 0 0 0,0 1 0 0 0,0 0 0 0 0,0-1 0 0 0,0 1 0 0 0,0 0 0 0 0,1-1 0 0 0,-1 1 0 0 0,0 0 0 0 0,0-1 0 0 0,0 1 0 0 0,0 0 0 0 0,1 0 0 0 0,-1-1 0 0 0,0 1 0 0 0,0 0 0 0 0,1 0 0 0 0,-1-1 0 0 0,0 1 0 0 0,0 0 1 0 0,1 0-1 0 0,3-4-3052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7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79 8 0 0,'-1'-7'4'0'0,"0"0"1"0"0,1 1-1 0 0,0-1 0 0 0,2-8 1 0 0,-2 12 280 0 0,0 1 0 0 0,0 0 1 0 0,1-1-1 0 0,-1 1 1 0 0,1 0-1 0 0,0 0 1 0 0,-1-1-1 0 0,1 1 1 0 0,0 0-1 0 0,0 0 1 0 0,1 0-1 0 0,-1 0 1 0 0,0 0-1 0 0,1 0 1 0 0,1-2-1 0 0,-2 4-193 0 0,-1 0 0 0 0,1 0 1 0 0,-1 0-1 0 0,0 0 0 0 0,1 0 0 0 0,-1 1 1 0 0,1-1-1 0 0,-1 0 0 0 0,0 0 0 0 0,1 0 0 0 0,-1 0 1 0 0,0 0-1 0 0,1 1 0 0 0,-1-1 0 0 0,0 0 1 0 0,1 0-1 0 0,-1 1 0 0 0,0-1 0 0 0,0 0 0 0 0,1 0 1 0 0,-1 1-1 0 0,0-1 0 0 0,0 0 0 0 0,1 1 1 0 0,-1-1-1 0 0,0 0 0 0 0,0 1 0 0 0,0-1 0 0 0,0 0 1 0 0,0 1-1 0 0,0-1 0 0 0,1 1 0 0 0,-1-1 1 0 0,0 0-1 0 0,0 1 0 0 0,0-1 0 0 0,0 1 0 0 0,0-1 1 0 0,-1 1-1 0 0,5 21 1140 0 0,-4-20-1166 0 0,8 149 2623 0 0,33 177 0 0 0,-3-190-1772 0 0,-35-126-518 0 0,-5-20-228 0 0,-10-36-131 0 0,2 25-52 0 0,-1 0 0 0 0,-1 1 0 0 0,0 0 0 0 0,-1 0 0 0 0,-1 1 0 0 0,-23-21 0 0 0,35 36 12 0 0,-1-1 0 0 0,1 1 0 0 0,-1 0 0 0 0,0 0 1 0 0,1 0-1 0 0,-1 0 0 0 0,0 1 0 0 0,0-1 0 0 0,-1 1 0 0 0,1-1 0 0 0,0 1 1 0 0,0 0-1 0 0,-1 0 0 0 0,1 1 0 0 0,-1-1 0 0 0,1 1 0 0 0,0-1 0 0 0,-6 2 1 0 0,3 0 6 0 0,1 0 1 0 0,-1 1-1 0 0,1 0 1 0 0,0 0-1 0 0,-1 0 1 0 0,1 1-1 0 0,1 0 1 0 0,-1 0-1 0 0,0 0 1 0 0,-6 6-1 0 0,-1 2 43 0 0,1-1 0 0 0,1 2 0 0 0,0-1 0 0 0,1 1 0 0 0,0 1 0 0 0,0 0 0 0 0,2 0 0 0 0,-1 1 0 0 0,2-1 0 0 0,0 2 0 0 0,-6 20 0 0 0,11-32-7 0 0,0 0-1 0 0,1 0 0 0 0,-1 0 1 0 0,1 0-1 0 0,0 0 1 0 0,0 1-1 0 0,0-1 0 0 0,0 0 1 0 0,1 0-1 0 0,-1 0 0 0 0,1 0 1 0 0,0 0-1 0 0,-1 0 0 0 0,1 0 1 0 0,1 0-1 0 0,-1 0 1 0 0,4 5-1 0 0,-3-5-11 0 0,1 1 0 0 0,0-1 1 0 0,0-1-1 0 0,0 1 0 0 0,0 0 0 0 0,1-1 0 0 0,-1 0 0 0 0,1 1 1 0 0,-1-1-1 0 0,1-1 0 0 0,0 1 0 0 0,4 1 0 0 0,6 1 0 0 0,1-1-1 0 0,-1 0 0 0 0,1-1 1 0 0,0 0-1 0 0,0-2 0 0 0,20 0 1 0 0,-11-2-374 0 0,1-1 0 0 0,-1-1 1 0 0,45-13-1 0 0,66-37-8311 0 0,-115 45 7394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7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14 56 0 0,'0'0'78'0'0,"0"-1"0"0"0,0 1 0 0 0,0-1-1 0 0,0 1 1 0 0,0-1 0 0 0,0 1 0 0 0,0-1 0 0 0,0 1 0 0 0,0-1-1 0 0,0 1 1 0 0,0-1 0 0 0,0 1 0 0 0,0 0 0 0 0,0-1 0 0 0,-1 1 0 0 0,1-1-1 0 0,0 1 1 0 0,0-1 0 0 0,0 1 0 0 0,-1 0 0 0 0,1-1 0 0 0,0 1-1 0 0,0-1 1 0 0,-1 1 0 0 0,1 0 0 0 0,0-1 0 0 0,-1 1 0 0 0,1 0 0 0 0,-1 0-1 0 0,1-1 1 0 0,0 1 0 0 0,-2 0 0 0 0,2 0 125 0 0,-1 0-1 0 0,0 0 1 0 0,0 0 0 0 0,0 1-1 0 0,0-1 1 0 0,0 0 0 0 0,0 1-1 0 0,0-1 1 0 0,0 1 0 0 0,0-1-1 0 0,1 1 1 0 0,-1 0 0 0 0,0-1-1 0 0,0 2 1 0 0,-24 27 3305 0 0,12-10-3044 0 0,1 1 1 0 0,1 1 0 0 0,1 0 0 0 0,1 0-1 0 0,1 1 1 0 0,1 0 0 0 0,1 1 0 0 0,0-1 0 0 0,2 1-1 0 0,1 0 1 0 0,-1 24 0 0 0,3-21-45 0 0,1 0 1 0 0,5 46-1 0 0,-3-59-280 0 0,1 0-1 0 0,0-1 0 0 0,1 0 0 0 0,0 0 0 0 0,1 0 1 0 0,0 0-1 0 0,12 18 0 0 0,-12-22-121 0 0,0 0 0 0 0,1-1 0 0 0,0 1 0 0 0,1-1-1 0 0,-1 0 1 0 0,1-1 0 0 0,1 0 0 0 0,-1 0 0 0 0,1 0 0 0 0,0-1 0 0 0,0 0 0 0 0,1 0 0 0 0,-1-1 0 0 0,1-1-1 0 0,0 1 1 0 0,0-1 0 0 0,1-1 0 0 0,11 3 0 0 0,-15-5-78 0 0,-1 0-1 0 0,0 0 1 0 0,0 0-1 0 0,1-1 1 0 0,-1 0-1 0 0,0 0 1 0 0,0 0-1 0 0,0 0 1 0 0,0-1-1 0 0,0 0 1 0 0,0 0-1 0 0,0 0 1 0 0,0-1 0 0 0,4-3-1 0 0,24-22-2680 0 0,-8-5-3517 0 0,-19 23 4940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8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18 8 0 0,'-6'-17'1152'0'0,"6"17"-1088"0"0,0 0-1 0 0,0 0 1 0 0,0 0-1 0 0,1 0 0 0 0,-1 0 1 0 0,0 0-1 0 0,0 0 1 0 0,0 0-1 0 0,0 0 1 0 0,0 0-1 0 0,0 0 0 0 0,0 0 1 0 0,0 1-1 0 0,0-1 1 0 0,0 0-1 0 0,0 0 1 0 0,0 0-1 0 0,0 0 0 0 0,0 0 1 0 0,0 0-1 0 0,0 0 1 0 0,0 0-1 0 0,0 0 1 0 0,0 0-1 0 0,0 0 0 0 0,0 1 1 0 0,0-1-1 0 0,0 0 1 0 0,0 0-1 0 0,0 0 1 0 0,0 0-1 0 0,0 0 0 0 0,-1 0 1 0 0,1 0-1 0 0,0 0 1 0 0,0 0-1 0 0,0 0 1 0 0,0 0-1 0 0,0 0 0 0 0,0 0 1 0 0,0 0-1 0 0,0 0 1 0 0,0 1-1 0 0,0-1 0 0 0,0 0 1 0 0,0 0-1 0 0,0 0 1 0 0,-1 0-1 0 0,1 0 1 0 0,0 0-1 0 0,0 0 0 0 0,0 0 1 0 0,0 0-1 0 0,0 0 1 0 0,0 0-1 0 0,0 0 1 0 0,0 0-1 0 0,0 0 0 0 0,0 0 1 0 0,0 0-1 0 0,-1 0 1 0 0,1 0-1 0 0,1 32 5760 0 0,0-24-6752 0 0,3 27 1853 0 0,2-1-1 0 0,1 1 1 0 0,16 45-1 0 0,8 35 779 0 0,-31-115-1678 0 0,-1 0 0 0 0,1 1-1 0 0,0-1 1 0 0,0 1 0 0 0,0-1 0 0 0,0 0 0 0 0,0 1 0 0 0,0-1 0 0 0,0 1-1 0 0,1-1 1 0 0,-1 0 0 0 0,0 1 0 0 0,0-1 0 0 0,0 1 0 0 0,0-1-1 0 0,0 0 1 0 0,1 1 0 0 0,-1-1 0 0 0,0 0 0 0 0,0 1 0 0 0,1-1-1 0 0,-1 0 1 0 0,0 1 0 0 0,0-1 0 0 0,1 0 0 0 0,-1 0 0 0 0,0 1-1 0 0,1-1 1 0 0,-1 0 0 0 0,1 0 0 0 0,-1 1 0 0 0,0-1 0 0 0,1 0-1 0 0,0 0 1 0 0,6-13 273 0 0,3-26-144 0 0,-10 16-135 0 0,1-1 0 0 0,6-29 0 0 0,-6 48-19 0 0,-1 2 3 0 0,1 0 0 0 0,-1 0 1 0 0,1 1-1 0 0,0-1 0 0 0,0 0 1 0 0,0 0-1 0 0,1 1 0 0 0,2-6 1 0 0,3-1-10 0 0,0-1 1 0 0,1 1 0 0 0,10-8 0 0 0,-6 5 21 0 0,-11 10-19 0 0,1 0 0 0 0,-1 0 0 0 0,0 0 0 0 0,0 0 0 0 0,0 0 0 0 0,0 0-1 0 0,0 0 1 0 0,0 0 0 0 0,-1-1 0 0 0,1 1 0 0 0,-1 0 0 0 0,0-1 0 0 0,1-3 0 0 0,5-22-20 0 0,-6 27 24 0 0,1 0 1 0 0,-1 0-1 0 0,1 0 1 0 0,-1 0-1 0 0,1 0 1 0 0,0 0-1 0 0,-1 0 1 0 0,1 0-1 0 0,0 0 1 0 0,0 0-1 0 0,0 1 0 0 0,-1-1 1 0 0,1 0-1 0 0,0 0 1 0 0,0 1-1 0 0,0-1 1 0 0,0 1-1 0 0,0-1 1 0 0,0 1-1 0 0,1-1 1 0 0,-1 1-1 0 0,0 0 1 0 0,0-1-1 0 0,0 1 0 0 0,2 0 1 0 0,-3 0-1 0 0,0 0 0 0 0,0 0 1 0 0,0 0-1 0 0,0 0 0 0 0,1 0 1 0 0,-1 0-1 0 0,0 0 0 0 0,0 0 0 0 0,0 0 1 0 0,0 0-1 0 0,0 0 0 0 0,0 0 0 0 0,0 1 1 0 0,0-1-1 0 0,0 0 0 0 0,0 0 0 0 0,0 0 1 0 0,0 0-1 0 0,0 0 0 0 0,0 0 1 0 0,0 0-1 0 0,0 0 0 0 0,0 0 0 0 0,0 0 1 0 0,0 0-1 0 0,0 0 0 0 0,-1 0 0 0 0,1 0 1 0 0,0 0-1 0 0,0 0 0 0 0,0 0 1 0 0,0 1-1 0 0,0-1 0 0 0,0 0 0 0 0,0 0 1 0 0,0 0-1 0 0,0 0 0 0 0,0 0 0 0 0,0 0 1 0 0,0 0-1 0 0,0 0 0 0 0,0 0 0 0 0,0 0 1 0 0,0 0-1 0 0,0 0 0 0 0,0 0 1 0 0,0 0-1 0 0,-1 0 0 0 0,13-2-5 0 0,-9 1 6 0 0,0 0 0 0 0,0 0 1 0 0,0 1-1 0 0,0-1 0 0 0,0 1 0 0 0,0 0 1 0 0,0-1-1 0 0,3 2 0 0 0,-3-1 1 0 0,0 0 0 0 0,0 0 0 0 0,0 0 0 0 0,0-1-1 0 0,0 1 1 0 0,0-1 0 0 0,0 0 0 0 0,3-1 0 0 0,18-7 27 0 0,-21 7-27 0 0,-1 1 0 0 0,1 0 0 0 0,0 0 0 0 0,-1 1-1 0 0,1-1 1 0 0,0 0 0 0 0,-1 1 0 0 0,1 0 0 0 0,0 0 0 0 0,0-1 0 0 0,0 2-1 0 0,2-1 1 0 0,-3 1 0 0 0,-1-1-1 0 0,1 1 0 0 0,-1 0 1 0 0,0 0-1 0 0,1 0 1 0 0,-1 0-1 0 0,0 0 0 0 0,0 0 1 0 0,0 0-1 0 0,0 0 1 0 0,0 0-1 0 0,0 0 0 0 0,0 1 1 0 0,0-1-1 0 0,0 0 1 0 0,0 1-1 0 0,-1-1 0 0 0,1 1 1 0 0,0-1-1 0 0,-1 1 0 0 0,0-1 1 0 0,1 3-1 0 0,5 22 50 0 0,-2 1 0 0 0,0-1-1 0 0,-2 1 1 0 0,-2 40-1 0 0,0-54-47 0 0,0-13-21 0 0,0 0-1 0 0,0 1 0 0 0,0-1 0 0 0,0 0 0 0 0,0 1 1 0 0,0-1-1 0 0,0 0 0 0 0,0 1 0 0 0,0-1 0 0 0,0 0 1 0 0,0 1-1 0 0,0-1 0 0 0,0 0 0 0 0,0 1 0 0 0,0-1 1 0 0,0 0-1 0 0,0 0 0 0 0,0 1 0 0 0,1-1 1 0 0,-1 0-1 0 0,0 1 0 0 0,0-1 0 0 0,0 0 0 0 0,0 0 1 0 0,1 1-1 0 0,-1-1 0 0 0,0 0 0 0 0,0 0 0 0 0,1 1 1 0 0,-1-1-1 0 0,0 0 0 0 0,0 0 0 0 0,1 1 0 0 0,-1-2-192 0 0,1 1 0 0 0,-1 0 0 0 0,0 0 0 0 0,0 0 0 0 0,0-1 0 0 0,0 1 0 0 0,0 0 0 0 0,0 0 0 0 0,0 0 0 0 0,0-1 0 0 0,0 1 0 0 0,0 0 0 0 0,0 0 0 0 0,0-1 0 0 0,0 1 0 0 0,0 0 0 0 0,0 0 0 0 0,0 0 0 0 0,0-1 0 0 0,0 1 0 0 0,0 0 0 0 0,0 0 0 0 0,0-1 0 0 0,0 1 0 0 0,0 0 0 0 0,0 0 0 0 0,0 0 0 0 0,-1-1 0 0 0,1 1 0 0 0,0 0 0 0 0,0 0 0 0 0,0 0 0 0 0,0 0 0 0 0,0-1 0 0 0,-1 1 0 0 0,1 0 0 0 0,0 0 0 0 0,0 0 0 0 0,-1 0 0 0 0,-1-2-2235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9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26 8 0 0,'0'-2'24'0'0,"0"1"1"0"0,0 0-1 0 0,0 0 1 0 0,0 0-1 0 0,-1-1 0 0 0,1 1 1 0 0,0 0-1 0 0,0 0 1 0 0,-1 0-1 0 0,1 0 1 0 0,0 0-1 0 0,-1 0 0 0 0,1-1 1 0 0,-1 1-1 0 0,0 0 1 0 0,1 0-1 0 0,-2-1 0 0 0,1 1 97 0 0,0 1-1 0 0,1 0 1 0 0,-1-1-1 0 0,0 1 1 0 0,0 0-1 0 0,1-1 1 0 0,-1 1-1 0 0,0 0 0 0 0,0 0 1 0 0,1 0-1 0 0,-1-1 1 0 0,0 1-1 0 0,0 0 1 0 0,0 0-1 0 0,1 0 1 0 0,-1 0-1 0 0,0 1 1 0 0,0-1-1 0 0,0 0 0 0 0,0 0 1 0 0,-2 1 237 0 0,0 0-1 0 0,0 1 1 0 0,1-1 0 0 0,-1 0-1 0 0,0 1 1 0 0,1 0 0 0 0,-1 0-1 0 0,1-1 1 0 0,0 1 0 0 0,-1 1 0 0 0,1-1-1 0 0,-2 3 1 0 0,-13 17 940 0 0,7-9-547 0 0,0 0-1 0 0,1 0 1 0 0,-12 26-1 0 0,19-35-642 0 0,0 1 0 0 0,1-1-1 0 0,-1 1 1 0 0,1-1 0 0 0,0 1 0 0 0,1-1 0 0 0,-1 1-1 0 0,1-1 1 0 0,-1 1 0 0 0,2 0 0 0 0,-1-1 0 0 0,0 1-1 0 0,1-1 1 0 0,0 1 0 0 0,0-1 0 0 0,0 1-1 0 0,1-1 1 0 0,1 5 0 0 0,-1-6-31 0 0,1 1 0 0 0,-1-1 0 0 0,1 1 0 0 0,0-1 0 0 0,0 0 0 0 0,0 0 0 0 0,0 0 0 0 0,0-1 0 0 0,1 1 0 0 0,-1-1 0 0 0,1 0 0 0 0,0 0 0 0 0,0 0 0 0 0,0 0 0 0 0,0-1 0 0 0,6 2-1 0 0,-3 0 17 0 0,0-2-1 0 0,0 1 0 0 0,1-1 0 0 0,-1 0 0 0 0,0-1 0 0 0,1 1 0 0 0,-1-1 1 0 0,1-1-1 0 0,6-1 0 0 0,-6 1-39 0 0,0-2 0 0 0,0 1 1 0 0,0-1-1 0 0,0 0 0 0 0,-1 0 1 0 0,1-1-1 0 0,-1 0 1 0 0,0-1-1 0 0,0 0 0 0 0,-1 0 1 0 0,0 0-1 0 0,9-9 0 0 0,-12 11-33 0 0,-1 0 1 0 0,1-1-1 0 0,-1 1 0 0 0,0-1 0 0 0,0 1 1 0 0,0-1-1 0 0,0 0 0 0 0,-1 1 0 0 0,0-1 1 0 0,1 0-1 0 0,-1 0 0 0 0,-1 0 0 0 0,1 0 1 0 0,-1 0-1 0 0,1-1 0 0 0,-1 1 1 0 0,0 0-1 0 0,-1 0 0 0 0,1 0 0 0 0,-1 0 1 0 0,1 0-1 0 0,-1 0 0 0 0,-1 0 0 0 0,1 0 1 0 0,0 0-1 0 0,-4-6 0 0 0,0 0-18 0 0,-1 0-1 0 0,1 0 1 0 0,-2 1-1 0 0,1-1 1 0 0,-16-15-1 0 0,19 22-80 0 0,1 1 0 0 0,-1 0 0 0 0,0 0 0 0 0,1 0 0 0 0,-1 0 0 0 0,0 0 0 0 0,0 0-1 0 0,0 1 1 0 0,-1 0 0 0 0,1 0 0 0 0,0-1 0 0 0,0 2 0 0 0,-1-1 0 0 0,1 0 0 0 0,0 1 0 0 0,-1-1-1 0 0,1 1 1 0 0,-1 0 0 0 0,1 0 0 0 0,0 1 0 0 0,-1-1 0 0 0,1 1 0 0 0,0-1 0 0 0,-4 2 0 0 0,-1 5-1575 0 0,8-7 1424 0 0,0 1-1 0 0,0-1 0 0 0,0 0 1 0 0,0 1-1 0 0,0-1 0 0 0,0 1 0 0 0,0-1 1 0 0,0 1-1 0 0,0-1 0 0 0,0 0 0 0 0,0 1 1 0 0,0-1-1 0 0,0 1 0 0 0,1-1 0 0 0,-1 0 1 0 0,0 1-1 0 0,0-1 0 0 0,0 1 1 0 0,1-1-1 0 0,-1 0 0 0 0,0 1 0 0 0,0-1 1 0 0,1 0-1 0 0,-1 1 0 0 0,0-1 0 0 0,0 0 1 0 0,1 0-1 0 0,-1 1 0 0 0,1-1 0 0 0,4 3-1541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9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21 152 0 0,'6'-10'575'0'0,"0"0"2470"0"0,-6 10-2929 0 0,1 0 0 0 0,-1 0 0 0 0,0 0 0 0 0,1 1 0 0 0,-1-1 0 0 0,0 0 0 0 0,1 0 0 0 0,-1 1 0 0 0,0-1 0 0 0,0 0 0 0 0,1 0 0 0 0,-1 1 0 0 0,0-1 0 0 0,0 0 0 0 0,0 1 0 0 0,1-1 0 0 0,-1 0 0 0 0,0 1 0 0 0,0-1 0 0 0,0 0 0 0 0,0 1 0 0 0,0-1 0 0 0,0 0 0 0 0,0 1 0 0 0,0-1 0 0 0,0 1 0 0 0,0-1 0 0 0,0 0 0 0 0,0 1 0 0 0,0-1 0 0 0,0 0 0 0 0,0 1 0 0 0,0-1 0 0 0,0 1 0 0 0,4 33 1752 0 0,0-7-933 0 0,-1 33 0 0 0,-2-8 62 0 0,1 0 0 0 0,3-1 0 0 0,12 56 0 0 0,-12-89-727 0 0,1-1 0 0 0,15 31 0 0 0,5 14 198 0 0,-26-61-473 0 0,1 1 25 0 0,-1 0-1 0 0,1 0 0 0 0,-1 0 1 0 0,1 0-1 0 0,0-1 1 0 0,0 1-1 0 0,-1 0 0 0 0,1 0 1 0 0,1-1-1 0 0,-1 1 0 0 0,0 0 1 0 0,0-1-1 0 0,1 1 0 0 0,-1-1 1 0 0,3 2-1 0 0,-4-3 12 0 0,1-2-31 0 0,-1 0 1 0 0,1-1 0 0 0,-1 1-1 0 0,0 0 1 0 0,0-1 0 0 0,0 1-1 0 0,0-1 1 0 0,-1 1-1 0 0,1 0 1 0 0,-1-1 0 0 0,1 1-1 0 0,-1 0 1 0 0,0-1 0 0 0,0 1-1 0 0,0 0 1 0 0,0 0 0 0 0,0 0-1 0 0,0 0 1 0 0,-1 0 0 0 0,1 0-1 0 0,-3-3 1 0 0,-4-2-35 0 0,0 0 0 0 0,0 0 1 0 0,-17-10-1 0 0,-7-6-71 0 0,23 14 107 0 0,0 1 0 0 0,-1 0 0 0 0,1 1 0 0 0,-18-10 0 0 0,24 15-2 0 0,-1 0-1 0 0,-1 1 1 0 0,1 0 0 0 0,0-1 0 0 0,0 1 0 0 0,0 1 0 0 0,-1-1 0 0 0,1 1 0 0 0,0-1 0 0 0,0 1 0 0 0,-1 0 0 0 0,1 1 0 0 0,0-1 0 0 0,-1 1-1 0 0,1 0 1 0 0,-8 2 0 0 0,3 0 21 0 0,0 1 0 0 0,1 0 0 0 0,-1 0-1 0 0,0 1 1 0 0,1 0 0 0 0,0 1 0 0 0,1 0-1 0 0,-1 0 1 0 0,1 0 0 0 0,0 1 0 0 0,0 0-1 0 0,1 1 1 0 0,0-1 0 0 0,1 1 0 0 0,-7 11-1 0 0,11-18-15 0 0,1 1-1 0 0,-1 0 1 0 0,0-1-1 0 0,0 1 1 0 0,1 0-1 0 0,-1 0 1 0 0,1-1-1 0 0,0 1 1 0 0,0 0-1 0 0,-1 0 1 0 0,1-1-1 0 0,0 1 1 0 0,1 0-1 0 0,-1 0 1 0 0,0 0-1 0 0,0-1 1 0 0,1 1-1 0 0,-1 0 1 0 0,1 0-1 0 0,0 2 1 0 0,1-2-4 0 0,0 1 1 0 0,-1-1 0 0 0,1 0 0 0 0,0 1-1 0 0,0-1 1 0 0,0 0 0 0 0,1 0 0 0 0,-1 0-1 0 0,0-1 1 0 0,1 1 0 0 0,3 1 0 0 0,7 3-63 0 0,0 0 0 0 0,1-1 1 0 0,0-1-1 0 0,15 3 1 0 0,-26-6 25 0 0,7 1-337 0 0,1 0 0 0 0,-1-1 1 0 0,13 0-1 0 0,-7-2-1737 0 0,0 0 1 0 0,0-1-1 0 0,16-4 1 0 0,-21 3 742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0 232 0 0,'0'2'433'0'0,"0"-1"0"0"0,-1 1 0 0 0,1-1 0 0 0,-1 1 0 0 0,0-1 0 0 0,1 1 0 0 0,-1-1 0 0 0,0 1 1 0 0,0-1-1 0 0,0 0 0 0 0,0 1 0 0 0,-2 1 0 0 0,-6 11 1399 0 0,5 0-1059 0 0,0 1 1 0 0,1-1 0 0 0,1 1-1 0 0,0 0 1 0 0,1 0-1 0 0,0 0 1 0 0,2-1 0 0 0,1 18-1 0 0,0-7-396 0 0,-4 40-1 0 0,2-40-533 0 0,5-15-1548 0 0,-5-9 1477 0 0,1-1 0 0 0,-1 0 1 0 0,0 0-1 0 0,1 1 0 0 0,-1-1 0 0 0,1 0 0 0 0,-1 0 0 0 0,0 0 1 0 0,1 0-1 0 0,-1 0 0 0 0,1 1 0 0 0,-1-1 0 0 0,0 0 0 0 0,1 0 0 0 0,-1 0 1 0 0,1 0-1 0 0,-1 0 0 0 0,1 0 0 0 0,-1 0 0 0 0,1-1 0 0 0,-1 1 1 0 0,0 0-1 0 0,1 0 0 0 0,0 0 0 0 0,1-2-726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09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4 8 0 0,'-2'-2'0'0'0,"-2"0"0"0"0,0 2 0 0 0,0 0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0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225 131 8 0 0,'1'-1'135'0'0,"1"-1"-1"0"0,0 1 1 0 0,-1-1-1 0 0,1 0 1 0 0,-1 0 0 0 0,0 0-1 0 0,1 1 1 0 0,-1-1-1 0 0,0-1 1 0 0,0 1 0 0 0,0 0-1 0 0,-1 0 1 0 0,2-2-1 0 0,-2 3-20 0 0,0 0-1 0 0,0 1 0 0 0,0-1 0 0 0,0 1 0 0 0,-1-1 0 0 0,1 1 0 0 0,0-1 0 0 0,0 1 0 0 0,0-1 0 0 0,0 1 0 0 0,-1-1 0 0 0,1 1 1 0 0,0-1-1 0 0,0 1 0 0 0,-1-1 0 0 0,1 1 0 0 0,0-1 0 0 0,-1 1 0 0 0,1 0 0 0 0,-1-1 0 0 0,0 1 0 0 0,-18-7 2020 0 0,5 6-1469 0 0,0 1 0 0 0,0 0-1 0 0,0 1 1 0 0,0 1 0 0 0,1 0-1 0 0,-1 1 1 0 0,0 1 0 0 0,1 0-1 0 0,-13 6 1 0 0,20-9-452 0 0,4 0-152 0 0,1-1 0 0 0,-1 1 0 0 0,1 0 0 0 0,-1-1 0 0 0,1 1 0 0 0,-1 0 0 0 0,1 0 0 0 0,-1 0 1 0 0,1 0-1 0 0,0 0 0 0 0,-1 0 0 0 0,1 0 0 0 0,0 0 0 0 0,0 0 0 0 0,0 1 0 0 0,0-1 0 0 0,0 0 1 0 0,0 1-1 0 0,0-1 0 0 0,1 1 0 0 0,-1-1 0 0 0,0 1 0 0 0,1 0 0 0 0,-1-1 0 0 0,1 1 0 0 0,0 0 1 0 0,-1-1-1 0 0,1 4 0 0 0,0 2 122 0 0,1 0 1 0 0,0-1-1 0 0,0 1 1 0 0,1 0-1 0 0,4 11 1 0 0,-5-17-173 0 0,1 5 79 0 0,1 0 1 0 0,1 0-1 0 0,-1 0 0 0 0,1 0 1 0 0,0-1-1 0 0,0 1 1 0 0,5 4-1 0 0,-4-5-23 0 0,-1 0 1 0 0,1 1-1 0 0,-1-1 0 0 0,0 1 1 0 0,-1 0-1 0 0,0 0 0 0 0,5 10 1 0 0,-8-15-36 0 0,3 7 131 0 0,-1 0-1 0 0,0-1 0 0 0,-1 1 1 0 0,2 13-1 0 0,-3-19-134 0 0,0 0 0 0 0,0 0 0 0 0,0 0 0 0 0,-1 0 0 0 0,1 0 0 0 0,0 0-1 0 0,-1 0 1 0 0,1 0 0 0 0,-1-1 0 0 0,0 1 0 0 0,0 0 0 0 0,0 0 0 0 0,0-1 0 0 0,0 1 0 0 0,0 0 0 0 0,0-1-1 0 0,0 1 1 0 0,-1-1 0 0 0,1 1 0 0 0,-1-1 0 0 0,1 0 0 0 0,-1 0 0 0 0,1 0 0 0 0,-3 2 0 0 0,0-1-6 0 0,-1 0 0 0 0,1 1 1 0 0,0-2-1 0 0,-1 1 0 0 0,1 0 1 0 0,-1-1-1 0 0,0 0 0 0 0,0 0 1 0 0,1 0-1 0 0,-6 0 0 0 0,8-1-41 0 0,0-1 0 0 0,0 1-1 0 0,0 0 1 0 0,0-1 0 0 0,0 1-1 0 0,1-1 1 0 0,-1 0 0 0 0,0 0-1 0 0,0 0 1 0 0,1 1 0 0 0,-1-1-1 0 0,1-1 1 0 0,-1 1 0 0 0,1 0 0 0 0,-1 0-1 0 0,1-1 1 0 0,-1 1 0 0 0,1 0-1 0 0,0-1 1 0 0,0 1 0 0 0,0-1-1 0 0,0 0 1 0 0,0 1 0 0 0,0-1-1 0 0,0 0 1 0 0,1 0 0 0 0,-1 0-1 0 0,0-2 1 0 0,0 2-179 0 0,1-1 0 0 0,-1 1 0 0 0,0-1 0 0 0,1 1 0 0 0,0-1 0 0 0,0 0 0 0 0,0 1 0 0 0,0-1 0 0 0,0 0 0 0 0,0 1 0 0 0,0-1 0 0 0,1 1 0 0 0,0-1 0 0 0,-1 0 0 0 0,1 1 0 0 0,0-1 0 0 0,0 1 0 0 0,0 0 0 0 0,1-1 0 0 0,-1 1 0 0 0,1 0 0 0 0,-1 0 0 0 0,1 0 0 0 0,2-2 0 0 0,7-13-2092 0 0,-10 16 1985 0 0,0-1 0 0 0,0 1 0 0 0,1 0 0 0 0,-1-1 0 0 0,0 1 0 0 0,1 0-1 0 0,-1 0 1 0 0,1 0 0 0 0,-1 0 0 0 0,1 1 0 0 0,-1-1 0 0 0,1 0 0 0 0,0 1 0 0 0,2-2-1 0 0,31-4-3644 0 0,-10 2 2289 0 0,-12-1 1505 0 0,39-14 2119 0 0,-7 2 2930 0 0,35-22 293 0 0,-53 24-4192 0 0,-1-1 0 0 0,33-27 0 0 0,-45 30-788 0 0,-12 10-178 0 0,1 1 0 0 0,-1 0 0 0 0,1 0 0 0 0,0-1 0 0 0,-1 1 0 0 0,1 1 0 0 0,4-3 1 0 0,55-24 342 0 0,-60 25-350 0 0,0 1 0 0 0,0 0 0 0 0,-1-1 0 0 0,1 1 0 0 0,-1-1 0 0 0,1 1 0 0 0,-1-1 0 0 0,0 0 0 0 0,0 0 0 0 0,0 1 0 0 0,0-1 0 0 0,0 0-1 0 0,-1 0 1 0 0,0 0 0 0 0,1 0 0 0 0,-1 0 0 0 0,0 0 0 0 0,0 0 0 0 0,-1-4 0 0 0,1 7-17 0 0,-1-1-1 0 0,1 1 1 0 0,-1-1-1 0 0,1 1 1 0 0,-1 0 0 0 0,1-1-1 0 0,-1 1 1 0 0,0-1-1 0 0,1 1 1 0 0,-1 0 0 0 0,1-1-1 0 0,-1 1 1 0 0,0 0-1 0 0,1 0 1 0 0,-1 0 0 0 0,0 0-1 0 0,1-1 1 0 0,-1 1-1 0 0,0 0 1 0 0,1 0 0 0 0,-1 0-1 0 0,0 0 1 0 0,1 0-1 0 0,-2 1 1 0 0,-20 2 173 0 0,18-2-154 0 0,-3 0 6 0 0,0 1 0 0 0,1-1 0 0 0,0 1-1 0 0,-1 1 1 0 0,1-1 0 0 0,0 1 0 0 0,0 1 0 0 0,-10 6 0 0 0,6-2 138 0 0,0 1 1 0 0,1 0-1 0 0,-15 19 0 0 0,4-3 114 0 0,2-4-13 0 0,1 0 0 0 0,1 2 1 0 0,-15 27-1 0 0,28-45-231 0 0,0 1 1 0 0,1 0-1 0 0,-1 0 1 0 0,1 0-1 0 0,0 0 0 0 0,1 0 1 0 0,-1 0-1 0 0,1 0 0 0 0,1 1 1 0 0,-1-1-1 0 0,1 0 0 0 0,0 1 1 0 0,0-1-1 0 0,1 0 1 0 0,0 1-1 0 0,0-1 0 0 0,0 0 1 0 0,1 0-1 0 0,2 7 0 0 0,0-7-138 0 0,-1 0 1 0 0,1 1-1 0 0,0-2 0 0 0,0 1 0 0 0,1 0 0 0 0,0-1 0 0 0,0 0 0 0 0,0 0 0 0 0,1 0 0 0 0,-1-1 0 0 0,1 0 0 0 0,0 0 0 0 0,0 0 0 0 0,1-1 0 0 0,-1 0 0 0 0,1 0 0 0 0,0-1 1 0 0,0 1-1 0 0,-1-1 0 0 0,1-1 0 0 0,1 0 0 0 0,-1 0 0 0 0,8 0 0 0 0,3 0-1107 0 0,-1-1 0 0 0,1-1 0 0 0,0 0 0 0 0,-1-1 0 0 0,1-1 0 0 0,-1-1 0 0 0,0-1 0 0 0,23-9 1 0 0,-14-1-2075 0 0,-13 5 2085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1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126 134 8 0 0,'5'-12'-162'0'0,"14"-40"1380"0"0,-16 44-165 0 0,-1 1 0 0 0,-1-1-1 0 0,1 0 1 0 0,0-14 0 0 0,-2 21-962 0 0,0 1 0 0 0,0-1-1 0 0,0 0 1 0 0,-1 0 0 0 0,1 1 0 0 0,0-1 0 0 0,0 0-1 0 0,0 1 1 0 0,-1-1 0 0 0,1 0 0 0 0,0 1 0 0 0,-1-1-1 0 0,1 1 1 0 0,0-1 0 0 0,-1 0 0 0 0,1 1 0 0 0,-1-1-1 0 0,1 1 1 0 0,-1-1 0 0 0,1 1 0 0 0,-1-1 0 0 0,1 1-1 0 0,-1 0 1 0 0,1-1 0 0 0,-1 1 0 0 0,0 0 0 0 0,1-1-1 0 0,-1 1 1 0 0,0 0 0 0 0,1 0 0 0 0,-1-1 0 0 0,0 1-1 0 0,1 0 1 0 0,-1 0 0 0 0,0 0 0 0 0,0 0 0 0 0,1 0-1 0 0,-1 0 1 0 0,0 0 0 0 0,-1 1 0 0 0,1-1 71 0 0,-1 0 0 0 0,0 0 1 0 0,0 1-1 0 0,0-1 0 0 0,0 1 0 0 0,0 0 1 0 0,0-1-1 0 0,0 1 0 0 0,1 0 1 0 0,-1 0-1 0 0,0 0 0 0 0,1 0 0 0 0,-3 3 1 0 0,-8 8 332 0 0,1 0 0 0 0,0 1 0 0 0,1 1 0 0 0,1 0 0 0 0,0 0 0 0 0,1 1 0 0 0,1 0 0 0 0,0 0 0 0 0,-6 22 0 0 0,11-31-404 0 0,-2 7 200 0 0,2 0 1 0 0,-4 22-1 0 0,6-32-258 0 0,0 0 0 0 0,0-1 0 0 0,0 1 0 0 0,0 0 0 0 0,0-1-1 0 0,0 1 1 0 0,1 0 0 0 0,-1-1 0 0 0,1 1 0 0 0,0 0 0 0 0,0-1 0 0 0,0 1 0 0 0,0-1 0 0 0,0 0 0 0 0,0 1-1 0 0,1-1 1 0 0,-1 0 0 0 0,1 0 0 0 0,3 4 0 0 0,-3-5-26 0 0,-1 0 0 0 0,0 0 0 0 0,0-1 1 0 0,1 1-1 0 0,-1-1 0 0 0,1 1 0 0 0,-1-1 0 0 0,1 0 0 0 0,-1 1 0 0 0,0-1 0 0 0,1 0 0 0 0,-1 0 1 0 0,1 0-1 0 0,-1 0 0 0 0,1 0 0 0 0,-1-1 0 0 0,1 1 0 0 0,-1 0 0 0 0,1-1 0 0 0,-1 1 1 0 0,0 0-1 0 0,1-1 0 0 0,-1 0 0 0 0,0 1 0 0 0,1-1 0 0 0,-1 0 0 0 0,0 0 0 0 0,0 0 1 0 0,0 0-1 0 0,0 0 0 0 0,0 0 0 0 0,2-1 0 0 0,4-6-6 0 0,0 1-1 0 0,0-1 1 0 0,7-12 0 0 0,-11 16 1 0 0,17-23-58 0 0,-11 15 57 0 0,0 0 0 0 0,9-16 0 0 0,-10 13-37 0 0,2-2 9 0 0,-1-1 0 0 0,11-32-1 0 0,-9 19-26 0 0,-12 31 55 0 0,0 0 0 0 0,1 0 1 0 0,-1 0-1 0 0,0 0 0 0 0,0 0 0 0 0,1 0 1 0 0,-1 0-1 0 0,0 0 0 0 0,1 0 1 0 0,-1 0-1 0 0,0 0 0 0 0,1 0 1 0 0,-1 1-1 0 0,0-1 0 0 0,1 0 0 0 0,-1 0 1 0 0,0 1-1 0 0,1-1 0 0 0,-1 0 1 0 0,1 1-1 0 0,-1-1 0 0 0,1 1 1 0 0,-1-1-1 0 0,1 1 0 0 0,-1-1 0 0 0,1 1 1 0 0,-1-1-1 0 0,1 1 0 0 0,0 0 1 0 0,-1-1-1 0 0,1 1 0 0 0,0-1 1 0 0,-1 1-1 0 0,1 0 0 0 0,0 1 0 0 0,-1 3 23 0 0,1 0 0 0 0,-1 0 0 0 0,-1 0 0 0 0,1 0 0 0 0,-1 0 0 0 0,-3 8 0 0 0,-6 23 167 0 0,11-20-76 0 0,-1-1 0 0 0,2 0 0 0 0,0 0 0 0 0,1 0 0 0 0,4 17 0 0 0,-5-25-61 0 0,0 1-35 0 0,-1-6-11 0 0,1 1-1 0 0,-1 0 1 0 0,1 0-1 0 0,0-1 1 0 0,-1 1-1 0 0,1-1 1 0 0,0 1-1 0 0,1 0 1 0 0,-1-1 0 0 0,0 0-1 0 0,4 5 1 0 0,-4-6-49 0 0,0 1 0 0 0,1-1 0 0 0,-1 1 0 0 0,0 0 1 0 0,0-1-1 0 0,0 1 0 0 0,0 0 0 0 0,0 0 0 0 0,-1 0 1 0 0,1-1-1 0 0,0 1 0 0 0,-1 0 0 0 0,1 0 0 0 0,-1 0 1 0 0,0 0-1 0 0,0 0 0 0 0,0 0 0 0 0,0 0 0 0 0,0 3 0 0 0,0-5-16 0 0,0 0 0 0 0,0 0 0 0 0,0 1-1 0 0,0-1 1 0 0,0 0 0 0 0,0 1 0 0 0,0-1-1 0 0,0 0 1 0 0,1 0 0 0 0,-1 1 0 0 0,0-1-1 0 0,0 0 1 0 0,0 0 0 0 0,0 1 0 0 0,1-1-1 0 0,-1 0 1 0 0,0 0 0 0 0,0 0-1 0 0,0 1 1 0 0,1-1 0 0 0,-1 0 0 0 0,0 0-1 0 0,0 0 1 0 0,1 0 0 0 0,-1 1 0 0 0,0-1-1 0 0,1 0 1 0 0,-1 0 0 0 0,0 0 0 0 0,0 0-1 0 0,1 0 1 0 0,-1 0 0 0 0,0 0-1 0 0,1 0 1 0 0,-1 0 0 0 0,0 0 0 0 0,1 0-1 0 0,-1 0 1 0 0,0 0 0 0 0,0 0 0 0 0,1 0-1 0 0,-1 0 1 0 0,15-5-5988 0 0,-6-5 2102 0 0,-5 4 2609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1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8 0 0,'-5'3'938'0'0,"0"0"0"0"0,0 0 0 0 0,-1-1 0 0 0,0 0 0 0 0,1 0 0 0 0,-10 1 0 0 0,-14 6 1343 0 0,22-7-1776 0 0,-2 2 315 0 0,-1 0-1 0 0,1 1 1 0 0,-13 8-1 0 0,21-12-702 0 0,-1 0 0 0 0,0 0 1 0 0,1 1-1 0 0,-1-1 0 0 0,1 1 0 0 0,-1-1 0 0 0,1 1 0 0 0,0-1 0 0 0,0 1 0 0 0,-1 0 0 0 0,1-1 0 0 0,0 1 1 0 0,1 0-1 0 0,-1 0 0 0 0,0 0 0 0 0,0 0 0 0 0,1 0 0 0 0,-1 0 0 0 0,1 0 0 0 0,0 0 0 0 0,0 0 0 0 0,-1 0 1 0 0,2 4-1 0 0,0-5-35 0 0,0 1 0 0 0,0 0 0 0 0,0 0 0 0 0,0-1 0 0 0,0 1 0 0 0,0-1 0 0 0,1 1 0 0 0,-1-1 0 0 0,1 1 0 0 0,-1-1-1 0 0,1 0 1 0 0,0 0 0 0 0,0 0 0 0 0,-1 0 0 0 0,1 0 0 0 0,0 0 0 0 0,3 1 0 0 0,17 11 410 0 0,-14-6-317 0 0,0-1 0 0 0,0 0 1 0 0,11 4-1 0 0,-14-7-73 0 0,0-1 0 0 0,0 1 0 0 0,0 0 0 0 0,0 1 0 0 0,0-1 0 0 0,-1 1 0 0 0,0 0 0 0 0,0 0-1 0 0,0 0 1 0 0,0 1 0 0 0,0 0 0 0 0,-1-1 0 0 0,4 7 0 0 0,-3-3 98 0 0,-1 0 0 0 0,1 0 0 0 0,-1 1 0 0 0,-1-1 0 0 0,0 1 0 0 0,2 9 0 0 0,-4-15-152 0 0,0 0 1 0 0,0 0-1 0 0,0 1 1 0 0,-1-1-1 0 0,1 0 1 0 0,-1 0-1 0 0,0 0 1 0 0,0-1-1 0 0,0 1 1 0 0,0 0 0 0 0,0 0-1 0 0,-1 0 1 0 0,1-1-1 0 0,-1 1 1 0 0,0-1-1 0 0,0 1 1 0 0,0-1-1 0 0,0 0 1 0 0,0 1-1 0 0,0-1 1 0 0,-3 2-1 0 0,-2 0 15 0 0,1 1 0 0 0,-1-1-1 0 0,0 0 1 0 0,0-1 0 0 0,0 1-1 0 0,-8 1 1 0 0,11-4-61 0 0,0 1 0 0 0,0-1 0 0 0,0 0 0 0 0,1 0-1 0 0,-1-1 1 0 0,0 1 0 0 0,0-1 0 0 0,0 0 0 0 0,0 0 0 0 0,0 0 0 0 0,0-1 0 0 0,0 0 0 0 0,-6-1 0 0 0,9 2-10 0 0,1 0 1 0 0,-1-1 0 0 0,1 1 0 0 0,-1 0-1 0 0,1 0 1 0 0,-1-1 0 0 0,1 1-1 0 0,-1 0 1 0 0,1-1 0 0 0,-1 1-1 0 0,1 0 1 0 0,0-1 0 0 0,-1 1-1 0 0,1-1 1 0 0,-1 1 0 0 0,1-1 0 0 0,0 1-1 0 0,-1-1 1 0 0,1 1 0 0 0,0-1-1 0 0,0 1 1 0 0,0-1 0 0 0,-1 0-1 0 0,1 1 1 0 0,0-1 0 0 0,0 1-1 0 0,0-1 1 0 0,0 1 0 0 0,0-1 0 0 0,0 0-1 0 0,0 1 1 0 0,0-1 0 0 0,0 0-1 0 0,10-20-583 0 0,-1 4-916 0 0,-7 13 909 0 0,0 1 0 0 0,0-1 0 0 0,0 1 0 0 0,1-1 1 0 0,-1 1-1 0 0,1 0 0 0 0,0 0 0 0 0,0 0 0 0 0,0 0 1 0 0,0 0-1 0 0,0 1 0 0 0,6-4 0 0 0,3-3-3724 0 0,-6 3 1055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1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12 232 8 0 0,'-10'16'1780'0'0,"10"-16"-1644"0"0,0 0 0 0 0,0 1 0 0 0,-1-1 1 0 0,1 0-1 0 0,0 0 0 0 0,0 1 0 0 0,0-1 0 0 0,0 0 0 0 0,0 1 0 0 0,0-1 0 0 0,-1 0 0 0 0,1 0 0 0 0,0 1 0 0 0,0-1 0 0 0,0 0 0 0 0,0 1 0 0 0,0-1 0 0 0,0 0 0 0 0,0 1 0 0 0,0-1 0 0 0,1 0 1 0 0,-1 1-1 0 0,0-1 0 0 0,0 0 0 0 0,0 1 0 0 0,0-1 0 0 0,0 0 0 0 0,0 0 0 0 0,1 1 0 0 0,-1-1 0 0 0,0 0 0 0 0,0 1 0 0 0,0-1 0 0 0,1 0 0 0 0,-1 0 0 0 0,0 0 0 0 0,0 1 0 0 0,1-1 1 0 0,-1 0-1 0 0,0 0 0 0 0,0 0 0 0 0,1 0 0 0 0,-1 1 0 0 0,0-1 0 0 0,1 0 0 0 0,-1 0 0 0 0,0 0 0 0 0,1 0 0 0 0,-1 0 0 0 0,1 0 0 0 0,40-16 4679 0 0,-36 14-4578 0 0,-1 0 1 0 0,1 0-1 0 0,0 0 1 0 0,-1-1-1 0 0,0 1 1 0 0,8-7 0 0 0,-12 9-223 0 0,16-8 399 0 0,59-5 195 0 0,-39 8-130 0 0,47-14 0 0 0,-80 18-439 0 0,1-1 1 0 0,-1 1-1 0 0,0-1 0 0 0,0 0 0 0 0,0 1 1 0 0,0-2-1 0 0,0 1 0 0 0,-1 0 0 0 0,1 0 1 0 0,-1-1-1 0 0,1 1 0 0 0,-1-1 0 0 0,0 0 1 0 0,0 0-1 0 0,0 0 0 0 0,0 0 1 0 0,1-4-1 0 0,1-3 17 0 0,0-1 1 0 0,-1 1 0 0 0,4-20 0 0 0,-4 13-3 0 0,-2 16-54 0 0,-1-1 0 0 0,1 0 0 0 0,-1 0 0 0 0,0 0 0 0 0,1 0 0 0 0,-1 0 0 0 0,0 0 0 0 0,0 0 0 0 0,0 0 0 0 0,-1 0 0 0 0,1 0 0 0 0,0 0 1 0 0,-1 0-1 0 0,1 0 0 0 0,-1 0 0 0 0,0 0 0 0 0,0 1 0 0 0,0-1 0 0 0,0 0 0 0 0,0 0 0 0 0,-1-1 0 0 0,0 2 1 0 0,0-1-1 0 0,0 1 1 0 0,0 0 0 0 0,0 0-1 0 0,0 0 1 0 0,0 1 0 0 0,0-1-1 0 0,-1 0 1 0 0,1 1 0 0 0,0-1-1 0 0,0 1 1 0 0,-1 0 0 0 0,1 0-1 0 0,0 0 1 0 0,-1 0 0 0 0,1 0-1 0 0,0 1 1 0 0,0-1 0 0 0,-1 0 0 0 0,1 1-1 0 0,-2 1 1 0 0,-44 7 57 0 0,25-6 10 0 0,0 2-1 0 0,1 1 1 0 0,-41 15-1 0 0,61-20-40 0 0,1 0 0 0 0,-1 1 0 0 0,0-1 0 0 0,1 0 0 0 0,-1 1 0 0 0,1 0 0 0 0,0-1 0 0 0,0 1 0 0 0,-1 0 0 0 0,1 0 0 0 0,0-1 0 0 0,0 1 0 0 0,1 0 0 0 0,-1 0 0 0 0,0 0 0 0 0,1 0 0 0 0,-1 3 0 0 0,-5 10 246 0 0,-8 10 5 0 0,9-17-109 0 0,0 0-1 0 0,0 1 1 0 0,1-1-1 0 0,-4 13 1 0 0,8-18-144 0 0,-1 1 0 0 0,0-1-1 0 0,1 0 1 0 0,0 0 0 0 0,0 1 0 0 0,0-1 0 0 0,0 0 0 0 0,0 0 0 0 0,1 1 0 0 0,-1-1 0 0 0,1 0 0 0 0,0 0 0 0 0,0 0 0 0 0,0 0 0 0 0,0 0 0 0 0,1 0 0 0 0,1 3-1 0 0,0-1-16 0 0,0 0 0 0 0,1 0-1 0 0,-1-1 1 0 0,1 1-1 0 0,0-1 1 0 0,0 0-1 0 0,1 0 1 0 0,-1 0-1 0 0,8 4 1 0 0,-5 2-27 0 0,-6-9 13 0 0,-1 0 1 0 0,1 0-1 0 0,0 0 1 0 0,-1 0-1 0 0,1 0 1 0 0,0 0 0 0 0,0 0-1 0 0,0 0 1 0 0,0 0-1 0 0,0-1 1 0 0,0 1 0 0 0,0 0-1 0 0,0 0 1 0 0,0-1-1 0 0,0 1 1 0 0,2 0-1 0 0,28 4-149 0 0,0-2 0 0 0,1-1-1 0 0,37-2 1 0 0,-35 0-379 0 0,-31 0 177 0 0,0-1 0 0 0,1 1 0 0 0,-1 0 0 0 0,0-1 0 0 0,0 0 0 0 0,1 0 0 0 0,-1 0 1 0 0,0 0-1 0 0,5-3 0 0 0,-5 3-174 0 0,-1-1 1 0 0,0 1 0 0 0,1-1-1 0 0,-1 0 1 0 0,0 0 0 0 0,0 0-1 0 0,0 0 1 0 0,-1 0 0 0 0,1 0-1 0 0,0-1 1 0 0,-1 1 0 0 0,1-1-1 0 0,-1 1 1 0 0,0-1 0 0 0,0 1-1 0 0,0-1 1 0 0,0 0 0 0 0,0-3-1 0 0,3-4-542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1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8 0 0,'0'-1'158'0'0,"1"1"-1"0"0,-1 0 1 0 0,0-1-1 0 0,0 1 1 0 0,1-1-1 0 0,-1 1 1 0 0,0 0-1 0 0,1-1 1 0 0,-1 1 0 0 0,0 0-1 0 0,1-1 1 0 0,-1 1-1 0 0,0 0 1 0 0,1 0-1 0 0,-1-1 1 0 0,1 1-1 0 0,-1 0 1 0 0,1 0 0 0 0,-1 0-1 0 0,0 0 1 0 0,1-1-1 0 0,-1 1 1 0 0,1 0-1 0 0,-1 0 1 0 0,1 0-1 0 0,-1 0 1 0 0,1 0 0 0 0,-1 0-1 0 0,1 0 1 0 0,-1 0-1 0 0,1 0 1 0 0,-1 1-1 0 0,1-1 1 0 0,-1 0-1 0 0,0 0 1 0 0,1 0 0 0 0,-1 0-1 0 0,1 1 1 0 0,-1-1-1 0 0,1 1 1 0 0,19 8 4407 0 0,71 77 970 0 0,-19-15-3926 0 0,-64-64-1495 0 0,-4-4-45 0 0,-1 0 0 0 0,0-1-1 0 0,0 1 1 0 0,0 0-1 0 0,0 1 1 0 0,-1-1-1 0 0,1 0 1 0 0,-1 1-1 0 0,0 0 1 0 0,3 5-1 0 0,0 3 249 0 0,1 1 0 0 0,0 0 0 0 0,1-1 0 0 0,9 11 0 0 0,-10-14-153 0 0,0 0-1 0 0,0 0 0 0 0,-1 1 1 0 0,0 0-1 0 0,0 0 1 0 0,-1 0-1 0 0,-1 0 0 0 0,3 14 1 0 0,-4-11 12 0 0,0-7-113 0 0,-1 0 0 0 0,0 1 0 0 0,0-1 0 0 0,0 0 0 0 0,-1 1 0 0 0,0-1 0 0 0,0 0 0 0 0,-1 1 1 0 0,0-1-1 0 0,0 0 0 0 0,0 1 0 0 0,-1-1 0 0 0,-3 8 0 0 0,0-6-18 0 0,-1-1 1 0 0,0 1 0 0 0,-1-1 0 0 0,1 0 0 0 0,-11 8-1 0 0,9-9 3 0 0,0 1-1 0 0,1 1 0 0 0,0-1 1 0 0,0 1-1 0 0,-6 11 0 0 0,2-4 9 0 0,0-1 0 0 0,-1 0 0 0 0,-1 0 0 0 0,0-1-1 0 0,-1-1 1 0 0,-20 15 0 0 0,0 1-113 0 0,29-25-17 0 0,1 1 0 0 0,0-1 0 0 0,-1 0 0 0 0,0 0 0 0 0,0-1 0 0 0,1 1 0 0 0,-2-1 0 0 0,1 0 0 0 0,0 0 0 0 0,-10 1 0 0 0,15-3 15 0 0,0 0 0 0 0,-1 0 1 0 0,1 0-1 0 0,0 0 0 0 0,0 0 0 0 0,0 0 0 0 0,0-1 0 0 0,-1 1 0 0 0,1 0 0 0 0,0 0 0 0 0,0 0 0 0 0,0 0 0 0 0,0-1 1 0 0,0 1-1 0 0,0 0 0 0 0,0 0 0 0 0,-1 0 0 0 0,1-1 0 0 0,0 1 0 0 0,0 0 0 0 0,0 0 0 0 0,0 0 0 0 0,0-1 0 0 0,0 1 1 0 0,0 0-1 0 0,0 0 0 0 0,0 0 0 0 0,0-1 0 0 0,0 1 0 0 0,0 0 0 0 0,0 0 0 0 0,0 0 0 0 0,0-1 0 0 0,0 1 0 0 0,1 0 1 0 0,-1 0-1 0 0,0 0 0 0 0,0-1 0 0 0,0 1 0 0 0,0 0 0 0 0,0 0 0 0 0,0 0 0 0 0,0 0 0 0 0,1-1 0 0 0,-1 1 0 0 0,0 0 1 0 0,0 0-1 0 0,0 0 0 0 0,0 0 0 0 0,1 0 0 0 0,-1 0 0 0 0,0-1 0 0 0,11-13-2369 0 0,-8 10 1296 0 0,14-25-5913 0 0,-9 19 5160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2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87 8 0 0,'4'-2'714'0'0,"-1"1"0"0"0,1-1 0 0 0,-1 0-1 0 0,0 0 1 0 0,6-5 0 0 0,-6 5-188 0 0,1-1 0 0 0,-1 1-1 0 0,1-1 1 0 0,0 1 0 0 0,6-2 0 0 0,70-18 4878 0 0,-13 6-3227 0 0,-39 10-1311 0 0,-23 5-723 0 0,0 0 0 0 0,0 0 0 0 0,0 0 0 0 0,9-4 0 0 0,-3 3-55 0 0,204 2-196 0 0,-215 0 89 0 0,1 0 0 0 0,0 0 1 0 0,0 0-1 0 0,-1 0 0 0 0,1 0 1 0 0,0 0-1 0 0,0 0 0 0 0,-1 0 1 0 0,1 1-1 0 0,0-1 0 0 0,0 0 1 0 0,-1 0-1 0 0,1 1 0 0 0,0-1 1 0 0,-1 0-1 0 0,1 1 0 0 0,0-1 1 0 0,-1 1-1 0 0,1-1 1 0 0,0 1-1 0 0,-1-1 0 0 0,1 1 1 0 0,-1 0-7 0 0,0-1 0 0 0,0 0 0 0 0,0 1 0 0 0,0-1 0 0 0,0 0 0 0 0,0 1 0 0 0,0-1 0 0 0,0 0 0 0 0,0 0 0 0 0,0 1 0 0 0,0-1 0 0 0,0 0 0 0 0,-1 0 0 0 0,1 1 0 0 0,0-1 0 0 0,0 0 0 0 0,0 0 0 0 0,0 1 0 0 0,-1-1 0 0 0,1 0 0 0 0,0 0 0 0 0,0 0 0 0 0,-1 1 0 0 0,1-1 0 0 0,0 0 0 0 0,0 0 0 0 0,-1 0 0 0 0,1 0 0 0 0,0 0 0 0 0,-1 1 0 0 0,1-1 0 0 0,0 0 0 0 0,0 0 0 0 0,-1 0 0 0 0,1 0 0 0 0,-1 0 0 0 0,-36 6-1916 0 0,-53 0 1 0 0,6 1-1861 0 0,63-1 2049 0 0,6 1 337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2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79 152 0 0,'15'-1'2448'0'0,"-1"-1"-1"0"0,1-1 1 0 0,24-7-1 0 0,7-2-142 0 0,-34 10-2044 0 0,0-1 0 0 0,0-1 1 0 0,0 1-1 0 0,0-2 1 0 0,13-6-1 0 0,25-8-2704 0 0,-34 17 322 0 0,37 0-329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3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13 512 0 0,'0'-1'286'0'0,"0"1"-1"0"0,0-1 1 0 0,0 1-1 0 0,0-1 0 0 0,0 1 1 0 0,0-1-1 0 0,0 1 1 0 0,0 0-1 0 0,-1-1 1 0 0,1 1-1 0 0,0-1 1 0 0,0 1-1 0 0,0-1 1 0 0,-1 1-1 0 0,1-1 1 0 0,0 1-1 0 0,-1 0 1 0 0,1-1-1 0 0,0 1 1 0 0,-1 0-1 0 0,1-1 1 0 0,0 1-1 0 0,-1 0 0 0 0,1-1 1 0 0,-1 1-1 0 0,1 0 1 0 0,-1 0-1 0 0,1 0 1 0 0,-1-1-1 0 0,1 1 1 0 0,-1 0-1 0 0,1 0 1 0 0,-1 0-1 0 0,0 0-162 0 0,1 0 0 0 0,0 0 0 0 0,-1 0 0 0 0,1 0 0 0 0,0 0 0 0 0,0 0 0 0 0,-1 0 0 0 0,1 0 0 0 0,0 0 0 0 0,-1 1 0 0 0,1-1 0 0 0,0 0 0 0 0,0 0 0 0 0,-1 0 0 0 0,1 0 0 0 0,0 1 0 0 0,0-1 0 0 0,0 0 0 0 0,-1 0-1 0 0,1 1 1 0 0,0-1 0 0 0,0 0 0 0 0,0 0 0 0 0,0 1 0 0 0,-1-1 0 0 0,1 0 0 0 0,0 0 0 0 0,0 1 0 0 0,0-1 0 0 0,0 0 0 0 0,0 1 0 0 0,0-1 0 0 0,0 0 0 0 0,0 1 0 0 0,0-1 0 0 0,0 0 0 0 0,0 0 0 0 0,0 1 0 0 0,0-1 0 0 0,0 0 0 0 0,0 1 0 0 0,0-1 0 0 0,0 0 0 0 0,0 0 0 0 0,1 1 0 0 0,-1-1 0 0 0,0 0-1 0 0,0 1 1 0 0,0-1 0 0 0,0 0 0 0 0,1 0 0 0 0,-1 0 0 0 0,0 1 0 0 0,0 0-96 0 0,0 0-1 0 0,0 0 0 0 0,-1 0 1 0 0,1-1-1 0 0,0 1 0 0 0,-1 0 0 0 0,1 0 1 0 0,-1 0-1 0 0,1-1 0 0 0,-1 1 1 0 0,0 0-1 0 0,1 0 0 0 0,-1-1 1 0 0,0 1-1 0 0,1-1 0 0 0,-1 1 1 0 0,0-1-1 0 0,0 1 0 0 0,1-1 1 0 0,-1 1-1 0 0,0-1 0 0 0,-1 1 1 0 0,-12 11-57 0 0,8 1-574 0 0,2-2-1691 0 0,4-7-2939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3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248 307 720 0 0,'-5'-34'2990'0'0,"3"28"-2611"0"0,0 0 0 0 0,1-1 0 0 0,0 1 0 0 0,1-1 0 0 0,-1 1 0 0 0,1-1 0 0 0,0 0 0 0 0,1 1 0 0 0,0-1 0 0 0,2-9 0 0 0,4-21 1225 0 0,-6 31-1356 0 0,-1 0 0 0 0,1 0 0 0 0,0 1-1 0 0,1-1 1 0 0,-1 1 0 0 0,4-7 0 0 0,-5 10-172 0 0,1 0 0 0 0,-1 0 0 0 0,1 0 0 0 0,-1 0 0 0 0,0 0 0 0 0,1 0 1 0 0,-1 0-1 0 0,0 0 0 0 0,-1 0 0 0 0,1 0 0 0 0,0 0 0 0 0,-1 0 0 0 0,1 0 0 0 0,-1 0 0 0 0,1 0 0 0 0,-1 0 0 0 0,0 0 0 0 0,0 0 0 0 0,0 0 0 0 0,0 1 0 0 0,0-1 0 0 0,0 0 0 0 0,0 1 0 0 0,-1-1 0 0 0,-2-2 0 0 0,2 3-23 0 0,0 0 1 0 0,0 1-1 0 0,0-1 1 0 0,0 1-1 0 0,0-1 1 0 0,0 1-1 0 0,0 0 1 0 0,0 0-1 0 0,0 0 1 0 0,0 0 0 0 0,0 0-1 0 0,0 0 1 0 0,0 1-1 0 0,0-1 1 0 0,0 1-1 0 0,0-1 1 0 0,0 1-1 0 0,0 0 1 0 0,0 0-1 0 0,0 0 1 0 0,0 0-1 0 0,-2 2 1 0 0,-24 13 394 0 0,8-5-143 0 0,1 1-1 0 0,0 1 0 0 0,-23 21 0 0 0,36-28-163 0 0,0 1 0 0 0,1 1 0 0 0,0-1 0 0 0,1 1 0 0 0,-7 15 0 0 0,-9 15 151 0 0,18-36-276 0 0,1 0 1 0 0,0 1-1 0 0,0-1 1 0 0,0 0-1 0 0,0 1 1 0 0,0-1-1 0 0,0 1 1 0 0,0-1-1 0 0,1 1 1 0 0,0-1-1 0 0,-1 1 1 0 0,1 0-1 0 0,0-1 1 0 0,0 1-1 0 0,1 4 1 0 0,0-2 7 0 0,0 0 0 0 0,1-1 1 0 0,-1 1-1 0 0,1-1 1 0 0,0 1-1 0 0,1-1 0 0 0,4 7 1 0 0,-6-9-13 0 0,1-1 0 0 0,0 0 0 0 0,0 1 0 0 0,0-1 0 0 0,0 0 0 0 0,0 0 0 0 0,0 0 0 0 0,0 0 0 0 0,1-1 0 0 0,-1 1 0 0 0,0-1 0 0 0,0 1 0 0 0,1-1 0 0 0,-1 0 0 0 0,0 0 0 0 0,4 0 0 0 0,39-1-22 0 0,-40 0 17 0 0,0 1-1 0 0,0-1 1 0 0,0-1-1 0 0,0 1 1 0 0,-1-1-1 0 0,1 0 1 0 0,0 0-1 0 0,-1 0 0 0 0,0 0 1 0 0,1-1-1 0 0,-1 0 1 0 0,0 0-1 0 0,0 0 1 0 0,-1 0-1 0 0,1-1 1 0 0,-1 1-1 0 0,5-6 1 0 0,-2 1-11 0 0,0 1 1 0 0,1 1 0 0 0,0-1 0 0 0,10-6-1 0 0,15-17 17 0 0,13-12 19 0 0,-34 33-18 0 0,0-1 0 0 0,-1 0 0 0 0,0-1 0 0 0,-1 0 0 0 0,16-24 0 0 0,-19 26-14 0 0,1 0 1 0 0,0 0 0 0 0,0 0 0 0 0,1 1 0 0 0,0 0-1 0 0,13-9 1 0 0,13-14 40 0 0,-36 46 119 0 0,-31 34 411 0 0,-39 81 0 0 0,-35 69 822 0 0,104-192-1310 0 0,0-1-1 0 0,-1 1 1 0 0,2 0-1 0 0,-3 10 0 0 0,-4 8 181 0 0,7-19-181 0 0,0 0-1 0 0,1 0 1 0 0,0 1-1 0 0,-1 8 1 0 0,-3 12 102 0 0,3 23 207 0 0,-1-7-211 0 0,1-23-138 0 0,2-17-45 0 0,-1 0 0 0 0,1 0 0 0 0,0 0 0 0 0,-1 0 0 0 0,0 0 0 0 0,1 0 0 0 0,-3 4 0 0 0,3-5-12 0 0,0-1 0 0 0,0 1 1 0 0,0-1-1 0 0,0 1 1 0 0,1-1-1 0 0,-1 1 1 0 0,0-1-1 0 0,1 1 1 0 0,-1-1-1 0 0,1 0 1 0 0,0 1-1 0 0,-1-1 1 0 0,1 0-1 0 0,0 0 1 0 0,0 1-1 0 0,1 1 1 0 0,1 2-1931 0 0,18-8-4998 0 0,-21 3 6698 0 0,1 0 0 0 0,0 0 1 0 0,-1-1-1 0 0,1 1 0 0 0,0 0 1 0 0,0 0-1 0 0,-1 0 0 0 0,1-1 1 0 0,0 1-1 0 0,-1 0 0 0 0,1-1 1 0 0,-1 1-1 0 0,1-1 1 0 0,0 1-1 0 0,-1 0 0 0 0,1-1 1 0 0,-1 1-1 0 0,1-1 0 0 0,-1 0 1 0 0,1 1-1 0 0,-1-1 0 0 0,1 0 1 0 0,-3-3-1637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4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255 164 368 0 0,'5'-14'1694'0'0,"0"0"0"0"0,4-28 0 0 0,4-12 1957 0 0,-13 52-3534 0 0,1 1 0 0 0,0-1 0 0 0,-1 1 0 0 0,1 0 0 0 0,-1-1 1 0 0,0 1-1 0 0,0-1 0 0 0,1 1 0 0 0,-1-1 0 0 0,0 0 0 0 0,0 1 0 0 0,0-1 1 0 0,0 1-1 0 0,-1-1 0 0 0,1 1 0 0 0,0-1 0 0 0,-1 1 0 0 0,1 0 1 0 0,-1-1-1 0 0,-1-2 0 0 0,1 4-45 0 0,0-1 0 0 0,0 0 1 0 0,0 1-1 0 0,0-1 0 0 0,0 1 0 0 0,0-1 1 0 0,0 1-1 0 0,0 0 0 0 0,-1-1 0 0 0,1 1 0 0 0,0 0 1 0 0,0 0-1 0 0,0 0 0 0 0,-1 0 0 0 0,1 0 1 0 0,0 0-1 0 0,0 0 0 0 0,-1 0 0 0 0,1 1 1 0 0,0-1-1 0 0,0 0 0 0 0,0 1 0 0 0,0-1 1 0 0,-2 2-1 0 0,-3 0 72 0 0,0 1 1 0 0,1-1-1 0 0,0 1 1 0 0,-1 1-1 0 0,1-1 1 0 0,0 1 0 0 0,1 0-1 0 0,-1 0 1 0 0,-6 8-1 0 0,-4 6 287 0 0,-15 24-1 0 0,19-26-252 0 0,4-6-42 0 0,1-2 31 0 0,0 0 0 0 0,1 1 0 0 0,0 0 0 0 0,-6 16 0 0 0,7-17-83 0 0,0 1-1 0 0,-1-1 0 0 0,0 1 1 0 0,0-2-1 0 0,-1 1 0 0 0,0 0 0 0 0,-9 8 1 0 0,-15 19 308 0 0,27-30-341 0 0,1 0 0 0 0,-1 0 0 0 0,1 1 0 0 0,-1-1 0 0 0,1 0-1 0 0,1 1 1 0 0,-2 7 0 0 0,2-11-31 0 0,1-1-1 0 0,-1 1 1 0 0,1 0-1 0 0,0-1 1 0 0,0 1-1 0 0,-1 0 1 0 0,1-1-1 0 0,0 1 1 0 0,1 0-1 0 0,-1 0 1 0 0,0-1-1 0 0,0 1 1 0 0,1 0-1 0 0,-1-1 1 0 0,1 1-1 0 0,-1-1 1 0 0,1 1 0 0 0,0-1-1 0 0,0 1 1 0 0,0-1-1 0 0,0 1 1 0 0,0-1-1 0 0,0 0 1 0 0,0 1-1 0 0,0-1 1 0 0,0 0-1 0 0,3 2 1 0 0,1-2 3 0 0,0 0 1 0 0,1 0 0 0 0,-1-1-1 0 0,0 0 1 0 0,1 0-1 0 0,-1 0 1 0 0,0-1 0 0 0,0 0-1 0 0,1 0 1 0 0,-1 0 0 0 0,0 0-1 0 0,0-1 1 0 0,10-4-1 0 0,8-11 2 0 0,0-1 0 0 0,0-1 0 0 0,35-41 0 0 0,-32 33-15 0 0,4-5 33 0 0,32-43-1 0 0,-44 54-54 0 0,-14 17 10 0 0,0-1 1 0 0,-1 1-1 0 0,1-1 1 0 0,4-8-1 0 0,-6 10-29 0 0,-3 7 23 0 0,-2 9 132 0 0,-5 2 28 0 0,-1 0-1 0 0,0 0 0 0 0,-18 21 0 0 0,17-23 4 0 0,0 0 1 0 0,0 1 0 0 0,2 0 0 0 0,-9 18-1 0 0,-43 157 1536 0 0,53-164-1530 0 0,-1 1 17 0 0,5-17-119 0 0,0 0-1 0 0,1 0 0 0 0,0 0 0 0 0,0 0 0 0 0,1 1 0 0 0,0-1 0 0 0,1 10 1 0 0,1-9-24 0 0,1 0 1 0 0,5 20 0 0 0,-1-10-134 0 0,-5-19 83 0 0,-1 0 0 0 0,1 0 0 0 0,0 0 0 0 0,0-1 0 0 0,0 1 0 0 0,0 0 0 0 0,-1-1 0 0 0,1 1 0 0 0,0-1 0 0 0,0 1 0 0 0,0-1 0 0 0,0 1 0 0 0,1-1 1 0 0,0 1-1 0 0,3 1-416 0 0,-12-1-1121 0 0,5 1-2244 0 0,2-2 3695 0 0,0 1 0 0 0,0-1 0 0 0,0 0 0 0 0,0 0-1 0 0,0 0 1 0 0,0 0 0 0 0,0 0 0 0 0,0 0 0 0 0,0 0-1 0 0,0 1 1 0 0,0-1 0 0 0,0 0 0 0 0,0 0 0 0 0,0 0-1 0 0,0 0 1 0 0,0 0 0 0 0,0 0 0 0 0,0 0 0 0 0,0 0-1 0 0,0 1 1 0 0,0-1 0 0 0,-1 0 0 0 0,1 0 0 0 0,0 0 0 0 0,0 0-1 0 0,0 0 1 0 0,0 0 0 0 0,0 0 0 0 0,0 0 0 0 0,0 0-1 0 0,0 0 1 0 0,-1 0 0 0 0,1 0 0 0 0,0 0 0 0 0,0 0-1 0 0,0 0 1 0 0,0 0 0 0 0,0 0 0 0 0,0 0 0 0 0,0 0 0 0 0,-1 0-1 0 0,1 0 1 0 0,0 0 0 0 0,0 0 0 0 0,0 0 0 0 0,0 0-1 0 0,0 0 1 0 0,0 0 0 0 0,0 0 0 0 0,-1 0 0 0 0,1 0-1 0 0,0 0 1 0 0,0 0 0 0 0,0 0 0 0 0,0 0 0 0 0,0 0-1 0 0,0 0 1 0 0,0-1 0 0 0,0 1 0 0 0,0 0 0 0 0,0 0 0 0 0,-1 0-1 0 0,1 0 1 0 0,0 0 0 0 0,-2-2-4151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59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10 512 0 0,'-4'4'512'0'0,"2"-4"-208"0"0,2 4-600 0 0,0-6-512 0 0,2-2 592 0 0,0 2 216 0 0,-2-2 0 0 0,0 2 0 0 0,-4 0 0 0 0,2 0 0 0 0,-2 2 0 0 0,0 0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59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 8 0 0,'4'-14'-62'0'0,"0"-3"913"0"0,0 1 1 0 0,2 0-1 0 0,0 1 1 0 0,16-30 0 0 0,-22 44-737 0 0,1 1 1 0 0,-1-1-1 0 0,0 0 1 0 0,1 1-1 0 0,-1-1 1 0 0,1 1-1 0 0,-1-1 1 0 0,1 0-1 0 0,-1 1 1 0 0,1-1-1 0 0,-1 1 1 0 0,1-1-1 0 0,0 1 1 0 0,-1 0-1 0 0,1-1 1 0 0,0 1-1 0 0,-1 0 1 0 0,1-1-1 0 0,0 1 1 0 0,-1 0-1 0 0,1 0 1 0 0,1-1-1 0 0,-1 1-44 0 0,0 1-1 0 0,-1-1 1 0 0,1 0-1 0 0,-1 1 0 0 0,1-1 1 0 0,-1 1-1 0 0,1-1 1 0 0,-1 0-1 0 0,1 1 1 0 0,-1-1-1 0 0,1 1 1 0 0,-1-1-1 0 0,0 1 1 0 0,1 0-1 0 0,-1-1 0 0 0,0 1 1 0 0,1-1-1 0 0,-1 1 1 0 0,0 0-1 0 0,0 0 1 0 0,8 41 1198 0 0,-7-36-961 0 0,8 119 1330 0 0,-8-84-979 0 0,10 58-1 0 0,-1-56-78 0 0,29 78 0 0 0,-34-107-602 0 0,-3 4-46 0 0,-4-14-673 0 0,-4-9-1072 0 0,5 1 809 0 0,-1 0-1 0 0,0-1 1 0 0,1 1 0 0 0,0-1 0 0 0,-1-7 0 0 0,1 6-90 0 0,-1-6-430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2:59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8 0 0,'4'-2'250'0'0,"0"0"0"0"0,1 0 1 0 0,-1 0-1 0 0,1 1 0 0 0,-1-1 0 0 0,1 1 0 0 0,0 0 1 0 0,-1 1-1 0 0,1-1 0 0 0,0 1 0 0 0,0 0 0 0 0,0 0 1 0 0,-1 0-1 0 0,1 1 0 0 0,0 0 0 0 0,7 2 1 0 0,-5-2 133 0 0,1 2 0 0 0,-1-1 0 0 0,0 1 0 0 0,0 0 0 0 0,-1 0 0 0 0,1 1 1 0 0,-1 0-1 0 0,1 0 0 0 0,10 10 0 0 0,-15-11-317 0 0,-1-1 0 0 0,1 1 0 0 0,0-1 0 0 0,-1 1 0 0 0,0 0 1 0 0,1-1-1 0 0,-1 1 0 0 0,0 0 0 0 0,-1 0 0 0 0,1 0 0 0 0,0 0 0 0 0,-1 0 0 0 0,0 0 0 0 0,1 0 0 0 0,-1 0 0 0 0,0 0 0 0 0,-1 0 0 0 0,1 0 0 0 0,0 0 1 0 0,-1 0-1 0 0,0 0 0 0 0,0 0 0 0 0,-2 5 0 0 0,-1 3 121 0 0,-1 0 0 0 0,0 0 0 0 0,-1 0 0 0 0,-11 15 0 0 0,9-14-63 0 0,-1-1 1 0 0,-1-1-1 0 0,-11 12 1 0 0,17-19-157 0 0,0 1 0 0 0,-1-1 0 0 0,1 1 0 0 0,-1-1 0 0 0,0 0 0 0 0,0-1 0 0 0,0 1 0 0 0,0-1 0 0 0,0 0 0 0 0,-11 2 0 0 0,16-4-32 0 0,0 1-1 0 0,-1-1 1 0 0,1 0-1 0 0,0 0 1 0 0,-1 0-1 0 0,1 0 1 0 0,0 0-1 0 0,-1 0 1 0 0,1 0-1 0 0,0 0 1 0 0,-1 0-1 0 0,1 0 1 0 0,0 0 0 0 0,-1 0-1 0 0,1-1 1 0 0,0 1-1 0 0,-1 0 1 0 0,1 0-1 0 0,0 0 1 0 0,-1 0-1 0 0,1 0 1 0 0,0-1-1 0 0,0 1 1 0 0,-1 0-1 0 0,1 0 1 0 0,0-1-1 0 0,0 1 1 0 0,-1 0-1 0 0,1 0 1 0 0,0-1-1 0 0,0 1 1 0 0,0 0-1 0 0,0 0 1 0 0,-1-1-1 0 0,1 1 1 0 0,0 0-1 0 0,0-1 1 0 0,0 1-1 0 0,0 0 1 0 0,0-1-1 0 0,0 1 1 0 0,0 0-1 0 0,0-1 1 0 0,0 1-1 0 0,0 0 1 0 0,0-1-1 0 0,0 1 1 0 0,0-10-1567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6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1 0 512 0 0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7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8 8 0 0,'-4'-4'0'0'0,"-2"0"0"0"0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7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80 8 0 0,'3'-10'122'0'0,"-1"0"0"0"0,0 0 0 0 0,0 1 0 0 0,-1-1 0 0 0,1-20 860 0 0,-9 43 1692 0 0,-42 71 1424 0 0,25-46-2882 0 0,2 2 0 0 0,-20 47 0 0 0,22-34 33 0 0,-15 59-1 0 0,31-94-1032 0 0,0 0-1 0 0,1 0 0 0 0,1 0 0 0 0,0 0 0 0 0,2 1 0 0 0,0-1 0 0 0,4 29 0 0 0,-3-42-207 0 0,0-1-1 0 0,0 1 0 0 0,1 0 1 0 0,0-1-1 0 0,-1 1 1 0 0,1-1-1 0 0,1 0 1 0 0,-1 1-1 0 0,1-1 1 0 0,-1 0-1 0 0,1 0 0 0 0,0-1 1 0 0,1 1-1 0 0,-1-1 1 0 0,1 1-1 0 0,-1-1 1 0 0,1 0-1 0 0,0 0 1 0 0,0-1-1 0 0,0 1 1 0 0,7 2-1 0 0,-4-3-105 0 0,0 1 0 0 0,0-2 0 0 0,0 1 0 0 0,0-1-1 0 0,0 0 1 0 0,1-1 0 0 0,-1 1 0 0 0,0-1 0 0 0,0-1 0 0 0,0 0 0 0 0,1 0 0 0 0,-1 0 0 0 0,13-4 0 0 0,11-7-3367 0 0,1-1 0 0 0,57-34 0 0 0,-74 38 2432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7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236 13 8 0 0,'0'-1'45'0'0,"0"0"0"0"0,1 1 0 0 0,-1-1 0 0 0,1 0 1 0 0,-1 0-1 0 0,0 1 0 0 0,1-1 0 0 0,-1 1 0 0 0,1-1 0 0 0,0 1 0 0 0,-1-1 0 0 0,1 0 1 0 0,-1 1-1 0 0,1 0 0 0 0,0-1 0 0 0,-1 1 0 0 0,1-1 0 0 0,0 1 0 0 0,-1 0 0 0 0,1 0 0 0 0,0-1 1 0 0,0 1-1 0 0,-1 0 0 0 0,1 0 0 0 0,0 0 0 0 0,1 0 0 0 0,-1 0 109 0 0,-1 1 0 0 0,1-1 0 0 0,0 1 0 0 0,0-1 0 0 0,-1 1 0 0 0,1 0 1 0 0,0-1-1 0 0,-1 1 0 0 0,1 0 0 0 0,-1 0 0 0 0,1-1 0 0 0,-1 1 0 0 0,1 0 0 0 0,-1 0 0 0 0,1 0 0 0 0,-1 0 0 0 0,1 1 0 0 0,1 7 665 0 0,0-1-1 0 0,-1 1 1 0 0,2 14 0 0 0,28 367 6527 0 0,-30-380-7125 0 0,0 0 0 0 0,1 0 0 0 0,0-1-1 0 0,1 1 1 0 0,7 16 0 0 0,-10-26-216 0 0,0 0-1 0 0,0 0 1 0 0,0 0 0 0 0,0 0 0 0 0,0-1 0 0 0,0 1 0 0 0,0 0 0 0 0,0 0 0 0 0,0 0 0 0 0,0 0-1 0 0,0 0 1 0 0,0 0 0 0 0,0 0 0 0 0,0-1 0 0 0,0 1 0 0 0,0 0 0 0 0,0 0 0 0 0,0 0-1 0 0,0 0 1 0 0,0 0 0 0 0,0 0 0 0 0,0 0 0 0 0,0 0 0 0 0,1-1 0 0 0,-1 1 0 0 0,0 0-1 0 0,0 0 1 0 0,0 0 0 0 0,0 0 0 0 0,0 0 0 0 0,0 0 0 0 0,0 0 0 0 0,0 0 0 0 0,0 0 0 0 0,0 0-1 0 0,1 0 1 0 0,-1 0 0 0 0,0-1 0 0 0,0 1 0 0 0,0 0 0 0 0,0 0 0 0 0,0 0 0 0 0,0 0-1 0 0,0 0 1 0 0,0 0 0 0 0,1 0 0 0 0,-1 0 0 0 0,0 0 0 0 0,0 0 0 0 0,0 0 0 0 0,0 0-1 0 0,0 0 1 0 0,0 0 0 0 0,0 0 0 0 0,1 1 0 0 0,-1-1 0 0 0,0 0 0 0 0,0 0 0 0 0,0 0 0 0 0,0 0-1 0 0,0 0 1 0 0,0 0 0 0 0,0 0 0 0 0,0 0 0 0 0,1-11-21 0 0,-9-8 17 0 0,-1-1 1 0 0,-1 2-1 0 0,-1-1 0 0 0,0 1 1 0 0,-27-31-1 0 0,34 45 0 0 0,-1-1 0 0 0,1 1 0 0 0,-1 0-1 0 0,0 0 1 0 0,0 1 0 0 0,0-1 0 0 0,-10-4 0 0 0,12 7-1 0 0,1 0 1 0 0,-1 0-1 0 0,1 1 1 0 0,-1-1 0 0 0,1 1-1 0 0,-1-1 1 0 0,0 1-1 0 0,1 0 1 0 0,-1 0-1 0 0,1 0 1 0 0,-1 0 0 0 0,0 1-1 0 0,1-1 1 0 0,-1 1-1 0 0,1-1 1 0 0,-1 1-1 0 0,1 0 1 0 0,-1 0 0 0 0,1 0-1 0 0,-4 2 1 0 0,-8 6 21 0 0,-1 1 0 0 0,1 1 0 0 0,-22 22 1 0 0,30-27 48 0 0,0 0 0 0 0,1 1 0 0 0,-1 0 0 0 0,1 0 0 0 0,1 0 0 0 0,0 0 1 0 0,0 1-1 0 0,0 0 0 0 0,-4 13 0 0 0,7-18-47 0 0,0-1 0 0 0,1 1-1 0 0,-1-1 1 0 0,1 1 0 0 0,0 0 0 0 0,0-1 0 0 0,0 1 0 0 0,0-1-1 0 0,0 1 1 0 0,1 0 0 0 0,-1-1 0 0 0,1 1 0 0 0,-1-1-1 0 0,1 1 1 0 0,0-1 0 0 0,0 1 0 0 0,0-1 0 0 0,0 0 0 0 0,1 1-1 0 0,2 3 1 0 0,-1-3-10 0 0,0-1-1 0 0,0 1 1 0 0,0 0-1 0 0,1-1 1 0 0,-1 0-1 0 0,1 0 1 0 0,0 0-1 0 0,-1 0 1 0 0,1-1-1 0 0,0 1 1 0 0,0-1-1 0 0,4 1 1 0 0,5 0-48 0 0,-1 0 1 0 0,0-1-1 0 0,1 0 1 0 0,-1-1 0 0 0,1 0-1 0 0,-1-1 1 0 0,24-5-1 0 0,39-16-2195 0 0,-60 16-420 0 0,0 0 0 0 0,25-15 1 0 0,-27 11 1255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8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8 0 0,'-1'1'121'0'0,"0"-1"1"0"0,0 1-1 0 0,0-1 0 0 0,1 0 1 0 0,-1 1-1 0 0,0-1 1 0 0,0 1-1 0 0,1 0 0 0 0,-1-1 1 0 0,0 1-1 0 0,1 0 0 0 0,-1-1 1 0 0,1 1-1 0 0,-1 0 0 0 0,1 0 1 0 0,-1-1-1 0 0,1 1 0 0 0,-1 2 1 0 0,-8 18 3200 0 0,8-19-3021 0 0,-4 14 953 0 0,1 1-1 0 0,0 0 0 0 0,-2 34 1 0 0,-2 13 212 0 0,5-46-1300 0 0,2-1-1 0 0,0 1 0 0 0,1 0 0 0 0,1-1 0 0 0,1 1 1 0 0,0 0-1 0 0,9 32 0 0 0,-10-49-202 0 0,-1 1 0 0 0,1-1 0 0 0,0 0-1 0 0,-1 0 1 0 0,1 1 0 0 0,0-1 0 0 0,0 0 0 0 0,0 0 0 0 0,0 0 0 0 0,0 0-1 0 0,0 0 1 0 0,0 0 0 0 0,0 0 0 0 0,2 1 0 0 0,-3-2-183 0 0,1 1-1 0 0,-1-1 1 0 0,1 0-1 0 0,0 0 1 0 0,-1 1 0 0 0,1-1-1 0 0,0 0 1 0 0,-1 0-1 0 0,1 0 1 0 0,0 0 0 0 0,0 1-1 0 0,-1-1 1 0 0,1 0-1 0 0,0 0 1 0 0,-1-1-1 0 0,1 1 1 0 0,0 0 0 0 0,-1 0-1 0 0,2 0 1 0 0,4-4-1488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8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386 38 584 0 0,'1'-1'120'0'0,"-1"0"-1"0"0,1 0 1 0 0,-1 0 0 0 0,0 0-1 0 0,1 0 1 0 0,-1 0 0 0 0,0 0-1 0 0,0 0 1 0 0,0 0 0 0 0,0 0-1 0 0,0 0 1 0 0,0 0 0 0 0,0 0-1 0 0,0 0 1 0 0,0 0 0 0 0,0 0-1 0 0,0 0 1 0 0,-1 0 0 0 0,1 0-1 0 0,0 0 1 0 0,-1 0-1 0 0,1 0 1 0 0,-1 0 0 0 0,1 1-1 0 0,-1-1 1 0 0,0 0 0 0 0,1 0-1 0 0,-1 0 1 0 0,0 1 0 0 0,1-1-1 0 0,-1 0 1 0 0,0 1 0 0 0,0-1-1 0 0,0 0 1 0 0,0 1 0 0 0,0-1-1 0 0,1 1 1 0 0,-1 0 0 0 0,0-1-1 0 0,0 1 1 0 0,0 0 0 0 0,0-1-1 0 0,0 1 1 0 0,0 0 0 0 0,0 0-1 0 0,-2 0 1 0 0,-7-1 513 0 0,1 0 0 0 0,-1 0 1 0 0,1 2-1 0 0,-11 0 0 0 0,14-1-436 0 0,-10 2 170 0 0,1 1-1 0 0,-1 0 0 0 0,1 0 0 0 0,0 2 0 0 0,-17 7 1 0 0,-72 37 1026 0 0,70-32-749 0 0,33-16-631 0 0,-34 20 538 0 0,34-21-511 0 0,0 1 0 0 0,-1 0 0 0 0,1 1 0 0 0,0-1 0 0 0,0 0 0 0 0,0 0 0 0 0,0 0 0 0 0,0 1 0 0 0,0-1 0 0 0,0 0 1 0 0,0 1-1 0 0,0-1 0 0 0,1 1 0 0 0,-1-1 0 0 0,1 1 0 0 0,-1-1 0 0 0,1 1 0 0 0,-1-1 0 0 0,1 1 0 0 0,0 0 0 0 0,0-1 0 0 0,0 3 0 0 0,0-3-21 0 0,1 1 1 0 0,-1-1-1 0 0,1 0 0 0 0,0 0 0 0 0,-1 0 0 0 0,1 0 1 0 0,0 0-1 0 0,0 0 0 0 0,0 0 0 0 0,0 0 0 0 0,0 0 0 0 0,0 0 1 0 0,0 0-1 0 0,0-1 0 0 0,0 1 0 0 0,0 0 0 0 0,0-1 0 0 0,0 1 1 0 0,1-1-1 0 0,-1 1 0 0 0,0-1 0 0 0,2 1 0 0 0,34 6 234 0 0,-28-5-205 0 0,2 0-23 0 0,0 0 1 0 0,0 1 0 0 0,1 0-1 0 0,-2 1 1 0 0,1 0-1 0 0,0 1 1 0 0,-1 0-1 0 0,0 0 1 0 0,0 1 0 0 0,16 13-1 0 0,-10-7 130 0 0,-10-7-97 0 0,1 0 1 0 0,-1 0 0 0 0,0 0-1 0 0,9 11 1 0 0,-14-15-52 0 0,0 0 1 0 0,0 0-1 0 0,-1 0 0 0 0,1 0 0 0 0,0 0 0 0 0,-1 0 0 0 0,1 0 0 0 0,-1 0 1 0 0,1 1-1 0 0,-1-1 0 0 0,0 0 0 0 0,1 0 0 0 0,-1 0 0 0 0,0 1 1 0 0,0-1-1 0 0,0 0 0 0 0,0 0 0 0 0,0 1 0 0 0,0-1 0 0 0,0 0 1 0 0,-1 0-1 0 0,1 0 0 0 0,0 1 0 0 0,-1-1 0 0 0,1 0 0 0 0,0 0 1 0 0,-1 0-1 0 0,0 0 0 0 0,1 0 0 0 0,-1 0 0 0 0,0 0 0 0 0,1 0 0 0 0,-1 0 1 0 0,0 0-1 0 0,0 0 0 0 0,0 0 0 0 0,-1 1 0 0 0,0 0 22 0 0,-51 40 274 0 0,49-40-296 0 0,0 1-1 0 0,0 0 0 0 0,-1-1 0 0 0,1 0 1 0 0,-1 0-1 0 0,0 0 0 0 0,0 0 1 0 0,1-1-1 0 0,-1 0 0 0 0,-9 2 1 0 0,13-3-10 0 0,1 0 1 0 0,0 0 0 0 0,0 0 0 0 0,-1 0 0 0 0,1 0-1 0 0,0 0 1 0 0,-1 0 0 0 0,1-1 0 0 0,0 1-1 0 0,0 0 1 0 0,-1 0 0 0 0,1 0 0 0 0,0 0-1 0 0,0 0 1 0 0,-1 0 0 0 0,1 0 0 0 0,0-1-1 0 0,0 1 1 0 0,-1 0 0 0 0,1 0 0 0 0,0 0 0 0 0,0-1-1 0 0,0 1 1 0 0,0 0 0 0 0,-1 0 0 0 0,1 0-1 0 0,0-1 1 0 0,0 1 0 0 0,0 0 0 0 0,0 0-1 0 0,0-1 1 0 0,0 1 0 0 0,-1 0 0 0 0,1 0-1 0 0,0-1 1 0 0,3-12-126 0 0,9-10-350 0 0,15-30-7789 0 0,-22 47 7011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9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0 241 224 0 0,'7'-6'2082'0'0,"0"0"0"0"0,0 0 0 0 0,13-7 0 0 0,55-24 1698 0 0,-7 4-2102 0 0,-65 31-1633 0 0,71-45 938 0 0,-66 41-912 0 0,0 0 0 0 0,-1-1-1 0 0,0 0 1 0 0,0-1 0 0 0,0 1 0 0 0,9-16 0 0 0,-15 22-66 0 0,-1 1-1 0 0,0-1 1 0 0,1 1-1 0 0,-1-1 1 0 0,1 1-1 0 0,-1-1 1 0 0,0 1-1 0 0,1-1 1 0 0,-1 1-1 0 0,0-1 1 0 0,1 0-1 0 0,-1 1 1 0 0,0-1 0 0 0,0 1-1 0 0,0-1 1 0 0,0 0-1 0 0,0 1 1 0 0,0-1-1 0 0,0 0 1 0 0,0 1-1 0 0,0-1 1 0 0,0 1-1 0 0,0-1 1 0 0,0 0-1 0 0,0 1 1 0 0,0-1 0 0 0,0 0-1 0 0,-1 1 1 0 0,1-1-1 0 0,0 1 1 0 0,0-1-1 0 0,-1 1 1 0 0,1-1-1 0 0,0 1 1 0 0,-1-1-1 0 0,1 1 1 0 0,-1-1 0 0 0,1 1-1 0 0,-1-1 1 0 0,1 1-1 0 0,-1-1 1 0 0,1 1-1 0 0,-1 0 1 0 0,1-1-1 0 0,-1 1 1 0 0,1 0-1 0 0,-1 0 1 0 0,0-1-1 0 0,1 1 1 0 0,-1 0 0 0 0,1 0-1 0 0,-1 0 1 0 0,0 0-1 0 0,1 0 1 0 0,-2 0-1 0 0,-1-1 9 0 0,0 1-1 0 0,0 0 1 0 0,-1 0-1 0 0,1 1 1 0 0,0-1-1 0 0,0 1 1 0 0,0-1-1 0 0,0 1 1 0 0,0 0 0 0 0,-4 2-1 0 0,-3 3 76 0 0,2 0 0 0 0,-1 0 0 0 0,1 1 0 0 0,0 0 0 0 0,0 1 0 0 0,1 0 0 0 0,-10 12-1 0 0,0 4 232 0 0,-20 37-1 0 0,32-52-255 0 0,0 0 0 0 0,1 0-1 0 0,0 1 1 0 0,0-1 0 0 0,1 1-1 0 0,1 0 1 0 0,0 0-1 0 0,0 0 1 0 0,0 10 0 0 0,2-15-62 0 0,0-1 0 0 0,0 0 0 0 0,0 0 0 0 0,1 0 0 0 0,0 1 0 0 0,0-1 1 0 0,0 0-1 0 0,1 0 0 0 0,-1 0 0 0 0,1-1 0 0 0,0 1 0 0 0,0 0 0 0 0,0-1 1 0 0,0 1-1 0 0,1-1 0 0 0,0 1 0 0 0,-1-1 0 0 0,1 0 0 0 0,0 0 0 0 0,1-1 1 0 0,-1 1-1 0 0,0-1 0 0 0,1 1 0 0 0,4 1 0 0 0,1 1-288 0 0,-1-1 0 0 0,1 0-1 0 0,0-1 1 0 0,1 0 0 0 0,-1-1-1 0 0,0 0 1 0 0,11 1 0 0 0,-9-2-1048 0 0,0 0 1 0 0,0-1 0 0 0,0-1-1 0 0,0 0 1 0 0,0 0 0 0 0,12-4 0 0 0,-7 1 12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9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14 8 0 0,'-3'-2'225'0'0,"0"1"0"0"0,0-1-1 0 0,0 1 1 0 0,0-1 0 0 0,-1 1 0 0 0,1 0 0 0 0,0 0-1 0 0,0 0 1 0 0,-1 1 0 0 0,1-1 0 0 0,-1 1 0 0 0,1 0-1 0 0,0 0 1 0 0,-1 0 0 0 0,1 0 0 0 0,-1 1 0 0 0,1-1-1 0 0,0 1 1 0 0,-1 0 0 0 0,1 0 0 0 0,0 0-1 0 0,0 0 1 0 0,0 1 0 0 0,-4 1 0 0 0,-13 7 792 0 0,2 0 0 0 0,-1 1 0 0 0,1 1 0 0 0,-28 25 0 0 0,37-29-665 0 0,-1 2 0 0 0,2-1 0 0 0,-1 1 1 0 0,2 0-1 0 0,-1 1 0 0 0,1 0 0 0 0,1 0 1 0 0,0 0-1 0 0,-5 15 0 0 0,9-22-268 0 0,1-1-1 0 0,0 1 1 0 0,0-1-1 0 0,0 1 1 0 0,0-1-1 0 0,1 1 1 0 0,-1 0-1 0 0,1 4 1 0 0,0-7-63 0 0,1 0 1 0 0,-1 0-1 0 0,0 1 1 0 0,1-1-1 0 0,-1 0 1 0 0,1 0-1 0 0,0 0 1 0 0,-1 0-1 0 0,1 0 1 0 0,0 0-1 0 0,0 0 1 0 0,-1 0-1 0 0,1 0 1 0 0,0 0-1 0 0,0-1 1 0 0,0 1-1 0 0,0 0 1 0 0,0 0-1 0 0,0-1 1 0 0,1 1-1 0 0,-1-1 1 0 0,0 1-1 0 0,0-1 1 0 0,0 1-1 0 0,0-1 1 0 0,1 0-1 0 0,1 1 1 0 0,2-1 11 0 0,0 1 1 0 0,0-1-1 0 0,0 1 1 0 0,0-1-1 0 0,0-1 1 0 0,0 1-1 0 0,-1-1 1 0 0,1 0-1 0 0,0 0 1 0 0,0 0-1 0 0,0-1 1 0 0,-1 0-1 0 0,6-2 1 0 0,8-5-30 0 0,31-21 0 0 0,-36 21-11 0 0,0-1 15 0 0,0 0 0 0 0,-1-1 0 0 0,-1-1-1 0 0,0 0 1 0 0,0 0 0 0 0,-1-1-1 0 0,12-21 1 0 0,23-28-12 0 0,-43 59 15 0 0,-2 5 14 0 0,-9 11 56 0 0,-30 50 241 0 0,34-53-237 0 0,1 0 1 0 0,1 0-1 0 0,0 1 1 0 0,0-1-1 0 0,1 1 0 0 0,0-1 1 0 0,1 1-1 0 0,0 0 1 0 0,1 15-1 0 0,1-22-93 0 0,-1 0 0 0 0,1 1-1 0 0,0-1 1 0 0,0 0-1 0 0,1 0 1 0 0,-1 0-1 0 0,1 0 1 0 0,-1 0-1 0 0,1 0 1 0 0,1-1 0 0 0,-1 1-1 0 0,0 0 1 0 0,1-1-1 0 0,0 0 1 0 0,0 0-1 0 0,0 0 1 0 0,0 0-1 0 0,0 0 1 0 0,1 0-1 0 0,-1-1 1 0 0,1 1 0 0 0,-1-1-1 0 0,1 0 1 0 0,0-1-1 0 0,0 1 1 0 0,5 1-1 0 0,-4-2-657 0 0,-1 1-1 0 0,1-2 1 0 0,0 1-1 0 0,0 0 0 0 0,-1-1 1 0 0,1 0-1 0 0,0 0 1 0 0,0 0-1 0 0,-1-1 0 0 0,1 0 1 0 0,0 0-1 0 0,0 0 1 0 0,8-3-1 0 0,3-1-1087 0 0,0 1 507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19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9 8 0 0,'-1'-1'124'0'0,"0"0"1"0"0,0 1-1 0 0,0-1 0 0 0,0 0 1 0 0,0 1-1 0 0,0-1 1 0 0,0 0-1 0 0,-1 1 0 0 0,1-1 1 0 0,0 1-1 0 0,0 0 0 0 0,0-1 1 0 0,-1 1-1 0 0,1 0 1 0 0,0 0-1 0 0,-1 0 0 0 0,1 0 1 0 0,0 0-1 0 0,0 0 0 0 0,-1 0 1 0 0,1 0-1 0 0,0 1 0 0 0,0-1 1 0 0,-1 0-1 0 0,1 1 1 0 0,0-1-1 0 0,-2 2 0 0 0,-35 15 4405 0 0,37-17-4441 0 0,-4 3 291 0 0,1 0-1 0 0,0 0 1 0 0,0 0-1 0 0,0 0 1 0 0,0 1-1 0 0,-3 3 1 0 0,6-6-305 0 0,0 1 0 0 0,0-1 1 0 0,1 0-1 0 0,-1 1 0 0 0,0-1 0 0 0,1 1 1 0 0,-1-1-1 0 0,1 1 0 0 0,-1-1 0 0 0,1 1 0 0 0,0-1 1 0 0,0 1-1 0 0,-1-1 0 0 0,1 1 0 0 0,0-1 1 0 0,1 1-1 0 0,-1 0 0 0 0,0-1 0 0 0,0 1 0 0 0,1-1 1 0 0,-1 1-1 0 0,1-1 0 0 0,-1 1 0 0 0,1-1 0 0 0,1 3 1 0 0,0-1 3 0 0,18 37 1067 0 0,27 76 0 0 0,-43-104-937 0 0,-1 0 1 0 0,0 0-1 0 0,-1 0 1 0 0,0 1-1 0 0,-1-1 0 0 0,0 0 1 0 0,-1 1-1 0 0,0-1 1 0 0,-1 0-1 0 0,-1 1 0 0 0,-4 19 1 0 0,4-27-117 0 0,-1-1 1 0 0,1 1-1 0 0,-1-1 1 0 0,0 1-1 0 0,0-1 1 0 0,0 0-1 0 0,-1 0 1 0 0,0 0-1 0 0,1-1 1 0 0,-1 1-1 0 0,-1-1 0 0 0,1 0 1 0 0,-7 4-1 0 0,9-5-68 0 0,0-1 0 0 0,-1 0 0 0 0,1 0 0 0 0,0 0 0 0 0,-1-1 0 0 0,1 1 0 0 0,-1 0 0 0 0,1-1 0 0 0,-1 0 0 0 0,1 1 0 0 0,-1-1 0 0 0,1 0 0 0 0,-4-1 0 0 0,5 1-26 0 0,-1 0 1 0 0,0-1-1 0 0,1 0 1 0 0,-1 1 0 0 0,1-1-1 0 0,-1 0 1 0 0,1 0-1 0 0,-1 0 1 0 0,1 0-1 0 0,0 0 1 0 0,-1 0-1 0 0,1 0 1 0 0,0 0-1 0 0,0 0 1 0 0,0-1-1 0 0,0 1 1 0 0,0-1-1 0 0,0 1 1 0 0,0 0-1 0 0,0-1 1 0 0,0-2-1 0 0,-1 0-119 0 0,1 0-1 0 0,0 0 1 0 0,0 0-1 0 0,0 0 1 0 0,0 0-1 0 0,1 0 1 0 0,0 0-1 0 0,0 0 1 0 0,0 0-1 0 0,0-1 1 0 0,1 1-1 0 0,0 0 1 0 0,-1 0-1 0 0,1 0 1 0 0,1 0 0 0 0,-1 0-1 0 0,3-4 1 0 0,-2 2-667 0 0,1 1 1 0 0,0 0 0 0 0,1 0 0 0 0,-1 0 0 0 0,1 0-1 0 0,0 0 1 0 0,0 1 0 0 0,0 0 0 0 0,0 0 0 0 0,1 0-1 0 0,6-4 1 0 0,1 0-2148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0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1 217 72 0 0,'3'1'501'0'0,"1"1"0"0"0,-1-1 0 0 0,1-1 0 0 0,-1 1 0 0 0,1-1 0 0 0,0 1 0 0 0,-1-1 0 0 0,1 0 0 0 0,0 0 0 0 0,0 0 0 0 0,-1-1 0 0 0,1 0 0 0 0,-1 1 0 0 0,1-1 0 0 0,0 0 0 0 0,-1-1 0 0 0,5-1 0 0 0,5-4 260 0 0,0 1 0 0 0,0-1 1 0 0,13-11-1 0 0,-13 7-350 0 0,1 0 0 0 0,-2-1 1 0 0,0 0-1 0 0,0-1 1 0 0,15-22-1 0 0,-25 31-371 0 0,1 0 0 0 0,-1 0-1 0 0,0 0 1 0 0,0-1 0 0 0,0 1 0 0 0,1-7-1 0 0,-2 9-38 0 0,-1 1 0 0 0,0 0 0 0 0,1-1 0 0 0,-1 1 0 0 0,0-1 0 0 0,0 1 0 0 0,0 0 0 0 0,0-1 0 0 0,0 1 0 0 0,0-1 0 0 0,0 1 0 0 0,0-1 0 0 0,0 1 0 0 0,-1 0 0 0 0,1-1 0 0 0,-1 1 0 0 0,1 0 0 0 0,-1-1 0 0 0,1 1 0 0 0,-1 0 0 0 0,0-1 0 0 0,0 1 0 0 0,0 0 0 0 0,-1-2 0 0 0,0 2 7 0 0,0 0 0 0 0,0 0 0 0 0,0 0 0 0 0,0 0 0 0 0,0 0 0 0 0,0 0 0 0 0,0 1-1 0 0,0-1 1 0 0,0 1 0 0 0,-1-1 0 0 0,1 1 0 0 0,0 0 0 0 0,0 0 0 0 0,-1 0 0 0 0,1 0 0 0 0,0 0 0 0 0,0 0 0 0 0,0 1 0 0 0,-1-1 0 0 0,1 1 0 0 0,0 0 0 0 0,0 0 0 0 0,0-1 0 0 0,0 1 0 0 0,0 0 0 0 0,0 1 0 0 0,0-1 0 0 0,1 0 0 0 0,-1 0-1 0 0,0 1 1 0 0,1-1 0 0 0,-1 1 0 0 0,-2 2 0 0 0,-4 6 156 0 0,0 0 0 0 0,0 0 0 0 0,1 1 0 0 0,-8 15-1 0 0,-2 3 447 0 0,11-20-428 0 0,0 1 0 0 0,1-1 0 0 0,0 1 1 0 0,1 0-1 0 0,0 0 0 0 0,-5 18 0 0 0,8-20-60 0 0,-1 0-1 0 0,1 0 1 0 0,1 0 0 0 0,-1 0-1 0 0,1 0 1 0 0,2 11 0 0 0,-2-16-101 0 0,1 1 0 0 0,0-1 0 0 0,0 0 0 0 0,0 1 0 0 0,0-1 0 0 0,1 0 0 0 0,0 0 0 0 0,-1 0 0 0 0,1 0 0 0 0,0 0 0 0 0,0 0 0 0 0,0-1 0 0 0,1 1 0 0 0,-1-1 0 0 0,1 1 0 0 0,4 3 0 0 0,-2-3-38 0 0,0 0 0 0 0,0 0-1 0 0,0 0 1 0 0,0-1 0 0 0,0 0-1 0 0,1 0 1 0 0,-1 0 0 0 0,0-1-1 0 0,1 1 1 0 0,10 0 0 0 0,-6-2-258 0 0,1 0-1 0 0,-1-1 1 0 0,1 0 0 0 0,19-6-1 0 0,-4 0-2272 0 0,-2-1-1 0 0,1-2 1 0 0,36-19-1 0 0,-40 19 198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0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14 280 0 0,'0'0'338'0'0,"0"-1"-1"0"0,0 0 1 0 0,0 0 0 0 0,0 1-1 0 0,1-1 1 0 0,-1 0-1 0 0,0 1 1 0 0,0-1 0 0 0,1 1-1 0 0,-1-1 1 0 0,0 0 0 0 0,1 1-1 0 0,-1-1 1 0 0,1 1-1 0 0,-1-1 1 0 0,1 1 0 0 0,0-2-1 0 0,3 2 2 0 0,1-1-1 0 0,-1 0 1 0 0,0 1-1 0 0,0 0 0 0 0,1 0 1 0 0,-1 0-1 0 0,0 1 0 0 0,1-1 1 0 0,-1 1-1 0 0,0 0 1 0 0,0 0-1 0 0,0 1 0 0 0,0-1 1 0 0,0 1-1 0 0,0 0 1 0 0,0 0-1 0 0,0 0 0 0 0,3 3 1 0 0,-1 1-124 0 0,1-1 1 0 0,0-1-1 0 0,0 1 0 0 0,1-1 1 0 0,-1 0-1 0 0,1-1 0 0 0,0 0 1 0 0,12 3-1 0 0,-12-4-86 0 0,-1 0 0 0 0,0 1 0 0 0,0 0 1 0 0,0 0-1 0 0,0 0 0 0 0,0 1 0 0 0,-1 0 0 0 0,0 0 0 0 0,1 1 0 0 0,-2 0 0 0 0,8 6 0 0 0,-4 1 188 0 0,0 1 1 0 0,0 0-1 0 0,-1 0 0 0 0,-1 0 0 0 0,0 1 0 0 0,4 15 1 0 0,-8-19-178 0 0,0 0 0 0 0,0 0 1 0 0,-2 1-1 0 0,1-1 1 0 0,-1 1-1 0 0,-1-1 1 0 0,0 1-1 0 0,0-1 0 0 0,-4 20 1 0 0,3-23-99 0 0,-1 0 0 0 0,-1-1 0 0 0,1 1 0 0 0,-1-1 1 0 0,0 0-1 0 0,0 0 0 0 0,-1 0 0 0 0,0 0 0 0 0,0 0 0 0 0,0-1 0 0 0,-1 1 0 0 0,0-1 1 0 0,0-1-1 0 0,-6 6 0 0 0,5-6-26 0 0,0 0 0 0 0,0 0 0 0 0,0 0 1 0 0,-1-1-1 0 0,1 1 0 0 0,-1-2 0 0 0,-14 5 0 0 0,-70 11 99 0 0,80-15-165 0 0,0-1-164 0 0,11-3 182 0 0,-1 1 0 0 0,1 0 0 0 0,0-1-1 0 0,0 1 1 0 0,0-1 0 0 0,-1 1 0 0 0,1 0 0 0 0,0-1 0 0 0,0 1-1 0 0,0-1 1 0 0,0 1 0 0 0,0 0 0 0 0,0-1 0 0 0,0 1 0 0 0,0-1 0 0 0,0 1-1 0 0,0-1 1 0 0,0 1 0 0 0,0 0 0 0 0,0-1 0 0 0,0 1 0 0 0,0-1-1 0 0,0 1 1 0 0,1 0 0 0 0,-1-1 0 0 0,0 0 0 0 0,1 0-185 0 0,-1 0 1 0 0,1 0-1 0 0,-1 0 1 0 0,1 0-1 0 0,0 0 1 0 0,-1 0-1 0 0,1 0 1 0 0,0 0-1 0 0,0 0 1 0 0,0 0-1 0 0,0 0 1 0 0,0 1-1 0 0,0-1 1 0 0,0 0-1 0 0,0 1 1 0 0,0-1-1 0 0,0 0 0 0 0,2 0 1 0 0,22-6-2614 0 0,-21 6 2618 0 0,25-6-2876 0 0,3 0 1227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0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7 138 520 0 0,'-4'-13'5335'0'0,"4"13"-5180"0"0,0-1 0 0 0,-1 1 0 0 0,1-1 0 0 0,0 0 0 0 0,-1 1 0 0 0,1-1 0 0 0,0 1 0 0 0,0-1 0 0 0,0 0 0 0 0,-1 1 0 0 0,1-1 0 0 0,0 0 0 0 0,0 1 0 0 0,0-1 0 0 0,0 0 0 0 0,0 1 0 0 0,0-1 0 0 0,1 0 0 0 0,-1 1 0 0 0,0-1 0 0 0,0 0 0 0 0,0 1 0 0 0,0-1 0 0 0,1 0 0 0 0,-1 1 0 0 0,0-1 0 0 0,1 0 1 0 0,3-5 356 0 0,1-1 1 0 0,0 2 0 0 0,0-1 0 0 0,0 0-1 0 0,1 1 1 0 0,-1 0 0 0 0,1 0 0 0 0,1 1-1 0 0,-1 0 1 0 0,0 0 0 0 0,1 0 0 0 0,0 1-1 0 0,8-3 1 0 0,6-2-216 0 0,1 1 0 0 0,-1 2-1 0 0,29-5 1 0 0,19 4-159 0 0,-62 5-168 0 0,-1 1 0 0 0,1 1 0 0 0,-1-1 0 0 0,1 1 0 0 0,0 1 0 0 0,-1-1 0 0 0,0 1 0 0 0,10 3 0 0 0,-16-4-36 0 0,1-1 0 0 0,0 0 0 0 0,0 0-1 0 0,-1 1 1 0 0,1-1 0 0 0,0 0 0 0 0,0 1 0 0 0,-1-1-1 0 0,1 1 1 0 0,0-1 0 0 0,-1 1 0 0 0,1-1 0 0 0,0 1-1 0 0,-1 0 1 0 0,1-1 0 0 0,-1 1 0 0 0,1 0-1 0 0,-1-1 1 0 0,0 1 0 0 0,1 0 0 0 0,-1 0 0 0 0,1-1-1 0 0,-1 1 1 0 0,0 0 0 0 0,0 0 0 0 0,0 0 0 0 0,1-1-1 0 0,-1 1 1 0 0,0 0 0 0 0,0 0 0 0 0,0 0-1 0 0,0 0 1 0 0,0-1 0 0 0,0 1 0 0 0,-1 0 0 0 0,1 0-1 0 0,0 0 1 0 0,0-1 0 0 0,-1 1 0 0 0,1 0 0 0 0,0 0-1 0 0,-1-1 1 0 0,1 1 0 0 0,-1 0 0 0 0,1 0-1 0 0,-1-1 1 0 0,1 1 0 0 0,-1 0 0 0 0,1-1 0 0 0,-1 1-1 0 0,0-1 1 0 0,1 1 0 0 0,-1-1 0 0 0,0 1 0 0 0,0 0-1 0 0,-6 4-1199 0 0,-1 0-1 0 0,1 0 1 0 0,-15 6 0 0 0,18-9 917 0 0,-13 8-1916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0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1 133 184 0 0,'18'-14'10720'0'0,"9"-6"-7048"0"0,15 3-2226 0 0,2 3-1 0 0,65-14 0 0 0,-15-2-1358 0 0,-90 30-321 0 0,20-5 570 0 0,-18 3-1106 0 0,-14 2-2010 0 0,2 0 792 0 0,6 0 1922 0 0,0 0-1 0 0,0 0 1 0 0,0 0-1 0 0,0 0 1 0 0,1 0 0 0 0,-1 0-1 0 0,0 0 1 0 0,0 0-1 0 0,0 0 1 0 0,0 0-1 0 0,0 0 1 0 0,0 0 0 0 0,0 0-1 0 0,0 0 1 0 0,0 0-1 0 0,0 0 1 0 0,0 0-1 0 0,0 0 1 0 0,0 0-1 0 0,0-1 1 0 0,0 1 0 0 0,0 0-1 0 0,0 0 1 0 0,0 0-1 0 0,0 0 1 0 0,0 0-1 0 0,0 0 1 0 0,0 0-1 0 0,0 0 1 0 0,0 0 0 0 0,0 0-1 0 0,0 0 1 0 0,0 0-1 0 0,0 0 1 0 0,0 0-1 0 0,0 0 1 0 0,0 0-1 0 0,0 0 1 0 0,0-1 0 0 0,0 1-1 0 0,0 0 1 0 0,0 0-1 0 0,0 0 1 0 0,0 0-1 0 0,0 0 1 0 0,0 0-1 0 0,0 0 1 0 0,0 0 0 0 0,0 0-1 0 0,0 0 1 0 0,0 0-1 0 0,0 0 1 0 0,0 0-1 0 0,0 0 1 0 0,0 0-1 0 0,0 0 1 0 0,0 0 0 0 0,-1 0-1 0 0,1 0 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1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220 160 8 0 0,'4'-10'-146'0'0,"0"3"502"0"0,-1 1 1 0 0,-1-1 0 0 0,1 1 0 0 0,-1-1 0 0 0,0 0 1 0 0,-1 0-1 0 0,0 0 0 0 0,0 0 0 0 0,0 0 0 0 0,-1 0 0 0 0,0 0 0 0 0,-1-12 1 0 0,-1 7 296 0 0,-3-12 412 0 0,4 23-995 0 0,1 1 1 0 0,0-1-1 0 0,0 0 1 0 0,-1 1-1 0 0,1-1 1 0 0,-1 0-1 0 0,1 1 1 0 0,0-1-1 0 0,-1 1 1 0 0,1-1-1 0 0,-1 1 1 0 0,1-1-1 0 0,-1 1 1 0 0,1-1-1 0 0,-1 1 1 0 0,0-1-1 0 0,1 1 1 0 0,-1 0-1 0 0,1-1 1 0 0,-1 1-1 0 0,0 0 1 0 0,1 0-1 0 0,-1-1 1 0 0,0 1-1 0 0,0 0 1 0 0,1 0-1 0 0,-2 0 1 0 0,1 1 46 0 0,-1-1 1 0 0,1 1 0 0 0,-1 0 0 0 0,1 0-1 0 0,0 0 1 0 0,0 0 0 0 0,0 1-1 0 0,-1-1 1 0 0,1 0 0 0 0,0 0 0 0 0,-1 3-1 0 0,-2 1 162 0 0,-15 15 274 0 0,1 0 0 0 0,1 2 0 0 0,0-1 0 0 0,2 2 0 0 0,1 0 0 0 0,0 1 0 0 0,-11 31 0 0 0,6-4-106 0 0,-12 36 432 0 0,28-75-704 0 0,1-1 0 0 0,-1 1 1 0 0,2 0-1 0 0,0 0 0 0 0,0 18 1 0 0,2-26-90 0 0,-1 0 1 0 0,1 0 0 0 0,-1 0 0 0 0,1 0 0 0 0,0-1 0 0 0,1 1-1 0 0,-1 0 1 0 0,1-1 0 0 0,-1 1 0 0 0,1-1 0 0 0,4 6 0 0 0,-5-8-49 0 0,0 1 0 0 0,0-1 0 0 0,0 0 0 0 0,1 0 0 0 0,-1 0 0 0 0,0 0 0 0 0,0 0 0 0 0,0-1 0 0 0,1 1 0 0 0,-1 0 0 0 0,0 0 0 0 0,1-1 0 0 0,-1 1 0 0 0,1-1 0 0 0,-1 1 0 0 0,1-1 0 0 0,-1 0 0 0 0,1 0 0 0 0,-1 0 0 0 0,1 1 0 0 0,-1-1 0 0 0,1-1 0 0 0,-1 1 0 0 0,1 0 1 0 0,-1 0-1 0 0,1 0 0 0 0,-1-1 0 0 0,0 1 0 0 0,1-1 0 0 0,-1 1 0 0 0,3-2 0 0 0,6-4 88 0 0,-1-1 1 0 0,1 0-1 0 0,-1 0 1 0 0,0-1 0 0 0,-1 0-1 0 0,11-14 1 0 0,6-4 115 0 0,-12 12-193 0 0,0 1 0 0 0,11-17 0 0 0,-20 25-43 0 0,-1 0 0 0 0,0 0 0 0 0,-1 0 0 0 0,1 0 0 0 0,-1-1 1 0 0,0 1-1 0 0,0 0 0 0 0,0-1 0 0 0,-1 0 0 0 0,1-9 0 0 0,4-35 15 0 0,-3 39-43 0 0,-2 1 1 0 0,0-1-1 0 0,0 1 0 0 0,-1-1 0 0 0,-2-19 0 0 0,5 6-20 0 0,-2 23 30 0 0,0-1-1 0 0,-1 0 0 0 0,1 0 0 0 0,-1 0 0 0 0,1 0 1 0 0,-1 1-1 0 0,0-1 0 0 0,0 0 0 0 0,0 0 0 0 0,0 0 1 0 0,0 0-1 0 0,0 0 0 0 0,-1 1 0 0 0,1-1 0 0 0,0 0 1 0 0,-1 0-1 0 0,-1-2 0 0 0,2 4-3 0 0,0-1 0 0 0,0 1-1 0 0,-1 0 1 0 0,1 0 0 0 0,0 0 0 0 0,0-1 0 0 0,-1 1 0 0 0,1 0-1 0 0,0 0 1 0 0,0 0 0 0 0,-1 0 0 0 0,1 0 0 0 0,0-1 0 0 0,-1 1-1 0 0,1 0 1 0 0,0 0 0 0 0,-1 0 0 0 0,1 0 0 0 0,0 0 0 0 0,-1 0-1 0 0,1 0 1 0 0,0 0 0 0 0,-1 0 0 0 0,1 0 0 0 0,0 0 0 0 0,-1 1-1 0 0,1-1 1 0 0,0 0 0 0 0,0 0 0 0 0,-1 0 0 0 0,1 0 0 0 0,0 0-1 0 0,-1 1 1 0 0,1-1 0 0 0,0 0 0 0 0,0 0 0 0 0,-1 0 0 0 0,1 1-1 0 0,0-1 1 0 0,0 0 0 0 0,0 0 0 0 0,-1 1 0 0 0,-9 16-1309 0 0,5-8-214 0 0,4-8 1265 0 0,1 0 0 0 0,-1 0 0 0 0,0 0 1 0 0,0 0-1 0 0,0 1 0 0 0,1-1 0 0 0,-1 0 0 0 0,1 1 1 0 0,-1-1-1 0 0,1 0 0 0 0,0 1 0 0 0,-1-1 0 0 0,1 1 1 0 0,0-1-1 0 0,0 0 0 0 0,0 1 0 0 0,0-1 0 0 0,0 1 1 0 0,0-1-1 0 0,0 1 0 0 0,0-1 0 0 0,1 0 0 0 0,-1 1 1 0 0,1-1-1 0 0,-1 0 0 0 0,2 3 0 0 0,5 8-1416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2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1 552 0 0,'-2'2'304'0'0,"1"-1"0"0"0,0 1 0 0 0,0 0 0 0 0,0 0 0 0 0,-1 0 0 0 0,2 0 0 0 0,-1 0-1 0 0,0 0 1 0 0,0 0 0 0 0,1 0 0 0 0,-1 1 0 0 0,1-1 0 0 0,-1 0 0 0 0,1 0 0 0 0,0 0 0 0 0,0 5 0 0 0,0-5-62 0 0,1 1 1 0 0,-2 0-1 0 0,1-1 1 0 0,0 1-1 0 0,-1-1 1 0 0,1 1-1 0 0,-1-1 1 0 0,1 1 0 0 0,-1-1-1 0 0,0 1 1 0 0,0-1-1 0 0,-1 1 1 0 0,1-1-1 0 0,0 0 1 0 0,-4 4-1 0 0,-10 7 1438 0 0,-14 13 635 0 0,28-25-2269 0 0,-1 0 0 0 0,1 1 0 0 0,0-1-1 0 0,0 1 1 0 0,0-1 0 0 0,0 1 0 0 0,0 0-1 0 0,0-1 1 0 0,0 1 0 0 0,1 0-1 0 0,-1 0 1 0 0,0 0 0 0 0,1-1 0 0 0,-1 4-1 0 0,1-4-142 0 0,1-1 0 0 0,-1 0 0 0 0,0 0 0 0 0,0 1 0 0 0,1-1-1 0 0,-1 0 1 0 0,0 0 0 0 0,0 0 0 0 0,1 0 0 0 0,-1 1 0 0 0,0-1 0 0 0,1 0-1 0 0,-1 0 1 0 0,0 0 0 0 0,1 0 0 0 0,-1 0 0 0 0,0 0 0 0 0,1 0 0 0 0,-1 0-1 0 0,0 0 1 0 0,1 0 0 0 0,-1 0 0 0 0,0 0 0 0 0,1 0 0 0 0,-1 0-1 0 0,0 0 1 0 0,1 0 0 0 0,-1 0 0 0 0,0 0 0 0 0,1 0 0 0 0,-1-1 0 0 0,0 1-1 0 0,1 0 1 0 0,-1 0 0 0 0,0 0 0 0 0,0-1 0 0 0,1 1 0 0 0,-1 0-1 0 0,0 0 1 0 0,0-1 0 0 0,1 1 0 0 0,-1 0 0 0 0,0 0 0 0 0,0-1 0 0 0,1 1-1 0 0,1-6-2399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2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0 8 0 0,'-34'53'7859'0'0,"22"-38"-6628"0"0,0-1-1 0 0,-17 31 0 0 0,26-39-1009 0 0,1 1-1 0 0,0-1 1 0 0,0 1-1 0 0,0 0 1 0 0,0-1-1 0 0,1 1 1 0 0,0 12-1 0 0,-3 11 397 0 0,4-25-511 0 0,0-1 0 0 0,0 1 1 0 0,0 0-1 0 0,1 0 0 0 0,-1-1 0 0 0,1 1 0 0 0,0 0 0 0 0,0-1 1 0 0,1 1-1 0 0,0-1 0 0 0,-1 1 0 0 0,1-1 0 0 0,1 0 1 0 0,-1 0-1 0 0,1 0 0 0 0,-1 0 0 0 0,1 0 0 0 0,0-1 0 0 0,1 1 1 0 0,-1-1-1 0 0,0 0 0 0 0,1 0 0 0 0,0 0 0 0 0,0 0 1 0 0,0-1-1 0 0,0 1 0 0 0,0-1 0 0 0,1 0 0 0 0,-1-1 1 0 0,0 1-1 0 0,1-1 0 0 0,-1 1 0 0 0,1-1 0 0 0,0-1 0 0 0,0 1 1 0 0,8 0-1 0 0,198-8 601 0 0,-208 7-676 0 0,0 0 0 0 0,0-1 1 0 0,0 0-1 0 0,-1 0 0 0 0,1 0 0 0 0,0 0 1 0 0,0 0-1 0 0,-1 0 0 0 0,1-1 1 0 0,-1 1-1 0 0,1-1 0 0 0,-1 0 1 0 0,0 0-1 0 0,0 0 0 0 0,1 0 0 0 0,1-3 1 0 0,5-4 34 0 0,-7 7-51 0 0,0-1 0 0 0,0 0 0 0 0,0 0 0 0 0,0 1 0 0 0,0-1 0 0 0,0 0 0 0 0,-1-1 0 0 0,0 1 0 0 0,1 0 0 0 0,-1 0-1 0 0,0-1 1 0 0,0-5 0 0 0,4-48 55 0 0,-4 34-82 0 0,-1 15 12 0 0,-1 1-1 0 0,0 0 0 0 0,-1-1 1 0 0,1 1-1 0 0,-1 0 0 0 0,-1 0 1 0 0,1 1-1 0 0,-1-1 0 0 0,-1 0 0 0 0,1 1 1 0 0,-1 0-1 0 0,0-1 0 0 0,0 2 1 0 0,-1-1-1 0 0,0 0 0 0 0,-9-8 0 0 0,-4 6 20 0 0,-23 0-55 0 0,-1 3 1 0 0,-43-1-1 0 0,53 4 10 0 0,28 2 2 0 0,-23 1-118 0 0,27-1 100 0 0,-1 1 1 0 0,1-1 0 0 0,0 0 0 0 0,-1 1 0 0 0,1-1 0 0 0,0 0 0 0 0,-1 1-1 0 0,1-1 1 0 0,0 1 0 0 0,-1-1 0 0 0,1 0 0 0 0,0 1 0 0 0,0-1 0 0 0,-1 1-1 0 0,1-1 1 0 0,0 1 0 0 0,0-1 0 0 0,0 1 0 0 0,0-1 0 0 0,0 1 0 0 0,0 0 0 0 0,0-1-1 0 0,0 1 1 0 0,0-1 0 0 0,0 1 0 0 0,0-1 0 0 0,0 1 0 0 0,0-1 0 0 0,0 1-1 0 0,0-1 1 0 0,1 1 0 0 0,-1-1 0 0 0,0 1 0 0 0,0-1 0 0 0,0 1 0 0 0,1 0-1 0 0,7 23-8389 0 0,-4-20 7094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22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1 424 0 0,'1'-1'312'0'0,"0"1"0"0"0,1 0 0 0 0,-1 0 0 0 0,0 0 0 0 0,1 0 0 0 0,-1 1-1 0 0,0-1 1 0 0,1 0 0 0 0,-1 0 0 0 0,0 1 0 0 0,1-1 0 0 0,-1 1 0 0 0,0-1 0 0 0,0 1 0 0 0,0 0 0 0 0,1-1-1 0 0,-1 1 1 0 0,0 0 0 0 0,1 1 0 0 0,-1 0-73 0 0,0-1-1 0 0,-1 1 0 0 0,1 0 1 0 0,-1-1-1 0 0,0 1 1 0 0,1-1-1 0 0,-1 1 1 0 0,0 0-1 0 0,0 0 1 0 0,0-1-1 0 0,0 1 0 0 0,0 0 1 0 0,0-1-1 0 0,-1 1 1 0 0,1 0-1 0 0,-1 1 1 0 0,-18 68 4022 0 0,12-7-2355 0 0,6-40-1135 0 0,-2 0 0 0 0,-1 0 0 0 0,-9 34 0 0 0,2-24 457 0 0,-11 72 0 0 0,9-53-823 0 0,-3 16-28 0 0,16-64-368 0 0,-1 0 0 0 0,1 0-1 0 0,0 1 1 0 0,0-1 0 0 0,0 0 0 0 0,1 0 0 0 0,0 0 0 0 0,0 1 0 0 0,0-1-1 0 0,3 7 1 0 0,-3-11-10 0 0,-1 1-1 0 0,0-1 0 0 0,0 1 1 0 0,0-1-1 0 0,0 1 1 0 0,0-1-1 0 0,0 0 0 0 0,0 1 1 0 0,0-1-1 0 0,-1 1 1 0 0,1-1-1 0 0,-1 1 0 0 0,1-1 1 0 0,-1 0-1 0 0,0 2 1 0 0,-3 14-299 0 0,14-10-1680 0 0,-4-6 374 0 0,-8-5-2259 0 0,2-2 297 0 0,1 4 2960 0 0,0-4-924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31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1107 95 512 0 0,'21'-6'-118'0'0,"-1"1"0"0"0,1 1 0 0 0,23-1-1 0 0,11-1 533 0 0,-48 4 1167 0 0,-9 1-658 0 0,-16 1-305 0 0,-12 0-60 0 0,-399-60 3948 0 0,404 57-4392 0 0,-1 1 1 0 0,0 1-1 0 0,1 1 0 0 0,-1 2 0 0 0,0 0 0 0 0,-36 9 0 0 0,44-6-48 0 0,-1 1-1 0 0,2 1 1 0 0,-1 0-1 0 0,1 1 1 0 0,0 1-1 0 0,0 0 1 0 0,1 2-1 0 0,1 0 0 0 0,-20 17 1 0 0,28-21-32 0 0,0 0 0 0 0,0 0 0 0 0,1 1 0 0 0,0 0 1 0 0,0 0-1 0 0,1 0 0 0 0,0 1 0 0 0,1 0 0 0 0,0 0 0 0 0,0 0 0 0 0,1 0 1 0 0,-4 14-1 0 0,3 3 104 0 0,0 1 0 0 0,2 0 0 0 0,1 36 0 0 0,1 13 114 0 0,5 215 172 0 0,2-73-228 0 0,-38 389-1 0 0,-1-346 333 0 0,29-241-433 0 0,1-10 45 0 0,1-1-1 0 0,0 1 1 0 0,1 15-1 0 0,0-23-118 0 0,0 1-1 0 0,1 0 1 0 0,-1-1-1 0 0,1 1 0 0 0,-1-1 1 0 0,1 1-1 0 0,0-1 0 0 0,0 1 1 0 0,0-1-1 0 0,1 0 1 0 0,-1 1-1 0 0,1-1 0 0 0,-1 0 1 0 0,1 0-1 0 0,-1 0 1 0 0,1 0-1 0 0,3 2 0 0 0,2 3-2 0 0,-1-1 0 0 0,-1 1 0 0 0,1 0-1 0 0,-1 0 1 0 0,0 0 0 0 0,7 16 0 0 0,-7-13 3 0 0,0-1 1 0 0,1 0 0 0 0,0 0 0 0 0,10 11 0 0 0,-13-17-3 0 0,0 1 0 0 0,1-1 0 0 0,-1-1 0 0 0,1 1 1 0 0,-1 0-1 0 0,1-1 0 0 0,5 3 0 0 0,-8-5-16 0 0,0 1 0 0 0,1-1 0 0 0,-1 0 0 0 0,1 1 0 0 0,-1-1 0 0 0,0 0 0 0 0,1 0 0 0 0,-1 0 0 0 0,1 0 0 0 0,-1 0 0 0 0,1-1 0 0 0,-1 1 0 0 0,0 0 0 0 0,1-1 0 0 0,-1 1 0 0 0,0-1 0 0 0,1 1 0 0 0,-1-1 0 0 0,0 0 0 0 0,0 1 0 0 0,1-1 0 0 0,-1 0 0 0 0,0 0 0 0 0,0 0 0 0 0,0 0 0 0 0,2-2 0 0 0,3-2 27 0 0,0-1 0 0 0,1 1 1 0 0,-1 0-1 0 0,1 1 0 0 0,1 0 0 0 0,-1 0 0 0 0,0 0 0 0 0,1 1 0 0 0,0 0 0 0 0,0 1 0 0 0,0 0 0 0 0,0 0 0 0 0,0 0 0 0 0,9 0 0 0 0,453-36 513 0 0,-449 39-528 0 0,0 0 0 0 0,25 4 0 0 0,29 2-12 0 0,-61-6 144 0 0,-21 1 11 0 0,-21 0-67 0 0,-87-6 222 0 0,69 1-242 0 0,0 2-1 0 0,0 2 0 0 0,-58 9 1 0 0,-19 10-43 0 0,-140 3 1 0 0,203-18-79 0 0,-38 0 78 0 0,84-6-15 0 0,1 1 1 0 0,-1-2-1 0 0,1 0 0 0 0,-1 0 0 0 0,-13-5 0 0 0,25 6-7 0 0,0 0 0 0 0,0 0 0 0 0,0 0 0 0 0,0 0 0 0 0,0 0 0 0 0,0-1 0 0 0,0 1 0 0 0,0 0-1 0 0,0-1 1 0 0,1 0 0 0 0,-1 1 0 0 0,1-1 0 0 0,-1 0 0 0 0,1 0 0 0 0,0 0 0 0 0,-1 0-1 0 0,1 0 1 0 0,0 0 0 0 0,0 0 0 0 0,1 0 0 0 0,-1 0 0 0 0,0 0 0 0 0,1-1 0 0 0,-1 1 0 0 0,1 0-1 0 0,0-1 1 0 0,-1 1 0 0 0,2-4 0 0 0,-1-7 7 0 0,1 1 0 0 0,1-1 0 0 0,1 1 0 0 0,4-15 1 0 0,-1 1 15 0 0,41-331 58 0 0,-7 32 57 0 0,-23 218-130 0 0,4-133 1 0 0,-16-110 46 0 0,-5 321-59 0 0,2-2 15 0 0,1 1-1 0 0,10-44 1 0 0,-7 50-14 0 0,1 0-1 0 0,2 1 0 0 0,16-33 1 0 0,-24 55-3 0 0,-1 1 1 0 0,1-1 0 0 0,-1 0 0 0 0,0 1 0 0 0,1-1 0 0 0,-1 0 0 0 0,1 1-1 0 0,0-1 1 0 0,-1 1 0 0 0,1-1 0 0 0,-1 0 0 0 0,1 1 0 0 0,0 0 0 0 0,0-1-1 0 0,-1 1 1 0 0,1-1 0 0 0,0 1 0 0 0,0 0 0 0 0,-1 0 0 0 0,1-1 0 0 0,0 1-1 0 0,0 0 1 0 0,0 0 0 0 0,-1 0 0 0 0,2 0 0 0 0,23 5-3 0 0,0 0 19 0 0,2-6-26 0 0,0-2 0 0 0,47-11 0 0 0,15-2 71 0 0,-8 6-37 0 0,-34 3-4 0 0,1 1-1 0 0,-1 3 0 0 0,88 5 0 0 0,-118 1-26 0 0,0 1-1 0 0,23 9 0 0 0,18 3 94 0 0,-25-15-32 0 0,-33-1-83 0 0,-29 4 61 0 0,-614 71 131 0 0,526-67-204 0 0,-161 6 145 0 0,273-14-95 0 0,0 1-1 0 0,0-1 0 0 0,0 0 1 0 0,1-1-1 0 0,-1 1 0 0 0,0-1 1 0 0,0 0-1 0 0,0 0 0 0 0,1-1 1 0 0,-1 1-1 0 0,1-1 0 0 0,-1 0 1 0 0,1 0-1 0 0,0-1 0 0 0,-6-3 1 0 0,9 5 35 0 0,3 1-45 0 0,-1 0 1 0 0,0 1-1 0 0,0-1 1 0 0,0 0-1 0 0,0 1 0 0 0,0-1 1 0 0,1 0-1 0 0,-1 1 0 0 0,0-1 1 0 0,0 1-1 0 0,0 0 0 0 0,0-1 1 0 0,0 1-1 0 0,0 0 1 0 0,-1 0-1 0 0,1 0 0 0 0,0-1 1 0 0,0 1-1 0 0,0 0 0 0 0,-1 0 1 0 0,1 0-1 0 0,0 0 1 0 0,-1 0-1 0 0,1 0 0 0 0,-1 1 1 0 0,0-1-1 0 0,1 0 0 0 0,-1 0 1 0 0,1 2-1 0 0,10 39 52 0 0,-5 2-58 0 0,-1 0 0 0 0,-2 49 1 0 0,-9 90 12 0 0,0-48 45 0 0,3-58-7 0 0,3 196 53 0 0,3-226-26 0 0,2-1 0 0 0,2 1 0 0 0,24 83 0 0 0,15-7 108 0 0,9 30 56 0 0,-50-133-227 0 0,-1 0 0 0 0,-1 0 0 0 0,1 39 0 0 0,-9 61 103 0 0,-1-11-70 0 0,6-108-41 0 0,0 0 1 0 0,0 0 0 0 0,1 0 0 0 0,-1 0 0 0 0,0 0-1 0 0,0 0 1 0 0,0 0 0 0 0,1 0 0 0 0,-1 0-1 0 0,1 0 1 0 0,-1 0 0 0 0,1 0 0 0 0,-1 0-1 0 0,1-1 1 0 0,-1 1 0 0 0,1 0 0 0 0,0 0 0 0 0,-1 0-1 0 0,1-1 1 0 0,0 1 0 0 0,0 0 0 0 0,-1-1-1 0 0,1 1 1 0 0,0 0 0 0 0,0-1 0 0 0,0 0 0 0 0,0 1-1 0 0,0-1 1 0 0,0 1 0 0 0,0-1 0 0 0,0 0-1 0 0,0 0 1 0 0,0 1 0 0 0,0-1 0 0 0,0 0-1 0 0,0 0 1 0 0,0 0 0 0 0,0 0 0 0 0,0 0 0 0 0,0-1-1 0 0,0 1 1 0 0,2 0 0 0 0,6-2 2 0 0,1 0 0 0 0,0 0 0 0 0,15-7 0 0 0,-11 5 77 0 0,104-20-69 0 0,-36 9 73 0 0,89-14 5 0 0,-15 4-41 0 0,21-5 82 0 0,-173 29-147 0 0,-2 0 17 0 0,0 1 1 0 0,-1-1 0 0 0,1 1-1 0 0,0-1 1 0 0,0 1 0 0 0,-1 0 0 0 0,1 0-1 0 0,0 0 1 0 0,0 0 0 0 0,2 1 0 0 0,-3-1-47 0 0,0 1 0 0 0,0 0 0 0 0,0-1 0 0 0,-1 1 0 0 0,1 0 0 0 0,0 0 0 0 0,-1 0 0 0 0,1 0 0 0 0,-1 0 0 0 0,1-1 0 0 0,-1 1 0 0 0,0 0 0 0 0,1 0 0 0 0,-1 0 0 0 0,0 0 0 0 0,1 0 0 0 0,-1 0 1 0 0,0 0-1 0 0,0 2 0 0 0,1 2-685 0 0,1 0 0 0 0,0-1 0 0 0,0 1 1 0 0,0 0-1 0 0,1-1 0 0 0,-1 0 0 0 0,1 0 0 0 0,0 0 1 0 0,0 0-1 0 0,1 0 0 0 0,-1 0 0 0 0,1-1 1 0 0,5 5-1 0 0,6 2-2055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35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410 221 512 0 0,'-3'-2'-41'0'0,"0"-1"-1"0"0,0 1 1 0 0,0 1-1 0 0,0-1 1 0 0,-1 0-1 0 0,1 1 1 0 0,-1 0-1 0 0,1 0 1 0 0,-1 0 0 0 0,-6-1-1 0 0,-39-2 3 0 0,-51 5 1414 0 0,-1 0 3222 0 0,83-3-2841 0 0,17 1-477 0 0,12 2-761 0 0,18 1-23 0 0,0-1 1 0 0,32-2-1 0 0,-3-1 67 0 0,230-19 1420 0 0,-59 1-756 0 0,-125 13-788 0 0,-46 2 235 0 0,105 5 0 0 0,-140 1-599 0 0,-17-1-45 0 0,0 0 0 0 0,1 0 0 0 0,-1 1 0 0 0,0 0 0 0 0,0 0 0 0 0,0 0 0 0 0,8 4 0 0 0,-12-4-29 0 0,14 8 110 0 0,-15-9-109 0 0,-1 0 0 0 0,0 0 0 0 0,0 0 0 0 0,1 0 0 0 0,-1 0 0 0 0,0 1 1 0 0,0-1-1 0 0,1 0 0 0 0,-1 0 0 0 0,0 0 0 0 0,0 0 0 0 0,1 1 0 0 0,-1-1 0 0 0,0 0 0 0 0,0 0 0 0 0,0 0 0 0 0,1 1 0 0 0,-1-1 0 0 0,0 0 1 0 0,0 0-1 0 0,0 1 0 0 0,0-1 0 0 0,0 0 0 0 0,0 0 0 0 0,0 1 0 0 0,0-1 0 0 0,1 0 0 0 0,-1 1 0 0 0,0-1 0 0 0,0 0 0 0 0,0 0 0 0 0,0 1 0 0 0,0-1 1 0 0,-1 0-1 0 0,1 1 0 0 0,0-1 0 0 0,0 0 0 0 0,0 0 0 0 0,0 1 0 0 0,-1 3 12 0 0,1 0-1 0 0,-1 1 1 0 0,1-1 0 0 0,0 0-1 0 0,0 1 1 0 0,0-1 0 0 0,2 5-1 0 0,-1 0 7 0 0,0 0 0 0 0,0 0 0 0 0,-1 1 0 0 0,-1 8 0 0 0,1-6 14 0 0,0-1 0 0 0,1 0 0 0 0,0 0 1 0 0,3 13-1 0 0,2 21 20 0 0,-5-34-35 0 0,1 0 0 0 0,0 0 0 0 0,1 0 0 0 0,4 11 0 0 0,-3-11 13 0 0,0 1 0 0 0,3 24-1 0 0,-3-1 42 0 0,-1 4 48 0 0,13 56-1 0 0,7 24 43 0 0,-13-60-54 0 0,-7-32-46 0 0,-2 1 0 0 0,0-1 0 0 0,-2 0 0 0 0,-6 46 0 0 0,-2 39 52 0 0,9-77-45 0 0,-3 0 1 0 0,-8 50 0 0 0,3-38-42 0 0,2 1 0 0 0,1 69 0 0 0,0 119 307 0 0,4-223-313 0 0,0 0-1 0 0,0-1 1 0 0,-1 1 0 0 0,-4 13 0 0 0,4-19 4 0 0,0-1 0 0 0,0 1 1 0 0,-1-1-1 0 0,0 0 0 0 0,0 0 1 0 0,0 0-1 0 0,-1 0 0 0 0,0 0 1 0 0,-5 5-1 0 0,5-9-17 0 0,0-1 1 0 0,1-1-1 0 0,-1 1 1 0 0,0 0-1 0 0,0-1 1 0 0,0 0 0 0 0,0 0-1 0 0,1 0 1 0 0,-1 0-1 0 0,-5-1 1 0 0,-1 0 17 0 0,-114-6-19 0 0,92 4 4 0 0,-38-9 1 0 0,25 3-74 0 0,-54-9 60 0 0,-124-19 38 0 0,165 30-22 0 0,-109 2-1 0 0,96 11 8 0 0,-131 29 0 0 0,200-35-19 0 0,-13 3 2 0 0,1 0 1 0 0,0 2 0 0 0,-15 5 0 0 0,28-10-6 0 0,1 0 1 0 0,-1 1 0 0 0,0-1 0 0 0,1 0 0 0 0,-1 0 0 0 0,1 1 0 0 0,-1-1 0 0 0,0 1-1 0 0,1-1 1 0 0,-1 0 0 0 0,1 1 0 0 0,-1-1 0 0 0,1 1 0 0 0,-1-1 0 0 0,1 1-1 0 0,-1 0 1 0 0,1-1 0 0 0,0 1 0 0 0,-1-1 0 0 0,1 1 0 0 0,0 0 0 0 0,-1-1-1 0 0,1 1 1 0 0,0 0 0 0 0,0-1 0 0 0,0 1 0 0 0,-1 0 0 0 0,1 0 0 0 0,1 0-2 0 0,-1 0 0 0 0,1 0 1 0 0,-1 0-1 0 0,1 0 0 0 0,0 0 1 0 0,-1 0-1 0 0,1 0 0 0 0,0 0 1 0 0,-1 0-1 0 0,1-1 0 0 0,0 1 1 0 0,0 0-1 0 0,0-1 0 0 0,0 1 1 0 0,2 0-1 0 0,6 4-14 0 0,1 0-1 0 0,19 5 1 0 0,-25-9 13 0 0,15 4 17 0 0,1-1 0 0 0,0-1 0 0 0,35 1 0 0 0,-33-3-23 0 0,219-5 9 0 0,-162-1 24 0 0,73 5-34 0 0,-4 0-42 0 0,-62-2 128 0 0,74-6-76 0 0,-45 5 21 0 0,2-1-16 0 0,-100 1-3 0 0,0 0-1 0 0,0-1 0 0 0,21-8 1 0 0,-36 11-1 0 0,1 0 0 0 0,0-1 0 0 0,-1 1 0 0 0,1 0 1 0 0,-1-1-1 0 0,1 0 0 0 0,-1 1 0 0 0,0-1 0 0 0,0 0 1 0 0,0 0-1 0 0,0-1 0 0 0,0 1 0 0 0,0 0 0 0 0,0-1 1 0 0,-1 1-1 0 0,3-5 0 0 0,-4 6-1 0 0,0-1 0 0 0,0 0-1 0 0,0 0 1 0 0,0 1 0 0 0,-1-1 0 0 0,1 0 0 0 0,0 0 0 0 0,-1 1-1 0 0,1-1 1 0 0,-1 0 0 0 0,1 1 0 0 0,-1-1 0 0 0,0 0 0 0 0,-1-1-1 0 0,-6-21 92 0 0,8 13-84 0 0,-2 1-1 0 0,0 0 1 0 0,0-1-1 0 0,-1 1 1 0 0,-6-15-1 0 0,5 13-1 0 0,0-1-1 0 0,0-1 0 0 0,-2-15 1 0 0,3-8 26 0 0,-3-1 1 0 0,-1 1 0 0 0,-1 0-1 0 0,-3 1 1 0 0,-20-51 0 0 0,9 37-39 0 0,-20-40-44 0 0,19 47 58 0 0,2-1 0 0 0,1-1 1 0 0,-24-90-1 0 0,31 81 6 0 0,3-1 0 0 0,-6-99 1 0 0,14 106-45 0 0,2-227-10 0 0,2 182 93 0 0,-3 60-60 0 0,2 0-1 0 0,2 0 1 0 0,9-48-1 0 0,-11 78 10 0 0,-1-1 0 0 0,1 1-1 0 0,-1-1 1 0 0,0 1 0 0 0,0-1 0 0 0,0 1 0 0 0,-1-1-1 0 0,1 1 1 0 0,-1 0 0 0 0,0-1 0 0 0,-1-3 0 0 0,-2-13-35 0 0,3 18 31 0 0,1 0 0 0 0,0-1 0 0 0,0 1-1 0 0,-1 0 1 0 0,0 0 0 0 0,1-1 0 0 0,-1 1-1 0 0,0 0 1 0 0,0 0 0 0 0,0 0 0 0 0,0 0-1 0 0,0 0 1 0 0,-1 0 0 0 0,1 1-1 0 0,0-1 1 0 0,-1 0 0 0 0,0 0 0 0 0,1 1-1 0 0,-4-2 1 0 0,2 1 4 0 0,0 1 1 0 0,-1 1-1 0 0,1-1 0 0 0,-1 0 0 0 0,1 1 1 0 0,0 0-1 0 0,-1-1 0 0 0,1 1 0 0 0,-1 1 1 0 0,1-1-1 0 0,-1 0 0 0 0,-6 3 0 0 0,-156 33-14 0 0,-22 5 99 0 0,95-25-86 0 0,-82 13-4 0 0,136-25 6 0 0,-1-1 0 0 0,-59-4 0 0 0,75-1-8 0 0,0-2-1 0 0,0 0 1 0 0,0-1 0 0 0,0-1 0 0 0,1-1 0 0 0,-24-11 0 0 0,36 9-32 0 0,3 3-308 0 0,8 6 279 0 0,0 0-1 0 0,0 0 1 0 0,0 0 0 0 0,0 0-1 0 0,-1 0 1 0 0,1 0-1 0 0,0 0 1 0 0,0 0-1 0 0,0 0 1 0 0,0 0 0 0 0,0 0-1 0 0,0 0 1 0 0,0 0-1 0 0,-1 0 1 0 0,1 0-1 0 0,0 0 1 0 0,0 0 0 0 0,0 1-1 0 0,0-1 1 0 0,0 0-1 0 0,0 0 1 0 0,0 0-1 0 0,0 0 1 0 0,0 0-1 0 0,0 0 1 0 0,0 0 0 0 0,0 1-1 0 0,-1-1 1 0 0,1 0-1 0 0,0 0 1 0 0,0 0-1 0 0,0 0 1 0 0,0 0 0 0 0,0 0-1 0 0,0 1 1 0 0,0-1-1 0 0,0 0 1 0 0,0 0-1 0 0,0 0 1 0 0,0 0 0 0 0,1 0-1 0 0,-1 0 1 0 0,0 1-1 0 0,0-1 1 0 0,0 0-1 0 0,0 0 1 0 0,0 0-1 0 0,0 0 1 0 0,0 0 0 0 0,0 0-1 0 0,0 0 1 0 0,0 1-1 0 0,0-1 1 0 0,0 0-1 0 0,1 0 1 0 0,-1 0 0 0 0,0 0-1 0 0,0 0 1 0 0,0 5-2223 0 0,-4 2-257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39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195 192 512 0 0,'-20'7'572'0'0,"0"-2"0"0"0,0 0 0 0 0,-38 3 1 0 0,9-2 1308 0 0,47-5-1777 0 0,1-1 0 0 0,-1 0 0 0 0,0 1-1 0 0,0-1 1 0 0,0 1 0 0 0,0 0 0 0 0,1 0 0 0 0,-1-1-1 0 0,0 1 1 0 0,-1 2 0 0 0,2-3-74 0 0,0 1 1 0 0,1 0-1 0 0,-1-1 0 0 0,1 1 1 0 0,-1 0-1 0 0,1 0 1 0 0,-1-1-1 0 0,1 1 0 0 0,0 0 1 0 0,0 0-1 0 0,-1 0 0 0 0,1 0 1 0 0,0-1-1 0 0,0 1 1 0 0,0 0-1 0 0,0 0 0 0 0,0 0 1 0 0,0 0-1 0 0,0 0 0 0 0,0 0 1 0 0,0-1-1 0 0,0 1 1 0 0,0 0-1 0 0,0 0 0 0 0,1 0 1 0 0,0 1-1 0 0,0 2 16 0 0,1 0 0 0 0,0-1 0 0 0,1 1 0 0 0,-1-1 0 0 0,1 0 0 0 0,-1 1 0 0 0,1-1 0 0 0,0 0-1 0 0,0-1 1 0 0,0 1 0 0 0,1 0 0 0 0,-1-1 0 0 0,1 0 0 0 0,-1 0 0 0 0,1 0 0 0 0,0 0 0 0 0,0 0 0 0 0,0-1 0 0 0,0 0 0 0 0,4 1 0 0 0,12 3 164 0 0,0-1 0 0 0,35 2-1 0 0,-53-6-196 0 0,268 2 1629 0 0,1-23-804 0 0,-90 6-551 0 0,160-15 270 0 0,150-9-88 0 0,308-24 861 0 0,-762 59-1289 0 0,272-38 744 0 0,-222 23-74 0 0,-453 70-868 0 0,-20-4 204 0 0,-412 38 37 0 0,475-57-146 0 0,-132 7 19 0 0,301-33 105 0 0,54-2-24 0 0,-177 24 1 0 0,257-21-26 0 0,11-2 19 0 0,29 0-14 0 0,368-24 117 0 0,-192 7-85 0 0,842-8 196 0 0,-908 27-182 0 0,622 36 208 0 0,-663-29-158 0 0,102 25 0 0 0,-175-29-46 0 0,-13-2-6 0 0,-11-2-27 0 0,-306-20-37 0 0,-1-21 77 0 0,119 14-57 0 0,-98-16 69 0 0,-329-26 66 0 0,26 72-109 0 0,503 7 29 0 0,83-10-77 0 0,-1 1 0 0 0,0 0 0 0 0,0 1 0 0 0,1 1 0 0 0,-18 9 0 0 0,28-14 5 0 0,0 0 0 0 0,1 1 0 0 0,-1-1 0 0 0,0 0 0 0 0,0 1 0 0 0,0-1 0 0 0,1 1 0 0 0,-1-1 0 0 0,0 1 0 0 0,1 0 0 0 0,-1-1 0 0 0,0 1 0 0 0,1-1 0 0 0,-1 1 0 0 0,1 0 0 0 0,-1 0 0 0 0,1-1 0 0 0,0 1 0 0 0,-1 0 0 0 0,1 0 0 0 0,0 0 0 0 0,-1-1 0 0 0,1 1 0 0 0,0 0 0 0 0,0 0 0 0 0,0 0 0 0 0,-1 0 0 0 0,1 1 0 0 0,1-1-2 0 0,0 0 0 0 0,-1 0 0 0 0,1 0-1 0 0,0 0 1 0 0,0 0 0 0 0,0 0 0 0 0,0 0-1 0 0,0 0 1 0 0,0 0 0 0 0,0 0 0 0 0,0 0-1 0 0,0-1 1 0 0,0 1 0 0 0,1-1 0 0 0,-1 1-1 0 0,1 0 1 0 0,9 3 31 0 0,0-1 0 0 0,0 0-1 0 0,11 2 1 0 0,30 3 82 0 0,85 1 1 0 0,55-12-6 0 0,-133 1-48 0 0,719-12 101 0 0,-1 32 149 0 0,-364 17-278 0 0,52 4 11 0 0,-347-35 38 0 0,99 7 50 0 0,-420-15 194 0 0,-318-41-215 0 0,266 16-101 0 0,-252-13 90 0 0,-2 0 118 0 0,-455-11-10 0 0,942 52-161 0 0,12 0-37 0 0,0 0 0 0 0,0 1-1 0 0,0 1 1 0 0,-1 0-1 0 0,-10 2 1 0 0,21-3-7 0 0,0 0 1 0 0,0 0-1 0 0,0 0 0 0 0,0 0 0 0 0,1 0 1 0 0,-1 0-1 0 0,0 0 0 0 0,0 1 0 0 0,0-1 1 0 0,0 0-1 0 0,0 0 0 0 0,1 0 0 0 0,-1 0 0 0 0,0 0 1 0 0,0 0-1 0 0,0 1 0 0 0,0-1 0 0 0,0 0 1 0 0,0 0-1 0 0,0 0 0 0 0,0 0 0 0 0,1 1 1 0 0,-1-1-1 0 0,0 0 0 0 0,0 0 0 0 0,0 0 1 0 0,0 0-1 0 0,0 1 0 0 0,0-1 0 0 0,0 0 1 0 0,0 0-1 0 0,0 0 0 0 0,0 1 0 0 0,0-1 1 0 0,0 0-1 0 0,0 0 0 0 0,0 0 0 0 0,-1 0 1 0 0,1 1-1 0 0,0-1 0 0 0,0 0 0 0 0,0 0 1 0 0,0 0-1 0 0,0 0 0 0 0,0 0 0 0 0,0 1 1 0 0,0-1-1 0 0,-1 0 0 0 0,1 0 0 0 0,0 0 1 0 0,0 0-1 0 0,0 0 0 0 0,0 0 0 0 0,0 1 1 0 0,-1-1-1 0 0,1 0 0 0 0,0 0 0 0 0,0 0 1 0 0,0 0-1 0 0,0 0 0 0 0,-1 0 0 0 0,1 0 1 0 0,0 0-1 0 0,16 6 32 0 0,15-2 7 0 0,0-2 0 0 0,34-1 0 0 0,-21-1 8 0 0,441-11 113 0 0,-309 3-114 0 0,1523-160 80 0 0,-1327 129-607 0 0,-371 39 479 0 0,9-1-215 0 0,-1 1-1 0 0,1 0 1 0 0,0 1 0 0 0,13 2 0 0 0,-22-3 126 0 0,0 0 1 0 0,0 1-1 0 0,0-1 1 0 0,1 0-1 0 0,-1 1 1 0 0,0-1-1 0 0,0 1 1 0 0,0-1-1 0 0,0 1 1 0 0,0 0-1 0 0,-1-1 1 0 0,1 1-1 0 0,0 0 1 0 0,0 0-1 0 0,0-1 0 0 0,-1 1 1 0 0,1 0-1 0 0,0 0 1 0 0,0 1-1 0 0,-1 0-56 0 0,1-1 1 0 0,-1 0-1 0 0,0 1 0 0 0,0-1 0 0 0,0 1 0 0 0,0-1 0 0 0,-1 0 0 0 0,1 1 1 0 0,0-1-1 0 0,0 0 0 0 0,-1 1 0 0 0,1-1 0 0 0,-1 0 0 0 0,1 0 0 0 0,-1 1 0 0 0,0-1 1 0 0,1 0-1 0 0,-1 0 0 0 0,0 0 0 0 0,-1 2 0 0 0,-9 11-1778 0 0,-1-1-1 0 0,-16 16 1 0 0,-9 3-1350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3:41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280 166 512 0 0,'-95'-23'-100'0'0,"50"13"1966"0"0,-54-19 0 0 0,91 26-1541 0 0,4 2-6 0 0,1 0 1 0 0,0 0 0 0 0,1-1-1 0 0,-1 1 1 0 0,0 0 0 0 0,0-1 0 0 0,1 0-1 0 0,-1 0 1 0 0,-4-4 0 0 0,12 8 125 0 0,0-1 1 0 0,0 0 0 0 0,0 0-1 0 0,0 0 1 0 0,0-1 0 0 0,9 0-1 0 0,9 1-101 0 0,37 4 46 0 0,83-4 0 0 0,64-16 149 0 0,-26 2-28 0 0,-130 11-402 0 0,778-32 1505 0 0,-43 37-822 0 0,336-21 122 0 0,-983 10-704 0 0,164 0 282 0 0,-297 9-473 0 0,0-1 0 0 0,1 1 0 0 0,-1 0 0 0 0,0 0 0 0 0,0 1 0 0 0,1 0 0 0 0,10 5 0 0 0,-17-7-15 0 0,0 0-1 0 0,0 0 0 0 0,0 0 0 0 0,-1 0 0 0 0,1 0 0 0 0,0 0 0 0 0,0 0 1 0 0,0 0-1 0 0,-1 0 0 0 0,1 0 0 0 0,0 0 0 0 0,0 0 0 0 0,0 0 1 0 0,-1 0-1 0 0,1 1 0 0 0,0-1 0 0 0,0 0 0 0 0,0 0 0 0 0,0 0 1 0 0,-1 0-1 0 0,1 0 0 0 0,0 1 0 0 0,0-1 0 0 0,0 0 0 0 0,0 0 1 0 0,0 0-1 0 0,0 0 0 0 0,0 1 0 0 0,-1-1 0 0 0,1 0 0 0 0,0 0 1 0 0,0 0-1 0 0,0 1 0 0 0,0-1 0 0 0,0 0 0 0 0,0 0 0 0 0,0 0 1 0 0,0 1-1 0 0,0-1 0 0 0,0 0 0 0 0,0 0 0 0 0,0 0 0 0 0,0 1 0 0 0,0-1 1 0 0,0 0-1 0 0,0 0 0 0 0,1 0 0 0 0,-1 1 0 0 0,0-1 0 0 0,0 0 1 0 0,0 0-1 0 0,0 0 0 0 0,0 1 0 0 0,0-1 0 0 0,0 0 0 0 0,1 0 1 0 0,-1 0-1 0 0,0 0 0 0 0,0 0 0 0 0,0 1 0 0 0,0-1 0 0 0,1 0 1 0 0,-1 0-1 0 0,0 0 0 0 0,0 0 0 0 0,-17 3 55 0 0,-92 6 88 0 0,-91 5-36 0 0,-342-15-51 0 0,-181-6-93 0 0,460 8-8 0 0,-470 35 129 0 0,232-5-92 0 0,163-11 59 0 0,234-10-101 0 0,-129 31 0 0 0,232-41 41 0 0,-20 6 17 0 0,20-6-7 0 0,1 1 0 0 0,-1-1-1 0 0,0 0 1 0 0,0 1 0 0 0,1-1 0 0 0,-1 0-1 0 0,0 1 1 0 0,1-1 0 0 0,-1 1-1 0 0,0-1 1 0 0,1 1 0 0 0,-1-1-1 0 0,1 1 1 0 0,-1-1 0 0 0,1 1-1 0 0,-1-1 1 0 0,1 1 0 0 0,-1 0-1 0 0,1-1 1 0 0,0 1 0 0 0,-1 0-1 0 0,1 0 1 0 0,-1 0 0 0 0,2 0-13 0 0,1 0 1 0 0,-1 0 0 0 0,0 0-1 0 0,0-1 1 0 0,0 1-1 0 0,0 0 1 0 0,1-1-1 0 0,-1 1 1 0 0,0-1 0 0 0,1 0-1 0 0,-1 1 1 0 0,0-1-1 0 0,1 0 1 0 0,-1 0-1 0 0,3 1 1 0 0,0-1-3 0 0,21 3 20 0 0,1-1-1 0 0,-1-1 0 0 0,0-2 1 0 0,35-4-1 0 0,-32 3-20 0 0,1301-48 141 0 0,-652 75-68 0 0,-368-11-125 0 0,41 16 119 0 0,-6-1 79 0 0,-225-26 74 0 0,-114-4-112 0 0,-6-1-35 0 0,-15-4-12 0 0,-26-7-21 0 0,-260-41-14 0 0,185 36-38 0 0,-830-70-1831 0 0,700 83-2481 0 0,-377 43 0 0 0,511-24 2205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44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9 132 512 0 0,'-4'-24'70'0'0,"2"10"-108"0"0,1 0 1 0 0,-1-19 0 0 0,3 28 459 0 0,-1 0 0 0 0,1 0 1 0 0,0 0-1 0 0,0 0 0 0 0,0 0 1 0 0,3-5-1 0 0,-4 9-359 0 0,0 1 0 0 0,0 0 0 0 0,0 0 0 0 0,0-1 0 0 0,0 1 0 0 0,0 0-1 0 0,0 0 1 0 0,0-1 0 0 0,0 1 0 0 0,0 0 0 0 0,1 0 0 0 0,-1-1 0 0 0,0 1 0 0 0,0 0 0 0 0,0 0 0 0 0,0 0 0 0 0,0-1-1 0 0,1 1 1 0 0,-1 0 0 0 0,0 0 0 0 0,0 0 0 0 0,0-1 0 0 0,0 1 0 0 0,1 0 0 0 0,-1 0 0 0 0,0 0 0 0 0,0 0 0 0 0,1 0-1 0 0,-1 0 1 0 0,0-1 0 0 0,0 1 0 0 0,1 0 0 0 0,-1 0 0 0 0,0 0 0 0 0,0 0 0 0 0,1 0 0 0 0,-1 0 0 0 0,0 0 0 0 0,0 0-1 0 0,1 0 1 0 0,-1 0 0 0 0,0 0 0 0 0,0 0 0 0 0,1 1 0 0 0,6 12 1706 0 0,0 21-113 0 0,-7-34-1643 0 0,9 49 1581 0 0,2 1-1 0 0,31 83 0 0 0,-35-113-1224 0 0,0-4-260 0 0,-1 0 0 0 0,0 0 0 0 0,-1 1 0 0 0,-1 0 0 0 0,-1 0 0 0 0,2 23 0 0 0,-12-17-911 0 0,4-20-1155 0 0,5-18-407 0 0,-2 10 1697 0 0,1-1 0 0 0,-1 0 1 0 0,0 1-1 0 0,-1-1 0 0 0,1 0 0 0 0,-1 1 1 0 0,0-1-1 0 0,-1 0 0 0 0,-2-6 1 0 0,0-4-933 0 0,0-1 285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44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0 143 208 0 0,'2'-11'409'0'0,"0"1"-1"0"0,0 0 1 0 0,1 0-1 0 0,1 0 1 0 0,-1 1-1 0 0,8-14 1 0 0,-8 19-183 0 0,0 0 1 0 0,0-1-1 0 0,0 1 1 0 0,0 1-1 0 0,1-1 1 0 0,-1 0-1 0 0,1 1 1 0 0,0 0-1 0 0,0 0 1 0 0,1 0-1 0 0,-1 0 1 0 0,0 1-1 0 0,1-1 1 0 0,9-2-1 0 0,-8 3-20 0 0,-1 1-1 0 0,1 0 0 0 0,0 0 1 0 0,0 0-1 0 0,0 0 0 0 0,0 1 0 0 0,0 0 1 0 0,0 1-1 0 0,-1-1 0 0 0,1 1 1 0 0,0 0-1 0 0,0 0 0 0 0,0 1 1 0 0,6 2-1 0 0,-9-2-123 0 0,1-1 0 0 0,-1 1 1 0 0,1 0-1 0 0,-1 0 0 0 0,0 0 0 0 0,0 1 1 0 0,0-1-1 0 0,0 1 0 0 0,-1-1 0 0 0,1 1 0 0 0,-1 0 1 0 0,1 0-1 0 0,-1 0 0 0 0,0 0 0 0 0,0 0 1 0 0,-1 1-1 0 0,1-1 0 0 0,0 1 0 0 0,-1-1 1 0 0,0 1-1 0 0,0 0 0 0 0,0-1 0 0 0,0 5 0 0 0,-1 0 94 0 0,0-1 0 0 0,-1 1 1 0 0,0 0-1 0 0,0-1 0 0 0,0 1 0 0 0,-1-1 0 0 0,-1 0 0 0 0,1 0 0 0 0,-1 1 0 0 0,0-1 0 0 0,0-1 0 0 0,-1 1 0 0 0,-8 10 0 0 0,4-5-6 0 0,0-1 0 0 0,-2 0 1 0 0,1-1-1 0 0,-2 0 1 0 0,1 0-1 0 0,-19 12 0 0 0,22-17-173 0 0,-1 1-5 0 0,0-1-1 0 0,0 0 1 0 0,0 0 0 0 0,0-1 0 0 0,-1 0-1 0 0,-13 4 1 0 0,21-8-59 0 0,1 0 1 0 0,-1 0 0 0 0,1 0-1 0 0,-1 1 1 0 0,0-1-1 0 0,1 0 1 0 0,-1 0-1 0 0,1-1 1 0 0,-1 1 0 0 0,0 0-1 0 0,1 0 1 0 0,-1 0-1 0 0,1 0 1 0 0,-1 0-1 0 0,0-1 1 0 0,1 1 0 0 0,-1 0-1 0 0,1-1 1 0 0,-1 1-1 0 0,1 0 1 0 0,-1-1-1 0 0,1 1 1 0 0,-1-1 0 0 0,1 1-1 0 0,0 0 1 0 0,-1-1-1 0 0,1 1 1 0 0,-1-1-1 0 0,1 1 1 0 0,0-1 0 0 0,0 0-1 0 0,-1 1 1 0 0,1-1-1 0 0,0 1 1 0 0,-1-2-1 0 0,1 1-150 0 0,0 1-1 0 0,0-1 0 0 0,0 0 0 0 0,0 0 0 0 0,1 1 0 0 0,-1-1 0 0 0,0 0 0 0 0,0 0 0 0 0,0 1 0 0 0,0-1 1 0 0,1 0-1 0 0,-1 1 0 0 0,0-1 0 0 0,1 0 0 0 0,-1 1 0 0 0,1-1 0 0 0,-1 0 0 0 0,1 1 0 0 0,0-2 0 0 0,5-2-1040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0:21:44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1 520 0 0,'-4'0'493'0'0,"-1"1"-1"0"0,1 0 0 0 0,-1 0 1 0 0,1 0-1 0 0,0 1 1 0 0,0 0-1 0 0,-1 0 1 0 0,1 0-1 0 0,0 0 1 0 0,1 0-1 0 0,-1 1 0 0 0,0 0 1 0 0,1 0-1 0 0,-1 0 1 0 0,1 0-1 0 0,0 0 1 0 0,0 1-1 0 0,-4 6 1 0 0,-6 7 420 0 0,2 1 1 0 0,-14 29-1 0 0,24-46-891 0 0,-7 17 302 0 0,1 0 1 0 0,0 0-1 0 0,1 1 0 0 0,1 0 1 0 0,1 0-1 0 0,1 0 1 0 0,-2 32-1 0 0,5-43-237 0 0,0-1 1 0 0,0 0-1 0 0,1 1 1 0 0,0-1-1 0 0,1 1 1 0 0,-1-1-1 0 0,1 0 1 0 0,1 0-1 0 0,0 0 1 0 0,0 0-1 0 0,0 0 1 0 0,1-1-1 0 0,-1 1 1 0 0,2-1-1 0 0,-1 0 1 0 0,1 0-1 0 0,6 6 1 0 0,0-4 68 0 0,0 0 0 0 0,1-1 0 0 0,19 9 0 0 0,-26-14-145 0 0,-1 0 1 0 0,1 0-1 0 0,0-1 0 0 0,0 0 1 0 0,0 0-1 0 0,0 0 1 0 0,0 0-1 0 0,1-1 0 0 0,-1 0 1 0 0,0 0-1 0 0,0 0 1 0 0,10-3-1 0 0,41-22-1116 0 0,-49 22-446 0 0,-1 0 1 0 0,0 0 0 0 0,1 0 0 0 0,5-5 0 0 0,-7 2-798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10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35 193 512 0 0,'-7'-35'1269'0'0,"-12"-15"6239"0"0,18 51-7435 0 0,1-1 0 0 0,0 0 0 0 0,-1 0 0 0 0,1 0 0 0 0,0 0 0 0 0,0 0 0 0 0,-1 1 0 0 0,1-1 0 0 0,0 0 0 0 0,0 0 0 0 0,-1 0 0 0 0,1 1 0 0 0,0-1 0 0 0,0 0 0 0 0,0 0 0 0 0,-1 1 0 0 0,1-1 0 0 0,0 0 0 0 0,0 0 0 0 0,0 1 0 0 0,0-1 0 0 0,0 0 0 0 0,0 1 0 0 0,0-1 0 0 0,-1 0 0 0 0,1 0 0 0 0,0 1 0 0 0,0-1 0 0 0,0 0 0 0 0,0 1 0 0 0,0-1 0 0 0,0 0 0 0 0,1 1 0 0 0,-5 16 335 0 0,14 186 1676 0 0,-4-125-1534 0 0,-5-69-510 0 0,4 45 664 0 0,1-20-291 0 0,-6-34-404 0 0,0 0 0 0 0,0 0 0 0 0,0-1 0 0 0,0 1 1 0 0,0 0-1 0 0,0 0 0 0 0,0-1 0 0 0,0 1 0 0 0,0 0 0 0 0,0 0 0 0 0,0-1 0 0 0,0 1 0 0 0,0 0 0 0 0,1 0 0 0 0,-1 0 1 0 0,0-1-1 0 0,0 1 0 0 0,0 0 0 0 0,0 0 0 0 0,0 0 0 0 0,1 0 0 0 0,-1-1 0 0 0,0 1 0 0 0,0 0 0 0 0,0 0 0 0 0,1 0 1 0 0,-1 0-1 0 0,0 0 0 0 0,0 0 0 0 0,0-1 0 0 0,1 1 0 0 0,-1 0 0 0 0,0 0 0 0 0,0 0 0 0 0,1 0 0 0 0,-1 0 1 0 0,0 0-1 0 0,0 0 0 0 0,1 0 0 0 0,-1 0 0 0 0,0 0 0 0 0,0 0 0 0 0,0 0 0 0 0,1 0 0 0 0,-1 0 0 0 0,0 0 0 0 0,0 1 1 0 0,1-1-1 0 0,-1 0 0 0 0,0 0 0 0 0,0 0 0 0 0,0 0 0 0 0,1 0 0 0 0,-1 0 0 0 0,0 1 0 0 0,0-1 0 0 0,0 0 0 0 0,0 0 1 0 0,1 0-1 0 0,-1 0 0 0 0,0 1 0 0 0,0-1 0 0 0,0 0 0 0 0,0 0 0 0 0,0 1 0 0 0,-3-48 146 0 0,3 0 1 0 0,1-1-1 0 0,2 1 0 0 0,10-47 0 0 0,-12 88-122 0 0,-1 3-27 0 0,0-1-1 0 0,1 1 1 0 0,0 0-1 0 0,-1-1 1 0 0,1 1 0 0 0,0 0-1 0 0,1 0 1 0 0,-1 0-1 0 0,1 0 1 0 0,-1 0-1 0 0,1 0 1 0 0,0 0 0 0 0,4-4-1 0 0,-6 7-4 0 0,1 0 0 0 0,-1 0 0 0 0,1 0 0 0 0,-1 0 0 0 0,1 0 0 0 0,-1 0 0 0 0,1 0 0 0 0,-1 0 0 0 0,1 1 0 0 0,-1-1 0 0 0,1 0 0 0 0,-1 0-1 0 0,1 1 1 0 0,-1-1 0 0 0,0 0 0 0 0,1 0 0 0 0,-1 1 0 0 0,1-1 0 0 0,-1 1 0 0 0,0-1 0 0 0,1 0 0 0 0,-1 1 0 0 0,0-1 0 0 0,0 1 0 0 0,1-1 0 0 0,-1 1 0 0 0,0-1 0 0 0,0 0 0 0 0,0 1 0 0 0,1-1 0 0 0,-1 1 0 0 0,0 0 0 0 0,8 22 14 0 0,-7-20-5 0 0,20 76-32 0 0,-17-59 47 0 0,0 0 1 0 0,2 0-1 0 0,1-1 0 0 0,0 0 0 0 0,11 19 1 0 0,-18-36-25 0 0,1-1 1 0 0,0 1-1 0 0,0-1 1 0 0,0 1 0 0 0,0-1-1 0 0,0 0 1 0 0,0 1-1 0 0,0-1 1 0 0,0 0-1 0 0,0 0 1 0 0,1 0-1 0 0,-1 0 1 0 0,1 0 0 0 0,-1 0-1 0 0,0 0 1 0 0,1-1-1 0 0,-1 1 1 0 0,1 0-1 0 0,0-1 1 0 0,-1 1 0 0 0,1-1-1 0 0,0 0 1 0 0,-1 1-1 0 0,1-1 1 0 0,-1 0-1 0 0,1 0 1 0 0,0 0-1 0 0,0 0 1 0 0,-1 0 0 0 0,1-1-1 0 0,-1 1 1 0 0,1 0-1 0 0,0-1 1 0 0,-1 0-1 0 0,1 1 1 0 0,-1-1-1 0 0,1 0 1 0 0,-1 1 0 0 0,1-1-1 0 0,-1 0 1 0 0,1 0-1 0 0,-1 0 1 0 0,0 0-1 0 0,2-2 1 0 0,4-4 20 0 0,0 1 0 0 0,-1-1-1 0 0,1 0 1 0 0,-1-1 0 0 0,-1 0 0 0 0,7-11-1 0 0,-3 2 2 0 0,-1 0 0 0 0,0-1 0 0 0,-2 0 0 0 0,0 0-1 0 0,-1-1 1 0 0,-1 0 0 0 0,0 0 0 0 0,-2 0-1 0 0,0 0 1 0 0,-1 0 0 0 0,-1-1 0 0 0,-1 1-1 0 0,-6-36 1 0 0,7 52-23 0 0,-1 1-1 0 0,0-1 0 0 0,0 1 0 0 0,0-1 1 0 0,0 1-1 0 0,0 0 0 0 0,-1 0 1 0 0,1 0-1 0 0,-1 0 0 0 0,1 0 1 0 0,-4-4-1 0 0,4 6 0 0 0,1 0 1 0 0,-1-1 0 0 0,1 1-1 0 0,0 0 1 0 0,-1 0 0 0 0,1-1-1 0 0,-1 1 1 0 0,1 0 0 0 0,0 0-1 0 0,-1 0 1 0 0,1 0 0 0 0,-1 0-1 0 0,1-1 1 0 0,-1 1-1 0 0,1 0 1 0 0,-1 0 0 0 0,1 0-1 0 0,0 0 1 0 0,-1 0 0 0 0,1 0-1 0 0,-1 1 1 0 0,1-1 0 0 0,-1 0-1 0 0,1 0 1 0 0,-1 0 0 0 0,0 1 0 0 0,0 0 1 0 0,1-1-1 0 0,-1 1 1 0 0,0 0 0 0 0,1 0-1 0 0,-1-1 1 0 0,0 1 0 0 0,1 0-1 0 0,-1 0 1 0 0,1 0 0 0 0,-1 0-1 0 0,1 0 1 0 0,0 0 0 0 0,-1 0-1 0 0,1 0 1 0 0,0 1 0 0 0,-5 23 38 0 0,2 1 0 0 0,0-1 0 0 0,2 0 0 0 0,1 1 0 0 0,1-1 0 0 0,1 0 0 0 0,1 1 0 0 0,1-1 0 0 0,9 28 0 0 0,-12-49-42 0 0,1 1 1 0 0,0-1-1 0 0,-1 0 0 0 0,1 0 0 0 0,1 0 0 0 0,-1 0 1 0 0,0-1-1 0 0,1 1 0 0 0,0 0 0 0 0,6 5 0 0 0,-8-8-47 0 0,0 0 0 0 0,0 0 0 0 0,1-1 0 0 0,-1 1 0 0 0,0 0 0 0 0,1-1-1 0 0,-1 1 1 0 0,1 0 0 0 0,-1-1 0 0 0,1 0 0 0 0,-1 1 0 0 0,1-1 0 0 0,-1 0 0 0 0,1 0-1 0 0,-1 0 1 0 0,1 0 0 0 0,0 0 0 0 0,-1 0 0 0 0,1 0 0 0 0,-1 0 0 0 0,1-1-1 0 0,-1 1 1 0 0,1-1 0 0 0,-1 1 0 0 0,1-1 0 0 0,-1 1 0 0 0,0-1 0 0 0,1 0-1 0 0,-1 0 1 0 0,0 0 0 0 0,0 0 0 0 0,1 0 0 0 0,-1 0 0 0 0,2-2 0 0 0,24-25-4093 0 0,0-1 1 0 0,42-61 0 0 0,-59 74 3543 0 0,0 0 0 0 0,-2 0 0 0 0,0-1 0 0 0,-1 0-1 0 0,10-33 1 0 0,-13 34 1632 0 0,-1 0 0 0 0,-1 0-1 0 0,1-30 1 0 0,-2 46-919 0 0,-1-1 0 0 0,0 1 0 0 0,0-1 0 0 0,0 1 1 0 0,0-1-1 0 0,0 1 0 0 0,0-1 0 0 0,0 1 0 0 0,0-1 0 0 0,0 1 0 0 0,0-1 0 0 0,0 1 0 0 0,-1-1 1 0 0,1 1-1 0 0,0-1 0 0 0,0 1 0 0 0,0-1 0 0 0,-1 1 0 0 0,1 0 0 0 0,0-1 0 0 0,0 1 0 0 0,-1-1 0 0 0,0 1 1 0 0,-5 6 1736 0 0,-6 20-201 0 0,5 3-1054 0 0,1 1 0 0 0,2 0 0 0 0,0 0 0 0 0,2 0 0 0 0,2 1 0 0 0,1-1 0 0 0,7 51 0 0 0,-7-79-525 0 0,-1 0 0 0 0,1 1 0 0 0,0-1 1 0 0,-1 0-1 0 0,1 1 0 0 0,0-1 0 0 0,1 0 0 0 0,-1 0 1 0 0,2 3-1 0 0,-2-5-57 0 0,-1 1 0 0 0,0-1 0 0 0,1 0 0 0 0,-1 1 0 0 0,0-1-1 0 0,1 0 1 0 0,-1 0 0 0 0,0 0 0 0 0,1 1 0 0 0,-1-1 0 0 0,0 0 0 0 0,1 0 0 0 0,-1 0 0 0 0,1 0 0 0 0,-1 0 0 0 0,0 0 0 0 0,1 0 0 0 0,-1 0-1 0 0,1 0 1 0 0,-1 0 0 0 0,0 0 0 0 0,1 0 0 0 0,0 0 0 0 0,10-10 111 0 0,-7 1-80 0 0,-1 0 1 0 0,1-1 0 0 0,-1 0-1 0 0,-1 1 1 0 0,0-1 0 0 0,0 0-1 0 0,-1 0 1 0 0,0-12 0 0 0,1 0 87 0 0,1-50-26 0 0,-2 44-14 0 0,5-43-1 0 0,-6 70-91 0 0,0 1 1 0 0,0 0-1 0 0,0 0 1 0 0,0-1-1 0 0,0 1 1 0 0,0 0-1 0 0,0-1 1 0 0,0 1 0 0 0,1 0-1 0 0,-1-1 1 0 0,0 1-1 0 0,0 0 1 0 0,0-1-1 0 0,0 1 1 0 0,0 0-1 0 0,0 0 1 0 0,1-1-1 0 0,-1 1 1 0 0,0 0-1 0 0,0 0 1 0 0,0-1-1 0 0,1 1 1 0 0,-1 0-1 0 0,0 0 1 0 0,0-1-1 0 0,0 1 1 0 0,1 0-1 0 0,-1 0 1 0 0,0 0-1 0 0,1 0 1 0 0,-1-1 0 0 0,0 1-1 0 0,0 0 1 0 0,1 0-1 0 0,-1 0 1 0 0,0 0-1 0 0,1 0 1 0 0,0 0-1 0 0,9 9 137 0 0,5 19 126 0 0,0 10-66 0 0,-2 0-1 0 0,-2 1 0 0 0,-2 1 1 0 0,-1 0-1 0 0,-2 0 1 0 0,-2 1-1 0 0,-2-1 0 0 0,-3 54 1 0 0,0-77-109 0 0,-1 0 1 0 0,-1 0-1 0 0,0 0 1 0 0,-10 28-1 0 0,12-39-84 0 0,-1-1 0 0 0,0 0-1 0 0,0 0 1 0 0,0 0 0 0 0,-1-1 0 0 0,0 1-1 0 0,0 0 1 0 0,0-1 0 0 0,0 0-1 0 0,-1 0 1 0 0,0 0 0 0 0,0 0 0 0 0,0 0-1 0 0,0-1 1 0 0,0 0 0 0 0,-1 0 0 0 0,0 0-1 0 0,-9 4 1 0 0,12-6-20 0 0,0 0 0 0 0,0-1 0 0 0,0 1 0 0 0,0-1 0 0 0,0 0 0 0 0,0 0 0 0 0,1 1 0 0 0,-1-1 0 0 0,0 0 0 0 0,0-1 0 0 0,0 1 0 0 0,0 0 0 0 0,0-1 0 0 0,0 1 0 0 0,0-1 0 0 0,0 1 0 0 0,0-1-1 0 0,1 0 1 0 0,-5-2 0 0 0,4 2-93 0 0,0-1 0 0 0,0 0 0 0 0,0 0 0 0 0,1-1-1 0 0,-1 1 1 0 0,0 0 0 0 0,1 0 0 0 0,-1-1 0 0 0,1 1 0 0 0,0-1-1 0 0,0 1 1 0 0,-1-5 0 0 0,-1-2-846 0 0,1 0 0 0 0,1-1 0 0 0,0 1 0 0 0,0 0 0 0 0,1 0 0 0 0,0-1 0 0 0,1-10 0 0 0,2 4-1481 0 0,0-1-161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10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77 201 8 0 0,'12'-17'171'0'0,"-11"13"518"0"0,1 1-1 0 0,-1 0 1 0 0,1-1 0 0 0,-1 0 0 0 0,0 1-1 0 0,1-6 1 0 0,-2 8-419 0 0,0-1-1 0 0,0 1 0 0 0,0-1 1 0 0,0 1-1 0 0,0-1 0 0 0,0 1 1 0 0,0-1-1 0 0,0 1 0 0 0,-1-1 1 0 0,1 1-1 0 0,-1-1 0 0 0,1 1 1 0 0,-1-1-1 0 0,0 1 0 0 0,1-1 1 0 0,-1 1-1 0 0,0 0 0 0 0,0 0 1 0 0,0-1-1 0 0,0 1 0 0 0,0 0 1 0 0,0 0-1 0 0,0 0 0 0 0,0 0 1 0 0,-1 0-1 0 0,1 0 0 0 0,0 0 1 0 0,-1 1-1 0 0,1-1 0 0 0,0 0 1 0 0,-2 0-1 0 0,1 0-222 0 0,1 1-1 0 0,-1-1 1 0 0,0 0 0 0 0,1 1 0 0 0,-1-1-1 0 0,0 1 1 0 0,0-1 0 0 0,1 1 0 0 0,-1 0 0 0 0,0-1-1 0 0,0 1 1 0 0,0 0 0 0 0,1 0 0 0 0,-1 1-1 0 0,0-1 1 0 0,0 0 0 0 0,1 1 0 0 0,-1-1-1 0 0,0 1 1 0 0,0-1 0 0 0,1 1 0 0 0,-1 0-1 0 0,1-1 1 0 0,-1 1 0 0 0,0 0 0 0 0,1 0-1 0 0,0 0 1 0 0,-1 1 0 0 0,1-1 0 0 0,0 0 0 0 0,-1 0-1 0 0,1 1 1 0 0,0-1 0 0 0,0 1 0 0 0,0-1-1 0 0,0 1 1 0 0,0-1 0 0 0,1 1 0 0 0,-1 0-1 0 0,0-1 1 0 0,1 1 0 0 0,-1 0 0 0 0,1 0-1 0 0,0-1 1 0 0,-1 1 0 0 0,1 3 0 0 0,-5 28 307 0 0,-1 48 0 0 0,6-68-222 0 0,0 1 0 0 0,1-1 0 0 0,1 0 0 0 0,0 1 0 0 0,1-1 0 0 0,6 18 0 0 0,-8-30-113 0 0,-1 1 1 0 0,0-1-1 0 0,1 0 1 0 0,-1 0-1 0 0,0 0 0 0 0,1 0 1 0 0,0 0-1 0 0,-1 0 0 0 0,1 0 1 0 0,-1 0-1 0 0,1 0 1 0 0,0 0-1 0 0,0 0 0 0 0,0 0 1 0 0,0-1-1 0 0,-1 1 1 0 0,1 0-1 0 0,0-1 0 0 0,0 1 1 0 0,0 0-1 0 0,2 0 0 0 0,-2-1-4 0 0,0 0-1 0 0,0 0 1 0 0,0 0-1 0 0,0-1 0 0 0,0 1 1 0 0,0 0-1 0 0,0-1 0 0 0,0 1 1 0 0,-1 0-1 0 0,1-1 0 0 0,0 1 1 0 0,0-1-1 0 0,0 1 1 0 0,-1-1-1 0 0,1 1 0 0 0,0-1 1 0 0,-1 0-1 0 0,1 1 0 0 0,-1-1 1 0 0,2-1-1 0 0,2-4 35 0 0,-1 0 0 0 0,1 0-1 0 0,-1 0 1 0 0,0 0 0 0 0,-1 0 0 0 0,2-7 0 0 0,5-24 54 0 0,4-64 0 0 0,-7 53-7 0 0,10 113 390 0 0,-9-18-299 0 0,6 31 14 0 0,-11-69-198 0 0,0-1-1 0 0,1 0 1 0 0,0 0 0 0 0,0 0-1 0 0,1 0 1 0 0,8 13 0 0 0,-11-20-15 0 0,-1-1 0 0 0,1 1 1 0 0,-1 0-1 0 0,1-1 0 0 0,-1 1 1 0 0,1 0-1 0 0,-1-1 0 0 0,1 1 1 0 0,0-1-1 0 0,-1 1 0 0 0,1-1 1 0 0,0 1-1 0 0,-1-1 1 0 0,1 1-1 0 0,0-1 0 0 0,0 0 1 0 0,0 1-1 0 0,-1-1 0 0 0,1 0 1 0 0,0 0-1 0 0,0 0 0 0 0,0 1 1 0 0,0-1-1 0 0,-1 0 0 0 0,1 0 1 0 0,0 0-1 0 0,0 0 1 0 0,1-1-1 0 0,-1 1-74 0 0,1-1 1 0 0,0 0 0 0 0,-1 0-1 0 0,1 0 1 0 0,-1 0-1 0 0,1 0 1 0 0,-1 0-1 0 0,0-1 1 0 0,0 1 0 0 0,1 0-1 0 0,-1-1 1 0 0,1-2-1 0 0,3-4-754 0 0,0 1-1 0 0,-1-1 1 0 0,-1-1-1 0 0,4-10 1 0 0,0-7-1712 0 0,-1-1 0 0 0,-1 1 0 0 0,0-29-1 0 0,0-83-552 0 0,-5 86 2971 0 0,0 23-25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10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1 110 256 0 0,'0'-18'420'0'0,"2"-30"309"0"0,-2 44-344 0 0,1 0 1 0 0,-1 1-1 0 0,1-1 0 0 0,0 1 1 0 0,0-1-1 0 0,0 1 0 0 0,1-1 1 0 0,-1 1-1 0 0,4-6 0 0 0,-4 9-309 0 0,-1 0-1 0 0,0-1 1 0 0,0 1-1 0 0,0 0 0 0 0,0 0 1 0 0,1 0-1 0 0,-1-1 1 0 0,0 1-1 0 0,0 0 0 0 0,0 0 1 0 0,1 0-1 0 0,-1 0 0 0 0,0 0 1 0 0,0 0-1 0 0,1 0 1 0 0,-1 0-1 0 0,0-1 0 0 0,0 1 1 0 0,1 0-1 0 0,-1 0 0 0 0,0 0 1 0 0,0 0-1 0 0,1 0 1 0 0,-1 0-1 0 0,0 0 0 0 0,1 0 1 0 0,-1 1-1 0 0,0-1 1 0 0,0 0-1 0 0,1 0 0 0 0,-1 0 1 0 0,0 0-1 0 0,0 0 0 0 0,0 0 1 0 0,1 0-1 0 0,-1 1 1 0 0,0-1-1 0 0,0 0 0 0 0,1 0 1 0 0,-1 0-1 0 0,0 0 0 0 0,0 1 1 0 0,0-1-1 0 0,0 0 1 0 0,0 0-1 0 0,1 0 0 0 0,-1 1 1 0 0,0-1-1 0 0,0 0 1 0 0,0 0-1 0 0,0 1 0 0 0,0-1 1 0 0,7 17 1263 0 0,-6-15-998 0 0,11 42 1214 0 0,-1 0-1 0 0,-2 0 0 0 0,4 65 0 0 0,-4-27-943 0 0,-6-57-428 0 0,-1-5-180 0 0,1-1 0 0 0,0 1 0 0 0,1-1 1 0 0,1 0-1 0 0,13 29 0 0 0,-15-45-1140 0 0,-3-10-561 0 0,-5-12-2407 0 0,-4 7-275 0 0,5 6 1873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11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0 255 8 0 0,'0'-1'294'0'0,"0"1"0"0"0,0-1 1 0 0,0 1-1 0 0,1-1 0 0 0,-1 1 0 0 0,0-1 0 0 0,0 0 1 0 0,0 1-1 0 0,1-1 0 0 0,-1 1 0 0 0,0-1 0 0 0,0 1 1 0 0,1-1-1 0 0,-1 1 0 0 0,0-1 0 0 0,1 1 0 0 0,-1 0 1 0 0,1-1-1 0 0,-1 1 0 0 0,1-1 0 0 0,-1 1 0 0 0,1 0 1 0 0,-1-1-1 0 0,1 1 0 0 0,-1 0 0 0 0,1 0 0 0 0,-1-1 1 0 0,2 1-1 0 0,16-10 2350 0 0,-9 5-2134 0 0,-1 1 0 0 0,0-1 0 0 0,0-1 0 0 0,-1 0 0 0 0,1 0 1 0 0,-1 0-1 0 0,9-12 0 0 0,3-5 153 0 0,16-27 1 0 0,-23 31-397 0 0,1 1-1 0 0,0 1 1 0 0,21-21-1 0 0,-34 37-255 0 0,1 0-1 0 0,0 0 0 0 0,0 1 0 0 0,0-1 0 0 0,0 0 0 0 0,0 0 0 0 0,0 1 1 0 0,0-1-1 0 0,0 0 0 0 0,0 1 0 0 0,0-1 0 0 0,0 1 0 0 0,1-1 0 0 0,-1 1 1 0 0,0 0-1 0 0,0 0 0 0 0,0-1 0 0 0,1 1 0 0 0,-1 0 0 0 0,0 0 1 0 0,0 0-1 0 0,1 0 0 0 0,-1 0 0 0 0,0 1 0 0 0,0-1 0 0 0,0 0 0 0 0,1 0 1 0 0,-1 1-1 0 0,0-1 0 0 0,0 1 0 0 0,0-1 0 0 0,0 1 0 0 0,0 0 0 0 0,0-1 1 0 0,0 1-1 0 0,0 0 0 0 0,0 0 0 0 0,0-1 0 0 0,0 1 0 0 0,0 0 0 0 0,-1 0 1 0 0,1 0-1 0 0,0 0 0 0 0,0 2 0 0 0,5 6 73 0 0,-1 0-1 0 0,-1 0 1 0 0,0 1 0 0 0,5 13 0 0 0,-6-13-17 0 0,27 82 301 0 0,16 42-46 0 0,-45-132-347 0 0,0 0 0 0 0,0 1 0 0 0,0-1 0 0 0,0 0 0 0 0,0 0 0 0 0,0 0 0 0 0,1 0 1 0 0,-1 0-1 0 0,1 0 0 0 0,0 0 0 0 0,2 2 0 0 0,-3-4-3 0 0,-1 1-1 0 0,0-1 1 0 0,1 0-1 0 0,-1 0 1 0 0,1 0-1 0 0,-1 0 1 0 0,0 0-1 0 0,1 0 1 0 0,-1 0-1 0 0,0 0 1 0 0,1 0-1 0 0,-1 0 1 0 0,0 0 0 0 0,1 0-1 0 0,-1 0 1 0 0,1 0-1 0 0,-1 0 1 0 0,0 0-1 0 0,1 0 1 0 0,-1 0-1 0 0,0-1 1 0 0,1 1-1 0 0,-1 0 1 0 0,0 0 0 0 0,1 0-1 0 0,-1-1 1 0 0,11-16-1394 0 0,-8 4-312 0 0,0 0-1 0 0,0 0 1 0 0,-1 0-1 0 0,-1-1 1 0 0,0 1-1 0 0,-2-20 1 0 0,1 20 602 0 0,0-2 317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11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71 8 0 0,'-1'-8'138'0'0,"0"1"133"0"0,0 0-1 0 0,0-1 1 0 0,1 1 0 0 0,0-1 0 0 0,2-13 0 0 0,-3 21-180 0 0,1 0 0 0 0,0 0 0 0 0,0 0 0 0 0,0-1 0 0 0,0 1 1 0 0,0 0-1 0 0,0 0 0 0 0,0 0 0 0 0,0 0 0 0 0,1-1 0 0 0,-1 1 0 0 0,0 0 0 0 0,0 0 0 0 0,0 0 0 0 0,0 0 0 0 0,0-1 0 0 0,0 1 0 0 0,0 0 1 0 0,0 0-1 0 0,0 0 0 0 0,0 0 0 0 0,0 0 0 0 0,1 0 0 0 0,-1-1 0 0 0,0 1 0 0 0,0 0 0 0 0,0 0 0 0 0,0 0 0 0 0,0 0 0 0 0,1 0 1 0 0,-1 0-1 0 0,0 0 0 0 0,0 0 0 0 0,0 0 0 0 0,0 0 0 0 0,0 0 0 0 0,1 0 0 0 0,-1 0 0 0 0,0 0 0 0 0,0 0 0 0 0,0 0 0 0 0,0 0 1 0 0,1 0-1 0 0,-1 0 0 0 0,0 0 0 0 0,0 0 0 0 0,0 0 0 0 0,1 0 0 0 0,5 8 1790 0 0,5 17-553 0 0,-10-24-954 0 0,9 24 792 0 0,18 45 1050 0 0,53 94 0 0 0,-79-162-2199 0 0,-1 0-1 0 0,0 1 1 0 0,1-2-1 0 0,-1 1 1 0 0,1 0-1 0 0,0 0 1 0 0,-1 0-1 0 0,1-1 1 0 0,4 3-1 0 0,-6-3-11 0 0,1-1 1 0 0,-1 0-1 0 0,1 0 0 0 0,0 0 1 0 0,-1 0-1 0 0,1 0 0 0 0,-1 0 1 0 0,1 0-1 0 0,-1 0 0 0 0,1 0 0 0 0,0 0 1 0 0,-1 0-1 0 0,1 0 0 0 0,-1 0 1 0 0,1 0-1 0 0,-1-1 0 0 0,1 1 1 0 0,-1 0-1 0 0,1 0 0 0 0,-1-1 1 0 0,1 1-1 0 0,-1 0 0 0 0,1-1 1 0 0,-1 1-1 0 0,1 0 0 0 0,-1-1 1 0 0,1 1-1 0 0,-1-1 0 0 0,0 1 1 0 0,1-1-1 0 0,-1 1 0 0 0,0-1 1 0 0,0 1-1 0 0,1-1 0 0 0,-1 1 1 0 0,0-1-1 0 0,0 1 0 0 0,0-1 0 0 0,1 1 1 0 0,-1-1-1 0 0,0 1 0 0 0,0-1 1 0 0,0 0-1 0 0,0 0 0 0 0,11-75-171 0 0,-11 74 160 0 0,1 0-1 0 0,0 0 1 0 0,0 0 0 0 0,0 0 0 0 0,0 1 0 0 0,0-1 0 0 0,0 0 0 0 0,0 0 0 0 0,0 1-1 0 0,1-1 1 0 0,-1 1 0 0 0,1-1 0 0 0,-1 1 0 0 0,1-1 0 0 0,0 1 0 0 0,-1 0-1 0 0,1 0 1 0 0,2-1 0 0 0,3-1 15 0 0,0 1-1 0 0,-1-1 0 0 0,1 2 1 0 0,8-2-1 0 0,-9 2 20 0 0,1-1 1 0 0,-1 1-1 0 0,0-1 1 0 0,0 0-1 0 0,11-6 1 0 0,-14 6 3 0 0,0 0 0 0 0,0 0 0 0 0,0 0 0 0 0,0-1 0 0 0,0 0 1 0 0,-1 1-1 0 0,1-1 0 0 0,-1 0 0 0 0,0 0 0 0 0,0-1 0 0 0,0 1 1 0 0,0 0-1 0 0,0-1 0 0 0,-1 1 0 0 0,0-1 0 0 0,1 1 0 0 0,-1-1 1 0 0,1-7-1 0 0,-2 9-19 0 0,0-1 1 0 0,0 1-1 0 0,0-1 1 0 0,-1 0-1 0 0,1 1 1 0 0,0-1-1 0 0,-1 1 1 0 0,0-1-1 0 0,1 1 1 0 0,-1-1-1 0 0,0 1 1 0 0,-1-1-1 0 0,1 1 1 0 0,0 0-1 0 0,-1-1 1 0 0,1 1 0 0 0,-1 0-1 0 0,1 0 1 0 0,-1 0-1 0 0,0 0 1 0 0,0 1-1 0 0,0-1 1 0 0,0 0-1 0 0,0 1 1 0 0,0 0-1 0 0,-1-1 1 0 0,-3-1-1 0 0,4 2-11 0 0,1 0 0 0 0,-1 1 0 0 0,1-1 0 0 0,0 0-1 0 0,-1 1 1 0 0,0-1 0 0 0,1 1 0 0 0,-1 0 0 0 0,1-1 0 0 0,-1 1-1 0 0,0 0 1 0 0,1 0 0 0 0,-1 0 0 0 0,1 0 0 0 0,-1 0 0 0 0,0 0-1 0 0,1 0 1 0 0,-1 1 0 0 0,0-1 0 0 0,1 1 0 0 0,-1-1 0 0 0,1 1-1 0 0,-1-1 1 0 0,1 1 0 0 0,-1 0 0 0 0,-1 1 0 0 0,2 0-1 0 0,-1 1 1 0 0,0-1-1 0 0,1 0 1 0 0,-1 1-1 0 0,1-1 1 0 0,0 1-1 0 0,0-1 1 0 0,0 1-1 0 0,0 0 1 0 0,0-1-1 0 0,1 1 1 0 0,-1 0-1 0 0,1 0 1 0 0,0 4-1 0 0,-1 11 145 0 0,1-1 0 0 0,0 1 0 0 0,7 33 0 0 0,-6-43-64 0 0,1 0 0 0 0,0-1 1 0 0,0 1-1 0 0,1-1 1 0 0,0 1-1 0 0,0-1 0 0 0,1 0 1 0 0,0 0-1 0 0,0-1 1 0 0,1 1-1 0 0,5 6 1 0 0,-8-12-65 0 0,-1 1 1 0 0,1 0-1 0 0,0-1 1 0 0,0 1-1 0 0,0-1 1 0 0,0 0-1 0 0,0 1 1 0 0,1-1-1 0 0,-1 0 1 0 0,0 0-1 0 0,0-1 1 0 0,1 1-1 0 0,-1 0 1 0 0,0-1-1 0 0,1 1 1 0 0,-1-1 0 0 0,1 0-1 0 0,-1 0 1 0 0,1 0-1 0 0,-1 0 1 0 0,1 0-1 0 0,-1-1 1 0 0,0 1-1 0 0,1-1 1 0 0,-1 1-1 0 0,0-1 1 0 0,1 0-1 0 0,-1 0 1 0 0,0 0-1 0 0,0 0 1 0 0,0-1-1 0 0,1 1 1 0 0,2-3-1 0 0,1-1-33 0 0,-1 0-1 0 0,1 0 1 0 0,-1 0-1 0 0,0-1 1 0 0,0 0-1 0 0,-1 0 1 0 0,0 0-1 0 0,0-1 1 0 0,6-11-1 0 0,-7 10-265 0 0,-1 0 0 0 0,1 0-1 0 0,-1 0 1 0 0,-1 0 0 0 0,2-15-1 0 0,-2 16-1309 0 0,-1 0 0 0 0,-1 0 0 0 0,1 1 0 0 0,-3-9 0 0 0,1 7-333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11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1664 0 0,'-15'7'2001'0'0,"0"3"1488"0"0,-1 1-2273 0 0,5-2-200 0 0,1 0-224 0 0,0-1-152 0 0,4-2 48 0 0,1-2-183 0 0,-1 0-217 0 0,3-2-88 0 0,3 0-128 0 0,0-4-184 0 0,0 1-8 0 0,3-2-64 0 0,2-2-737 0 0,0-2-1559 0 0,-1-1-465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2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 8 0 0,'18'81'6706'0'0,"-2"13"-4408"0"0,40 179-564 0 0,-55-272-1702 0 0,-1 0 19 0 0,0 0 1 0 0,0 1 0 0 0,1-1 0 0 0,-1 0-1 0 0,0 1 1 0 0,1-1 0 0 0,-1 0-1 0 0,1 0 1 0 0,0 0 0 0 0,-1 0 0 0 0,1 1-1 0 0,0-1 1 0 0,0 0 0 0 0,0 0 0 0 0,-1 0-1 0 0,1-1 1 0 0,0 1 0 0 0,0 0-1 0 0,0 0 1 0 0,2 1 0 0 0,-15-26 733 0 0,5 16-755 0 0,-1 0-1 0 0,-1 0 0 0 0,1 1 1 0 0,-1 0-1 0 0,-1 0 0 0 0,1 1 1 0 0,-1 0-1 0 0,0 1 0 0 0,0 0 1 0 0,-1 1-1 0 0,1 0 0 0 0,-1 0 1 0 0,0 1-1 0 0,0 1 0 0 0,0 0 1 0 0,-15-1-1 0 0,23 3-23 0 0,0 0 0 0 0,1 0 0 0 0,-1 0 0 0 0,1 1-1 0 0,-1-1 1 0 0,1 1 0 0 0,-1-1 0 0 0,1 1 0 0 0,-1 0 0 0 0,1 0-1 0 0,0 0 1 0 0,-1 0 0 0 0,1 1 0 0 0,0-1 0 0 0,0 1 0 0 0,0-1 0 0 0,0 1-1 0 0,0 0 1 0 0,0 0 0 0 0,-2 2 0 0 0,2-1 11 0 0,0 1 0 0 0,0 0-1 0 0,0-1 1 0 0,1 1 0 0 0,-1 0 0 0 0,1 0 0 0 0,0 0-1 0 0,0 0 1 0 0,0 0 0 0 0,1 1 0 0 0,-1 6 0 0 0,1-2 2 0 0,0 1 0 0 0,1 0 0 0 0,0 0 1 0 0,1-1-1 0 0,0 1 0 0 0,1-1 0 0 0,0 1 1 0 0,0-1-1 0 0,1 0 0 0 0,5 11 0 0 0,-7-18-22 0 0,-1 0 1 0 0,0-1-1 0 0,1 1 0 0 0,-1 0 0 0 0,1 0 1 0 0,-1-1-1 0 0,1 1 0 0 0,0-1 0 0 0,-1 1 1 0 0,1-1-1 0 0,0 0 0 0 0,0 0 0 0 0,0 0 1 0 0,0 0-1 0 0,0 0 0 0 0,0 0 0 0 0,1-1 0 0 0,2 2 1 0 0,-1-2 25 0 0,-1 0 0 0 0,1 0 0 0 0,0 0 0 0 0,-1 0 0 0 0,1-1-1 0 0,0 1 1 0 0,-1-1 0 0 0,1 0 0 0 0,-1 0 0 0 0,6-3 0 0 0,5-3-672 0 0,1-1 0 0 0,-1-1 0 0 0,-1 0-1 0 0,14-12 1 0 0,-18 14-734 0 0,21-18-3060 0 0,-21 17 2808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2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 0 0,'11'31'1714'0'0,"-1"0"0"0"0,6 37 1 0 0,-6-25-325 0 0,-2-6-846 0 0,-6-23-388 0 0,1 1 0 0 0,0-1 0 0 0,1 0 0 0 0,1 0-1 0 0,12 25 1 0 0,-16-39-219 0 0,-1 1 0 0 0,0-1-1 0 0,0 1 1 0 0,0-1 0 0 0,0 0-1 0 0,1 1 1 0 0,-1-1 0 0 0,0 0-1 0 0,0 1 1 0 0,1-1-1 0 0,-1 0 1 0 0,0 1 0 0 0,1-1-1 0 0,-1 0 1 0 0,0 1 0 0 0,1-1-1 0 0,-1 0 1 0 0,0 0 0 0 0,1 1-1 0 0,-1-1 1 0 0,1 0-1 0 0,-1 0 1 0 0,1 0 0 0 0,-1 0-1 0 0,0 0 1 0 0,1 0 0 0 0,-1 1-1 0 0,1-1 1 0 0,-1 0 0 0 0,1 0-1 0 0,-1 0 1 0 0,1-1 0 0 0,-1 1-1 0 0,0 0 1 0 0,1 0-1 0 0,-1 0 1 0 0,1 0 0 0 0,-1 0-1 0 0,1 0 1 0 0,-1-1 0 0 0,0 1-1 0 0,1 0 1 0 0,-1 0 0 0 0,0 0-1 0 0,1-1 1 0 0,-1 1-1 0 0,0 0 1 0 0,1-1 0 0 0,-1 1-1 0 0,1-1 1 0 0,2-4-949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2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2 8 0 0,'-11'-1'0'0'0,"-2"1"184"0"0,4 2 264 0 0,0 2 144 0 0,3 2-48 0 0,2-2 209 0 0,2-1-449 0 0,1 2 96 0 0,0-3-160 0 0,1 1-160 0 0,0 1-184 0 0,1 0 48 0 0,2 1-64 0 0,2 0 48 0 0,1 0-296 0 0,0 0-129 0 0,3-1-383 0 0,0 0 368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2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5 8 0 0,'0'0'49'0'0,"0"-1"0"0"0,0 1 0 0 0,0 0 0 0 0,0 0 0 0 0,0 0 0 0 0,0 0 0 0 0,0-1 0 0 0,0 1 0 0 0,0 0 0 0 0,0 0 0 0 0,0 0 0 0 0,0 0 0 0 0,0 0 0 0 0,0 0 0 0 0,0-1 0 0 0,0 1 0 0 0,0 0 0 0 0,0 0 0 0 0,0 0 0 0 0,-1 0 0 0 0,1 0 0 0 0,0 0 0 0 0,0-1 0 0 0,0 1 0 0 0,0 0 0 0 0,0 0 0 0 0,0 0 0 0 0,-1 0 0 0 0,1 0 0 0 0,0 0 0 0 0,0 0 0 0 0,0 0 0 0 0,0 0 0 0 0,0 0 0 0 0,-1 0 0 0 0,1 0 0 0 0,0 0 0 0 0,0 0 0 0 0,0 0 0 0 0,0 0 0 0 0,0 0 0 0 0,-1 0 0 0 0,1 0 0 0 0,0 0 0 0 0,0 0 0 0 0,-11 4 2186 0 0,-8 9 595 0 0,19-12-2802 0 0,-6 3 395 0 0,0 0 1 0 0,1 1-1 0 0,-1 0 1 0 0,1 1-1 0 0,0-1 0 0 0,-6 10 1 0 0,9-12-309 0 0,1-1 0 0 0,0 1 1 0 0,0-1-1 0 0,0 1 0 0 0,0-1 1 0 0,1 1-1 0 0,-1-1 0 0 0,1 1 1 0 0,-1 0-1 0 0,1-1 0 0 0,0 1 1 0 0,0-1-1 0 0,0 1 0 0 0,0 0 1 0 0,1-1-1 0 0,-1 1 0 0 0,1 0 1 0 0,0-1-1 0 0,-1 1 0 0 0,1-1 1 0 0,2 4-1 0 0,26 41 1580 0 0,-23-38-1487 0 0,1 1 0 0 0,-1-1 0 0 0,-1 1 0 0 0,0 0 0 0 0,6 18 0 0 0,-10-25-176 0 0,0 0-1 0 0,-1 1 0 0 0,1-1 0 0 0,-1 0 1 0 0,0 0-1 0 0,0 0 0 0 0,0 1 0 0 0,-1-1 1 0 0,1 0-1 0 0,-1 0 0 0 0,1 0 0 0 0,-1 0 1 0 0,0 0-1 0 0,0 0 0 0 0,-1 0 1 0 0,1 0-1 0 0,-1 0 0 0 0,1 0 0 0 0,-1-1 1 0 0,0 1-1 0 0,0-1 0 0 0,0 1 0 0 0,0-1 1 0 0,-5 4-1 0 0,5-4-16 0 0,0 0 0 0 0,0 0 0 0 0,-1-1 0 0 0,1 1 0 0 0,0-1 0 0 0,-1 1 1 0 0,0-1-1 0 0,1 0 0 0 0,-1 0 0 0 0,1 0 0 0 0,-1 0 0 0 0,0-1 0 0 0,0 1 0 0 0,1-1 0 0 0,-1 0 0 0 0,0 1 0 0 0,0-1 0 0 0,0 0 1 0 0,-4-1-1 0 0,5 0-62 0 0,0 1 1 0 0,0-1 0 0 0,1 0 0 0 0,-1 0-1 0 0,0 1 1 0 0,1-1 0 0 0,-1 0 0 0 0,1 0-1 0 0,-1 0 1 0 0,1-1 0 0 0,0 1 0 0 0,-1 0-1 0 0,1-1 1 0 0,0 1 0 0 0,0 0 0 0 0,0-1-1 0 0,0 1 1 0 0,0-1 0 0 0,0 0-1 0 0,0 1 1 0 0,1-1 0 0 0,-1 0 0 0 0,1 1-1 0 0,-1-1 1 0 0,1 0 0 0 0,-1 0 0 0 0,1 0-1 0 0,0 1 1 0 0,0-1 0 0 0,0-3 0 0 0,1-5-700 0 0,0 1 0 0 0,1-1 1 0 0,0 1-1 0 0,1-1 0 0 0,-1 1 1 0 0,2 0-1 0 0,-1 0 0 0 0,1 1 0 0 0,1-1 1 0 0,0 1-1 0 0,0 0 0 0 0,0 0 1 0 0,12-12-1 0 0,-6 8-286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3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1 207 8 0 0,'1'4'200'0'0,"1"-1"0"0"0,0 1 0 0 0,0-1 0 0 0,0 1 0 0 0,0-1 0 0 0,1 0 0 0 0,0 0 1 0 0,-1 0-1 0 0,1 0 0 0 0,0-1 0 0 0,6 6 0 0 0,-7-8-60 0 0,-1 1 1 0 0,1 0 0 0 0,-1-1-1 0 0,1 1 1 0 0,-1-1-1 0 0,1 0 1 0 0,-1 1 0 0 0,1-1-1 0 0,-1 0 1 0 0,1 0-1 0 0,0 0 1 0 0,-1 0 0 0 0,1 0-1 0 0,-1 0 1 0 0,1 0-1 0 0,0-1 1 0 0,-1 1 0 0 0,1 0-1 0 0,-1-1 1 0 0,1 0-1 0 0,-1 1 1 0 0,0-1 0 0 0,1 0-1 0 0,-1 1 1 0 0,0-1 0 0 0,1 0-1 0 0,-1 0 1 0 0,0 0-1 0 0,0 0 1 0 0,0-1 0 0 0,2-1-1 0 0,5-7 478 0 0,0 0 0 0 0,0 0 0 0 0,-2-1 0 0 0,1 0 1 0 0,-1 0-1 0 0,7-20 0 0 0,-10 23-379 0 0,0-1 1 0 0,0 0 0 0 0,-1 0 0 0 0,0 0-1 0 0,-1 0 1 0 0,0 0 0 0 0,-1 0 0 0 0,1 0-1 0 0,-3-17 1 0 0,2 25-216 0 0,0-1 1 0 0,0 0-1 0 0,-1 1 0 0 0,1-1 0 0 0,0 0 1 0 0,-1 1-1 0 0,1-1 0 0 0,-1 1 0 0 0,0-1 0 0 0,1 1 1 0 0,-1-1-1 0 0,0 1 0 0 0,0-1 0 0 0,0 1 1 0 0,0 0-1 0 0,0-1 0 0 0,0 1 0 0 0,0 0 0 0 0,0 0 1 0 0,-1 0-1 0 0,1 0 0 0 0,0 0 0 0 0,-1 0 1 0 0,1 0-1 0 0,-1 0 0 0 0,1 1 0 0 0,-1-1 0 0 0,0 1 1 0 0,1-1-1 0 0,-1 1 0 0 0,1-1 0 0 0,-1 1 0 0 0,0 0 1 0 0,1 0-1 0 0,-1 0 0 0 0,-2 0 0 0 0,1 1 13 0 0,-1-1-1 0 0,0 1 0 0 0,1 1 1 0 0,-1-1-1 0 0,1 0 0 0 0,0 1 1 0 0,-1 0-1 0 0,1 0 0 0 0,0 0 1 0 0,0 0-1 0 0,0 0 1 0 0,0 1-1 0 0,0-1 0 0 0,1 1 1 0 0,-4 4-1 0 0,1 0 17 0 0,0 1 0 0 0,1-1 0 0 0,1 1 0 0 0,-1 0 0 0 0,1 0 0 0 0,0 0 0 0 0,1 0 0 0 0,0 1 0 0 0,0-1 0 0 0,1 1 0 0 0,-1 11 1 0 0,1 11 215 0 0,6 53 0 0 0,-5-71-230 0 0,2 0 0 0 0,0 0 0 0 0,0-1 0 0 0,6 17 1 0 0,-7-26-52 0 0,0-1 0 0 0,0 1-1 0 0,0-1 1 0 0,0 1 0 0 0,1-1 0 0 0,-1 1 0 0 0,1-1 0 0 0,-1 0 0 0 0,1 0 0 0 0,0 0 0 0 0,0 0 0 0 0,0 0 0 0 0,0 0 0 0 0,0 0 0 0 0,0-1 0 0 0,1 1 0 0 0,-1-1 0 0 0,1 1 0 0 0,-1-1 0 0 0,1 0 0 0 0,-1 0 0 0 0,1 0 0 0 0,0-1 0 0 0,-1 1 0 0 0,1 0-1 0 0,3-1 1 0 0,2 1-416 0 0,0-2 0 0 0,-1 1 0 0 0,1-1 0 0 0,0 0 0 0 0,-1-1 0 0 0,15-4 0 0 0,-12 2-692 0 0,0-1-1 0 0,0 1 1 0 0,-1-2-1 0 0,1 1 1 0 0,-1-1-1 0 0,0-1 1 0 0,12-11 0 0 0,-9 5-555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3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68 162 8 0 0,'7'-18'393'0'0,"-2"0"0"0"0,7-33 0 0 0,-11 43 603 0 0,0-1 0 0 0,-1 1-1 0 0,0-1 1 0 0,-2-16-1 0 0,2 24-918 0 0,0 1 0 0 0,0-1 0 0 0,0 0 0 0 0,0 1 0 0 0,0-1 0 0 0,0 1 0 0 0,0-1 0 0 0,0 1 0 0 0,0-1 0 0 0,0 1 0 0 0,-1-1 0 0 0,1 1 0 0 0,0-1 1 0 0,0 0-1 0 0,0 1 0 0 0,-1 0 0 0 0,1-1 0 0 0,0 1 0 0 0,-1-1 0 0 0,1 1 0 0 0,0-1 0 0 0,-1 1 0 0 0,1-1 0 0 0,-1 1 0 0 0,1 0 0 0 0,-1-1 0 0 0,1 1 0 0 0,-1 0 0 0 0,1 0 0 0 0,-1-1 0 0 0,1 1 0 0 0,-1 0 0 0 0,1 0 0 0 0,-1 0 0 0 0,1-1 0 0 0,-1 1 0 0 0,1 0 0 0 0,-1 0 0 0 0,1 0 0 0 0,-1 0 0 0 0,0 0 0 0 0,1 0 0 0 0,-1 0 0 0 0,1 0 0 0 0,-1 1 0 0 0,1-1 0 0 0,-1 0 0 0 0,1 0 0 0 0,-1 0 0 0 0,1 1 0 0 0,-1-1 0 0 0,1 0 0 0 0,-1 0 0 0 0,1 1 0 0 0,-2 0 0 0 0,0 1 116 0 0,-1 0 1 0 0,0 0-1 0 0,1 1 0 0 0,-1-1 0 0 0,1 1 0 0 0,0 0 1 0 0,-4 5-1 0 0,-2 8 93 0 0,1 0 0 0 0,1 0 0 0 0,1 1 0 0 0,0-1 1 0 0,1 1-1 0 0,-3 32 0 0 0,3 0 197 0 0,3 56 0 0 0,1-101-420 0 0,4 48 356 0 0,-4-48-361 0 0,1 0 0 0 0,0 1 0 0 0,0-1 0 0 0,0 0 0 0 0,0 0 0 0 0,1 0 0 0 0,0 0 0 0 0,0 0 0 0 0,3 6 0 0 0,-5-10-49 0 0,0 0-1 0 0,1 1 0 0 0,-1-1 0 0 0,0 0 0 0 0,0 0 0 0 0,0 0 0 0 0,1 1 1 0 0,-1-1-1 0 0,0 0 0 0 0,0 0 0 0 0,1 0 0 0 0,-1 1 0 0 0,0-1 0 0 0,0 0 1 0 0,1 0-1 0 0,-1 0 0 0 0,0 0 0 0 0,0 0 0 0 0,1 0 0 0 0,-1 0 1 0 0,0 0-1 0 0,1 0 0 0 0,-1 0 0 0 0,0 0 0 0 0,0 0 0 0 0,1 0 0 0 0,-1 0 1 0 0,0 0-1 0 0,1 0 0 0 0,-1 0 0 0 0,0 0 0 0 0,0 0 0 0 0,1 0 0 0 0,7-10 98 0 0,3-17 2 0 0,-10 25-49 0 0,5-23 3 0 0,0 0 1 0 0,-2 0-1 0 0,-1 0 1 0 0,-1 0-1 0 0,-1-1 1 0 0,-2-28-1 0 0,0 11 9 0 0,9 148 467 0 0,-5-85-529 0 0,1 0 0 0 0,0-1 0 0 0,1 1 0 0 0,9 19 0 0 0,-12-35-45 0 0,0 0 0 0 0,0 0 0 0 0,0 0 0 0 0,1 0 0 0 0,-1 0-1 0 0,1-1 1 0 0,0 1 0 0 0,0-1 0 0 0,0 0 0 0 0,1 0 0 0 0,4 4 0 0 0,-6-6-162 0 0,0 0-1 0 0,0 0 1 0 0,-1 0 0 0 0,1-1-1 0 0,0 1 1 0 0,0-1 0 0 0,0 1-1 0 0,0-1 1 0 0,0 0 0 0 0,0 0-1 0 0,0 0 1 0 0,0 0 0 0 0,0 0-1 0 0,0 0 1 0 0,-1 0 0 0 0,1-1-1 0 0,0 1 1 0 0,0-1 0 0 0,0 1-1 0 0,0-1 1 0 0,0 0 0 0 0,-1 0-1 0 0,1 0 1 0 0,0 0 0 0 0,-1 0-1 0 0,1 0 1 0 0,-1 0 0 0 0,1-1-1 0 0,1-1 1 0 0,30-33-6245 0 0,-23 24 5566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3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54 8 0 0,'2'-37'1667'0'0,"-2"36"-1452"0"0,0 0 0 0 0,0 0 1 0 0,0 0-1 0 0,0 0 0 0 0,0 0 1 0 0,0 0-1 0 0,-1 0 0 0 0,1 0 0 0 0,0 0 1 0 0,-1 0-1 0 0,1 0 0 0 0,-1 0 0 0 0,1 0 1 0 0,-1-1-1 0 0,0 2-92 0 0,1 0 1 0 0,-1 0-1 0 0,1 0 0 0 0,-1 0 1 0 0,1 0-1 0 0,-1 0 0 0 0,1 0 1 0 0,-1 0-1 0 0,1 0 0 0 0,-1 0 0 0 0,1 0 1 0 0,0 0-1 0 0,-1 0 0 0 0,1 0 1 0 0,-1 0-1 0 0,1 0 0 0 0,-1 1 1 0 0,1-1-1 0 0,-1 0 0 0 0,1 0 1 0 0,0 1-1 0 0,-1-1 0 0 0,1 0 1 0 0,0 0-1 0 0,-1 1 0 0 0,1-1 0 0 0,0 0 1 0 0,-1 1-1 0 0,1-1 0 0 0,0 1 1 0 0,0-1-1 0 0,-1 0 0 0 0,1 1 1 0 0,-5 6 266 0 0,0-1 1 0 0,1 1 0 0 0,0 0-1 0 0,0 0 1 0 0,1 0 0 0 0,0 0 0 0 0,0 1-1 0 0,0-1 1 0 0,1 1 0 0 0,-1 10-1 0 0,1-7-13 0 0,0 0 0 0 0,2-1 0 0 0,-1 1-1 0 0,1 0 1 0 0,1 0 0 0 0,3 21-1 0 0,9 10 879 0 0,-8-28-786 0 0,-1 2-1 0 0,5 25 1 0 0,-9-37-430 0 0,1 0 1 0 0,-1 0-1 0 0,0 0 0 0 0,0 1 0 0 0,-1-1 0 0 0,1 0 1 0 0,-1 0-1 0 0,0 0 0 0 0,0 0 0 0 0,0 0 0 0 0,-1 0 1 0 0,1 0-1 0 0,-1 0 0 0 0,-4 6 0 0 0,5-9-35 0 0,1 0 1 0 0,-1 0-1 0 0,0 0 0 0 0,0 0 1 0 0,0 0-1 0 0,0 0 0 0 0,0 0 1 0 0,0 0-1 0 0,0 0 0 0 0,0 0 1 0 0,0-1-1 0 0,0 1 0 0 0,-1 0 1 0 0,1-1-1 0 0,-2 2 0 0 0,2-2-35 0 0,0 0 0 0 0,0 0-1 0 0,0 0 1 0 0,1 0 0 0 0,-1 0-1 0 0,0-1 1 0 0,0 1 0 0 0,0 0 0 0 0,1 0-1 0 0,-1 0 1 0 0,0-1 0 0 0,1 1-1 0 0,-1 0 1 0 0,0-1 0 0 0,0 1-1 0 0,1-1 1 0 0,-1 1 0 0 0,1-1-1 0 0,-2 0 1 0 0,0-1-168 0 0,0-1 0 0 0,0 1 0 0 0,1 0 0 0 0,-1-1 0 0 0,1 1 0 0 0,0-1 0 0 0,0 0 0 0 0,0 1 0 0 0,0-1 0 0 0,0 0 0 0 0,0 0-1 0 0,0-5 1 0 0,1-6-1108 0 0,0 1-1 0 0,1-1 0 0 0,1 0 1 0 0,0 1-1 0 0,0-1 0 0 0,2 1 1 0 0,0 0-1 0 0,10-24 0 0 0,-8 26 527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4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8 0 0,'3'4'523'0'0,"0"-1"0"0"0,1 0 1 0 0,-1 0-1 0 0,1 0 0 0 0,0 0 0 0 0,0-1 0 0 0,0 0 0 0 0,0 0 1 0 0,0 0-1 0 0,0 0 0 0 0,8 2 0 0 0,-9-4-282 0 0,-1 0 0 0 0,0 0 1 0 0,0 0-1 0 0,1 0 0 0 0,-1 0 0 0 0,0 0 0 0 0,0-1 0 0 0,1 1 0 0 0,-1-1 1 0 0,0 0-1 0 0,0 0 0 0 0,0 1 0 0 0,0-1 0 0 0,0-1 0 0 0,0 1 0 0 0,0 0 1 0 0,0 0-1 0 0,-1-1 0 0 0,1 1 0 0 0,0-1 0 0 0,-1 1 0 0 0,1-1 1 0 0,-1 0-1 0 0,1 0 0 0 0,1-3 0 0 0,3-5 327 0 0,0 1 0 0 0,-1-1 0 0 0,0 0-1 0 0,6-19 1 0 0,-9 22-440 0 0,0 1 0 0 0,-1 0 0 0 0,0 0 0 0 0,0-1 0 0 0,-1 1 0 0 0,1 0 0 0 0,-1-1 1 0 0,-1 1-1 0 0,-1-12 0 0 0,2 16-112 0 0,0 1 0 0 0,0 0 0 0 0,-1 0 0 0 0,1 0-1 0 0,0-1 1 0 0,-1 1 0 0 0,1 0 0 0 0,0 0 0 0 0,-1 0 0 0 0,1 0 0 0 0,-1 0 0 0 0,0 0 0 0 0,1 0 0 0 0,-1 0 0 0 0,0 0 0 0 0,0 0 0 0 0,0 0 0 0 0,0 0 0 0 0,1 1 0 0 0,-1-1 0 0 0,0 0 0 0 0,0 1 0 0 0,0-1 0 0 0,-1 1 0 0 0,1-1 0 0 0,0 1 0 0 0,0-1 0 0 0,0 1 0 0 0,0-1 0 0 0,0 1 0 0 0,-1 0 0 0 0,1 0 0 0 0,0 0 0 0 0,0 0 0 0 0,0 0 0 0 0,-1 0 0 0 0,1 0 0 0 0,0 0 0 0 0,0 0 0 0 0,0 1 0 0 0,0-1 0 0 0,-1 0 0 0 0,-1 1 0 0 0,0 1 5 0 0,0-1 0 0 0,1 1-1 0 0,-1 0 1 0 0,0-1 0 0 0,0 1 0 0 0,1 0 0 0 0,-1 1-1 0 0,1-1 1 0 0,0 0 0 0 0,-1 1 0 0 0,1-1 0 0 0,0 1-1 0 0,1 0 1 0 0,-1 0 0 0 0,-1 3 0 0 0,-1 8 52 0 0,0 0 0 0 0,2 0 0 0 0,-1 0 1 0 0,2 1-1 0 0,0-1 0 0 0,1 0 0 0 0,0 1 1 0 0,1-1-1 0 0,1 1 0 0 0,0-1 0 0 0,6 19 1 0 0,-7-29-56 0 0,0-1-1 0 0,0 0 1 0 0,0 0 0 0 0,0 0 0 0 0,1 0 0 0 0,-1 0 0 0 0,1 0 0 0 0,0 0 0 0 0,0 0 0 0 0,0 0 0 0 0,0-1 0 0 0,0 1 0 0 0,1-1 0 0 0,-1 0-1 0 0,1 0 1 0 0,0 0 0 0 0,-1 0 0 0 0,1 0 0 0 0,0 0 0 0 0,0-1 0 0 0,0 1 0 0 0,0-1 0 0 0,0 0 0 0 0,1 0 0 0 0,-1 0 0 0 0,0 0 0 0 0,1-1-1 0 0,-1 1 1 0 0,0-1 0 0 0,1 0 0 0 0,4 0 0 0 0,-4-1-41 0 0,-1-1 0 0 0,0 1 0 0 0,1-1-1 0 0,-1 0 1 0 0,0 1 0 0 0,0-1 0 0 0,0-1 0 0 0,0 1 0 0 0,2-3-1 0 0,8-5-383 0 0,-4 3-785 0 0,-2 1 0 0 0,1-2 0 0 0,-1 1 0 0 0,0-1 1 0 0,11-17-1 0 0,-14 19 160 0 0,6-7-1596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6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37 512 0 0,'-6'6'587'0'0,"6"-6"-530"0"0,0 0 0 0 0,0 0-1 0 0,0-1 1 0 0,0 1-1 0 0,-1 0 1 0 0,1 0 0 0 0,0 0-1 0 0,0 0 1 0 0,0 0 0 0 0,0-1-1 0 0,0 1 1 0 0,-1 0-1 0 0,1 0 1 0 0,0 0 0 0 0,0-1-1 0 0,0 1 1 0 0,0 0 0 0 0,0 0-1 0 0,0 0 1 0 0,0-1-1 0 0,0 1 1 0 0,0 0 0 0 0,0 0-1 0 0,0 0 1 0 0,0-1-1 0 0,0 1 1 0 0,0 0 0 0 0,0 0-1 0 0,0-1 1 0 0,0 1 0 0 0,0 0-1 0 0,0 0 1 0 0,0 0-1 0 0,0-1 1 0 0,0 1 0 0 0,0 0-1 0 0,1 0 1 0 0,-1 0 0 0 0,0 0-1 0 0,0-1 1 0 0,0 1-1 0 0,1 0 1 0 0,-1-2 257 0 0,1 0-1 0 0,0 0 1 0 0,0 0-1 0 0,0 0 1 0 0,0 0-1 0 0,0 0 1 0 0,0 0-1 0 0,1 1 1 0 0,-1-1 0 0 0,1 1-1 0 0,-1-1 1 0 0,1 1-1 0 0,-1-1 1 0 0,1 1-1 0 0,0 0 1 0 0,0 0-1 0 0,0 0 1 0 0,0 0 0 0 0,0 0-1 0 0,2-1 1 0 0,0 2-77 0 0,-1-1 0 0 0,0 1 1 0 0,0 0-1 0 0,0 0 1 0 0,0 0-1 0 0,0 0 0 0 0,0 1 1 0 0,0-1-1 0 0,0 1 1 0 0,0 0-1 0 0,0 0 0 0 0,5 2 1 0 0,0 1-49 0 0,0 0 0 0 0,0 0-1 0 0,-1 1 1 0 0,0 0 0 0 0,0 1 0 0 0,0-1 0 0 0,-1 1 0 0 0,0 1 0 0 0,7 8 0 0 0,-2 2-6 0 0,-1 0 1 0 0,0 1-1 0 0,-2 0 0 0 0,0 0 0 0 0,10 38 1 0 0,15 103 354 0 0,-26-117-348 0 0,-1-11-183 0 0,1 1 140 0 0,2 37 0 0 0,-9-61-150 0 0,1 0 1 0 0,-2 1-1 0 0,1-1 0 0 0,-1 0 0 0 0,0 0 1 0 0,0 0-1 0 0,-1 0 0 0 0,0 0 0 0 0,-6 14 1 0 0,7-21-34 0 0,1 0 1 0 0,-1 0 0 0 0,1 0 0 0 0,-1 0-1 0 0,0 1 1 0 0,1-1 0 0 0,-1 0 0 0 0,0 0-1 0 0,0-1 1 0 0,0 1 0 0 0,1 0 0 0 0,-1 0 0 0 0,0 0-1 0 0,0 0 1 0 0,-3 1 0 0 0,4-2-31 0 0,-1 0-1 0 0,1 0 1 0 0,0-1 0 0 0,-1 1 0 0 0,1 0-1 0 0,-1 0 1 0 0,1 0 0 0 0,0 0-1 0 0,-1 0 1 0 0,1 0 0 0 0,-1 0 0 0 0,1-1-1 0 0,0 1 1 0 0,-1 0 0 0 0,1 0 0 0 0,-1-1-1 0 0,1 1 1 0 0,0 0 0 0 0,0 0 0 0 0,-1-1-1 0 0,1 1 1 0 0,0 0 0 0 0,-1-1 0 0 0,1 1-1 0 0,0-1 1 0 0,0 1 0 0 0,0 0 0 0 0,-1-1-1 0 0,1 0 1 0 0,-2-3-509 0 0,1 0 0 0 0,0 0-1 0 0,0 0 1 0 0,0 0 0 0 0,0 0 0 0 0,0-1-1 0 0,1-5 1 0 0,2-37-5067 0 0,0 30 3386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6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8 0 0,'2'0'514'0'0,"-1"0"-1"0"0,1 0 1 0 0,0 0 0 0 0,-1 0 0 0 0,1 0-1 0 0,0 1 1 0 0,-1-1 0 0 0,1 0 0 0 0,-1 1-1 0 0,1 0 1 0 0,1 0 0 0 0,-1 0-120 0 0,0 0 1 0 0,1 0 0 0 0,-1-1-1 0 0,0 1 1 0 0,0-1 0 0 0,1 1-1 0 0,-1-1 1 0 0,4 0 0 0 0,8-3 292 0 0,-1 0-1 0 0,0-1 1 0 0,0 0 0 0 0,0-1 0 0 0,22-13 0 0 0,-19 10-454 0 0,1 0 0 0 0,27-8-1 0 0,-39 14-219 0 0,1 0 0 0 0,0 1 0 0 0,0 0 0 0 0,0 0 0 0 0,1 0 0 0 0,9 1 0 0 0,-14 0-159 0 0,0 1 1 0 0,0-1-1 0 0,0 1 1 0 0,-1-1-1 0 0,1 1 1 0 0,0 0-1 0 0,-1 0 1 0 0,1 0-1 0 0,-1 0 0 0 0,1 0 1 0 0,-1 0-1 0 0,1 0 1 0 0,-1 0-1 0 0,0 1 1 0 0,0-1-1 0 0,1 0 1 0 0,-1 1-1 0 0,0-1 1 0 0,0 1-1 0 0,-1 0 0 0 0,1-1 1 0 0,0 1-1 0 0,0 0 1 0 0,-1-1-1 0 0,1 1 1 0 0,-1 0-1 0 0,1 2 1 0 0,3 30-4344 0 0,-3-20 3171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6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80 8 0 0,'-6'10'-1045'0'0,"3"-2"4321"0"0,3-8-2927 0 0,1 0 1 0 0,0 0-1 0 0,0 0 0 0 0,0 0 0 0 0,0 0 0 0 0,0 0 1 0 0,0-1-1 0 0,0 1 0 0 0,0 0 0 0 0,0-1 0 0 0,0 1 1 0 0,-1 0-1 0 0,1-1 0 0 0,0 1 0 0 0,0-1 0 0 0,0 1 1 0 0,-1-1-1 0 0,2-1 0 0 0,34-16 1369 0 0,48-19 1 0 0,-1 6-6238 0 0,-69 26 3000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7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102 133 8 0 0,'0'-7'919'0'0,"-2"-1"1"0"0,1 0-1 0 0,-1 1 1 0 0,0-1-1 0 0,0 1 0 0 0,-1 0 1 0 0,0 0-1 0 0,0 0 1 0 0,-1 0-1 0 0,0 0 0 0 0,0 1 1 0 0,-6-7-1 0 0,7 9-625 0 0,-1-1 0 0 0,0 1 0 0 0,0 0-1 0 0,-1 0 1 0 0,-7-5 0 0 0,12 9-278 0 0,0-1-1 0 0,-1 1 1 0 0,1 0-1 0 0,-1-1 1 0 0,1 1 0 0 0,-1 0-1 0 0,1 0 1 0 0,-1-1-1 0 0,0 1 1 0 0,1 0 0 0 0,-1 0-1 0 0,1 0 1 0 0,-1 0-1 0 0,1 0 1 0 0,-1 0 0 0 0,0 0-1 0 0,1 0 1 0 0,-1 0-1 0 0,1 0 1 0 0,-1 0 0 0 0,1 0-1 0 0,-1 0 1 0 0,0 0-1 0 0,1 0 1 0 0,-1 1 0 0 0,1-1-1 0 0,-1 0 1 0 0,1 0 0 0 0,-2 1-1 0 0,1 0 2 0 0,0 0-1 0 0,1 1 0 0 0,-1-1 1 0 0,0 0-1 0 0,0 0 1 0 0,1 1-1 0 0,-1-1 0 0 0,0 1 1 0 0,1-1-1 0 0,-1 0 1 0 0,1 3-1 0 0,-4 41 222 0 0,4-45-229 0 0,0 49 158 0 0,2-1 1 0 0,3 0-1 0 0,1 0 0 0 0,3-1 0 0 0,1 1 1 0 0,23 61-1 0 0,-30-102-105 0 0,0 0-1 0 0,0 0 1 0 0,1 0-1 0 0,0-1 1 0 0,0 0-1 0 0,1 0 1 0 0,-1 0-1 0 0,1 0 1 0 0,8 6-1 0 0,-11-10-8 0 0,0 0 0 0 0,1-1 1 0 0,-1 1-1 0 0,1-1 0 0 0,-1 1 0 0 0,1-1 0 0 0,0 0 0 0 0,-1 0 0 0 0,1 0 1 0 0,0 0-1 0 0,0-1 0 0 0,0 1 0 0 0,0-1 0 0 0,0 0 0 0 0,-1 0 0 0 0,1 0 0 0 0,0 0 1 0 0,0 0-1 0 0,0 0 0 0 0,0-1 0 0 0,0 0 0 0 0,0 1 0 0 0,0-1 0 0 0,-1 0 1 0 0,1 0-1 0 0,4-3 0 0 0,-2 1 16 0 0,-1 1 1 0 0,0-1-1 0 0,0 0 1 0 0,0 0-1 0 0,-1 0 0 0 0,1-1 1 0 0,-1 1-1 0 0,1-1 1 0 0,-1 0-1 0 0,0 0 0 0 0,-1 0 1 0 0,1 0-1 0 0,3-9 1 0 0,-3 6 17 0 0,-1 0 1 0 0,0-1-1 0 0,0 1 0 0 0,0-1 1 0 0,-1 0-1 0 0,-1 0 1 0 0,1 1-1 0 0,-1-10 1 0 0,-2 2-8 0 0,1 0 1 0 0,-2 1 0 0 0,0-1 0 0 0,-1 1 0 0 0,0 0 0 0 0,-1 0 0 0 0,-1 0 0 0 0,-13-24 0 0 0,11 25-249 0 0,-1 0-1 0 0,-1 1 1 0 0,0 0-1 0 0,0 0 1 0 0,-1 1-1 0 0,-1 1 1 0 0,0 0-1 0 0,0 0 1 0 0,-1 1-1 0 0,0 1 1 0 0,-22-11-1 0 0,35 19 109 0 0,-1-1 0 0 0,0 1 0 0 0,1 0 0 0 0,-1 0 0 0 0,0-1 0 0 0,1 1 0 0 0,-1 0 0 0 0,0 0 0 0 0,1 0 0 0 0,-1 0 0 0 0,0 0 0 0 0,0 0 0 0 0,1 0 0 0 0,-1 0 0 0 0,0 0 0 0 0,1 0 0 0 0,-1 0 0 0 0,0 1 0 0 0,0-1 0 0 0,1 0 0 0 0,-1 0 0 0 0,0 1 0 0 0,1-1 0 0 0,-1 0 0 0 0,1 1 0 0 0,-1-1 0 0 0,1 1 0 0 0,-2 0 0 0 0,1 0-379 0 0,1 0 1 0 0,-1 0-1 0 0,1 0 0 0 0,-1 0 1 0 0,1 0-1 0 0,0 0 0 0 0,-1 0 1 0 0,1 0-1 0 0,0 0 0 0 0,0 0 1 0 0,0 0-1 0 0,0 0 0 0 0,0 2 1 0 0,0 5-1736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7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0 2417 0 0,'-5'16'2888'0'0,"0"1"2169"0"0,1-1-3865 0 0,3-2-231 0 0,0-2-369 0 0,1-2-296 0 0,0-3 72 0 0,0-1-200 0 0,0-1-40 0 0,0-3-80 0 0,1-1-72 0 0,1-1-216 0 0,1-2-80 0 0,0-1 16 0 0,0-2-408 0 0,0 0-505 0 0,1-1-79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7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119 186 8 0 0,'-1'-9'1336'0'0,"-1"0"0"0"0,0 1-1 0 0,-1-1 1 0 0,1 1 0 0 0,-2-1 0 0 0,1 1 0 0 0,-1 0 0 0 0,-7-10-1 0 0,-4-12 334 0 0,-8-8-457 0 0,22 36-1184 0 0,1 1 0 0 0,-1 0 0 0 0,0-1 0 0 0,-1 1-1 0 0,1 0 1 0 0,0-1 0 0 0,0 1 0 0 0,0 0-1 0 0,-1 0 1 0 0,1 0 0 0 0,-1 0 0 0 0,1 1-1 0 0,-1-1 1 0 0,1 0 0 0 0,-1 0 0 0 0,1 1 0 0 0,-1-1-1 0 0,1 1 1 0 0,-1 0 0 0 0,0-1 0 0 0,1 1-1 0 0,-1 0 1 0 0,-2 0 0 0 0,4 1-7 0 0,-1-1 1 0 0,0 1-1 0 0,0 0 1 0 0,0-1-1 0 0,1 1 0 0 0,-1 0 1 0 0,0 0-1 0 0,1 0 0 0 0,-1-1 1 0 0,1 1-1 0 0,-1 0 1 0 0,1 0-1 0 0,-1 0 0 0 0,1 0 1 0 0,0 0-1 0 0,-1 0 1 0 0,1 0-1 0 0,0 0 0 0 0,0 0 1 0 0,0 0-1 0 0,0 2 0 0 0,-2 24 131 0 0,1-24-143 0 0,1 45 310 0 0,9 89 0 0 0,-7-118-248 0 0,2 1 0 0 0,0-1 1 0 0,1 0-1 0 0,2-1 0 0 0,-1 1 0 0 0,2-1 0 0 0,14 24 0 0 0,-21-39-42 0 0,1 0 0 0 0,0 0 0 0 0,0-1-1 0 0,0 1 1 0 0,0-1 0 0 0,0 1 0 0 0,1-1 0 0 0,-1 0 0 0 0,1 0 0 0 0,0 0 0 0 0,-1 0 0 0 0,1 0 0 0 0,0-1 0 0 0,0 1 0 0 0,0-1 0 0 0,0 0 0 0 0,0 0 0 0 0,0 0 0 0 0,1 0 0 0 0,-1-1-1 0 0,0 1 1 0 0,0-1 0 0 0,1 0 0 0 0,-1 0 0 0 0,0 0 0 0 0,0 0 0 0 0,1 0 0 0 0,-1-1 0 0 0,0 1 0 0 0,0-1 0 0 0,1 0 0 0 0,-1 0 0 0 0,0 0 0 0 0,0-1 0 0 0,0 1 0 0 0,0-1 0 0 0,-1 1-1 0 0,1-1 1 0 0,0 0 0 0 0,-1 0 0 0 0,1-1 0 0 0,-1 1 0 0 0,0 0 0 0 0,1-1 0 0 0,-1 1 0 0 0,0-1 0 0 0,-1 0 0 0 0,1 0 0 0 0,1-3 0 0 0,2-3 67 0 0,-2-1 1 0 0,1 0 0 0 0,-2 0 0 0 0,1-1 0 0 0,-1 1-1 0 0,-1 0 1 0 0,0-1 0 0 0,0 1 0 0 0,-1-1 0 0 0,0 0-1 0 0,-1 1 1 0 0,0-1 0 0 0,-1 1 0 0 0,0 0 0 0 0,-4-12-1 0 0,0 4-19 0 0,-1 0 0 0 0,0 1 0 0 0,-1-1 0 0 0,-1 2 0 0 0,-1-1 0 0 0,0 2 0 0 0,-20-24 0 0 0,17 22-235 0 0,-23-25 80 0 0,33 40-19 0 0,1 0 0 0 0,-1-1 0 0 0,0 1 0 0 0,1 0 0 0 0,-1 0 0 0 0,0 0 0 0 0,0 0 1 0 0,0 1-1 0 0,-1-1 0 0 0,1 1 0 0 0,0 0 0 0 0,-5-1 0 0 0,8 2 62 0 0,0 0-1 0 0,0 0 1 0 0,0 0 0 0 0,0 0-1 0 0,0 0 1 0 0,-1 0 0 0 0,1 0 0 0 0,0 0-1 0 0,0 0 1 0 0,0 0 0 0 0,0 0-1 0 0,0 0 1 0 0,-1 0 0 0 0,1 0 0 0 0,0 0-1 0 0,0 0 1 0 0,0 0 0 0 0,0 0-1 0 0,0 0 1 0 0,-1 0 0 0 0,1 0 0 0 0,0 1-1 0 0,0-1 1 0 0,0 0 0 0 0,0 0 0 0 0,0 0-1 0 0,0 0 1 0 0,-1 0 0 0 0,1 0-1 0 0,0 0 1 0 0,0 1 0 0 0,0-1 0 0 0,0 0-1 0 0,0 0 1 0 0,0 0 0 0 0,0 0-1 0 0,0 0 1 0 0,0 0 0 0 0,0 1 0 0 0,0-1-1 0 0,0 0 1 0 0,0 0 0 0 0,0 1-1 0 0,3 8-2243 0 0,9 12-2033 0 0,-11-19 3829 0 0,6 9-947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28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124 104 8 0 0,'0'-2'298'0'0,"1"1"0"0"0,-1 0 0 0 0,0 0 0 0 0,0 0 0 0 0,1 0 0 0 0,-1 0 0 0 0,0 0 0 0 0,0-1 0 0 0,0 1 1 0 0,0 0-1 0 0,0 0 0 0 0,-1 0 0 0 0,1 0 0 0 0,0 0 0 0 0,-1 0 0 0 0,1-1 0 0 0,0 1 0 0 0,-1 0 0 0 0,1 0 0 0 0,-1 0 0 0 0,0-1 0 0 0,-18-27 5379 0 0,11 18-4584 0 0,6 8-861 0 0,-1 0 0 0 0,1 0 0 0 0,-1 0 0 0 0,1 0 0 0 0,-1 0 0 0 0,0 0 0 0 0,0 1 0 0 0,0-1 0 0 0,0 1 1 0 0,0 0-1 0 0,-8-3 0 0 0,10 4-201 0 0,0 1 1 0 0,0 0 0 0 0,0-1-1 0 0,0 1 1 0 0,0 0 0 0 0,0 0 0 0 0,0 0-1 0 0,0 0 1 0 0,0 0 0 0 0,0 0-1 0 0,0 0 1 0 0,0 0 0 0 0,0 0-1 0 0,-1 1 1 0 0,1-1 0 0 0,0 0-1 0 0,0 1 1 0 0,-1 0 0 0 0,1 0-23 0 0,-1 0 1 0 0,1 0-1 0 0,0 0 0 0 0,-1 1 1 0 0,1-1-1 0 0,0 0 0 0 0,0 1 1 0 0,0-1-1 0 0,0 1 0 0 0,0 0 1 0 0,0-1-1 0 0,1 1 1 0 0,-1-1-1 0 0,0 4 0 0 0,-3 11 67 0 0,0 0 0 0 0,1 0 0 0 0,1 0-1 0 0,1 0 1 0 0,0 0 0 0 0,1 1 0 0 0,1-1-1 0 0,0 0 1 0 0,6 25 0 0 0,-7-39-59 0 0,1 0 1 0 0,-1 0 0 0 0,1 0-1 0 0,0 0 1 0 0,-1 0 0 0 0,1 0-1 0 0,0-1 1 0 0,0 1 0 0 0,0 0-1 0 0,1-1 1 0 0,-1 1-1 0 0,0 0 1 0 0,1-1 0 0 0,-1 0-1 0 0,1 1 1 0 0,-1-1 0 0 0,4 2-1 0 0,-4-3-5 0 0,0 0-1 0 0,0 0 1 0 0,0 0 0 0 0,0 0-1 0 0,0 0 1 0 0,1 0-1 0 0,-1 0 1 0 0,0 0-1 0 0,0 0 1 0 0,0 0-1 0 0,0-1 1 0 0,0 1 0 0 0,0-1-1 0 0,0 1 1 0 0,0-1-1 0 0,0 1 1 0 0,0-1-1 0 0,0 1 1 0 0,0-1-1 0 0,0 0 1 0 0,0 1-1 0 0,0-1 1 0 0,-1 0 0 0 0,1 0-1 0 0,0 0 1 0 0,-1 0-1 0 0,1 0 1 0 0,0 0-1 0 0,-1 0 1 0 0,1 0-1 0 0,-1 0 1 0 0,1-1 0 0 0,5-10 37 0 0,-1 0 0 0 0,0 0 0 0 0,-1-1 0 0 0,0 1 0 0 0,-1-1 0 0 0,2-15 0 0 0,10-37 220 0 0,-15 65-263 0 0,0-1 1 0 0,0 0 0 0 0,0 1-1 0 0,0-1 1 0 0,0 1 0 0 0,0-1-1 0 0,1 1 1 0 0,-1-1 0 0 0,0 1-1 0 0,0-1 1 0 0,0 1 0 0 0,1-1-1 0 0,-1 1 1 0 0,0-1 0 0 0,1 1-1 0 0,-1 0 1 0 0,0-1 0 0 0,1 1-1 0 0,-1-1 1 0 0,1 1-1 0 0,-1 0 1 0 0,0-1 0 0 0,1 1-1 0 0,-1 0 1 0 0,1 0 0 0 0,-1-1-1 0 0,1 1 1 0 0,-1 0 0 0 0,1 0-1 0 0,-1 0 1 0 0,1 0 0 0 0,-1-1-1 0 0,1 1 1 0 0,0 0 0 0 0,0 1 9 0 0,1 0 1 0 0,-1-1-1 0 0,0 1 0 0 0,0 0 1 0 0,0 0-1 0 0,0 0 1 0 0,-1 0-1 0 0,1 0 1 0 0,0 0-1 0 0,0 0 1 0 0,0 0-1 0 0,-1 0 1 0 0,2 2-1 0 0,15 39 456 0 0,3 34 412 0 0,18 153 0 0 0,-25-134-849 0 0,-12-92-73 0 0,1 14-767 0 0,9 32 1 0 0,-10-49 719 0 0,-1 0 0 0 0,0 1 1 0 0,0-1-1 0 0,0 0 0 0 0,0 0 0 0 0,1 0 1 0 0,-1 0-1 0 0,0 0 0 0 0,0 0 1 0 0,0 0-1 0 0,1 0 0 0 0,-1 0 0 0 0,0 0 1 0 0,0 0-1 0 0,1 0 0 0 0,-1 0 1 0 0,0 0-1 0 0,0 0 0 0 0,0 0 1 0 0,1 0-1 0 0,-1 0 0 0 0,0 0 0 0 0,0 0 1 0 0,0 0-1 0 0,1 0 0 0 0,-1 0 1 0 0,0 0-1 0 0,0 0 0 0 0,0 0 0 0 0,1 0 1 0 0,-1 0-1 0 0,0-1 0 0 0,0 1 1 0 0,0 0-1 0 0,0 0 0 0 0,0 0 1 0 0,1 0-1 0 0,-1-1 0 0 0,0 1 0 0 0,0 0 1 0 0,0 0-1 0 0,0 0 0 0 0,8-8-3529 0 0,-4 0 331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7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61 512 0 0,'-25'-48'6153'0'0,"25"47"-5958"0"0,0 0-1 0 0,0 1 1 0 0,0-1-1 0 0,-1 0 1 0 0,1 1-1 0 0,0-1 1 0 0,-1 0-1 0 0,1 1 1 0 0,0-1-1 0 0,-1 1 1 0 0,1-1-1 0 0,-1 0 1 0 0,1 1-1 0 0,-1-1 1 0 0,1 1-1 0 0,-1-1 0 0 0,0 1 1 0 0,1 0-1 0 0,-1-1 1 0 0,0 1-1 0 0,-1 11 1406 0 0,7 28-788 0 0,-5-38-736 0 0,18 118 1321 0 0,-4-21-601 0 0,28 102-1 0 0,-33-177-811 0 0,-9-23 9 0 0,0 0-1 0 0,0 0 1 0 0,1 0 0 0 0,-1 0 0 0 0,0 0 0 0 0,0 0 0 0 0,0 0-1 0 0,0 1 1 0 0,0-1 0 0 0,0 0 0 0 0,0 0 0 0 0,0 0 0 0 0,0 0-1 0 0,0 0 1 0 0,0 0 0 0 0,1 0 0 0 0,-1 0 0 0 0,0 0-1 0 0,0 0 1 0 0,0 0 0 0 0,0 0 0 0 0,0 0 0 0 0,0 0 0 0 0,0 0-1 0 0,1 0 1 0 0,-1 0 0 0 0,0 0 0 0 0,0 0 0 0 0,0 0 0 0 0,0 0-1 0 0,0 0 1 0 0,0 0 0 0 0,0 0 0 0 0,1 0 0 0 0,-1 0-1 0 0,0 0 1 0 0,0 0 0 0 0,0 0 0 0 0,0 0 0 0 0,0 0 0 0 0,0 0-1 0 0,0 0 1 0 0,0 0 0 0 0,0 0 0 0 0,1 0 0 0 0,-1 0 0 0 0,0-1-1 0 0,4-11-722 0 0,-2-8-168 0 0,-1 1-1 0 0,0-1 1 0 0,-2 1 0 0 0,0 0-1 0 0,-1-1 1 0 0,-5-19 0 0 0,-4-19-3548 0 0,8 41 3527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7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7 116 8 0 0,'-2'-15'-256'0'0,"1"11"775"0"0,0-1 0 0 0,0 1 1 0 0,0-1-1 0 0,1 1 1 0 0,0-1-1 0 0,0-7 1 0 0,1 10-334 0 0,0 0-1 0 0,-1 0 1 0 0,1 1 0 0 0,0-1-1 0 0,0 0 1 0 0,-1 0 0 0 0,2 1-1 0 0,-1-1 1 0 0,0 1 0 0 0,0-1-1 0 0,0 1 1 0 0,1 0 0 0 0,-1-1-1 0 0,0 1 1 0 0,1 0 0 0 0,0 0-1 0 0,-1 0 1 0 0,1 0 0 0 0,-1 0-1 0 0,3-1 1 0 0,13-4 400 0 0,-1 0 1 0 0,1 1-1 0 0,0 1 1 0 0,1 1 0 0 0,-1 0-1 0 0,1 1 1 0 0,-1 1-1 0 0,1 1 1 0 0,25 2-1 0 0,-40-1-555 0 0,0-1 0 0 0,0 1 1 0 0,0 0-1 0 0,1 0 0 0 0,-1 0 0 0 0,0 0 0 0 0,-1 0 0 0 0,1 0 1 0 0,0 1-1 0 0,0 0 0 0 0,0-1 0 0 0,-1 1 0 0 0,1 0 0 0 0,-1 0 1 0 0,4 4-1 0 0,-3-1 7 0 0,1-1 1 0 0,-1 1-1 0 0,0 0 1 0 0,-1 0 0 0 0,1 0-1 0 0,-1 0 1 0 0,0 0-1 0 0,2 7 1 0 0,0 4 40 0 0,-2-1 0 0 0,1 1-1 0 0,-2 0 1 0 0,0-1 0 0 0,-2 25 0 0 0,0-30-37 0 0,-1 1 1 0 0,-1 0-1 0 0,1-1 0 0 0,-2 1 1 0 0,1-1-1 0 0,-2 0 0 0 0,1 0 1 0 0,-1 0-1 0 0,-10 14 0 0 0,11-19-42 0 0,-1 1 0 0 0,1 0 1 0 0,-1-1-1 0 0,0 0 0 0 0,0 0 0 0 0,-1-1 0 0 0,-6 5 0 0 0,9-7-13 0 0,0 0 0 0 0,-1 0-1 0 0,1-1 1 0 0,-1 1 0 0 0,0-1-1 0 0,1 0 1 0 0,-1 0-1 0 0,0 0 1 0 0,0 0 0 0 0,0-1-1 0 0,1 0 1 0 0,-1 1 0 0 0,-6-2-1 0 0,8 1-38 0 0,0-1-1 0 0,0 1 0 0 0,1-1 0 0 0,-1 1 0 0 0,0-1 0 0 0,0 0 0 0 0,1 0 1 0 0,-1 1-1 0 0,1-1 0 0 0,-1-1 0 0 0,1 1 0 0 0,-1 0 0 0 0,1 0 0 0 0,0 0 1 0 0,0-1-1 0 0,-1 1 0 0 0,1-1 0 0 0,0 1 0 0 0,0-1 0 0 0,0 1 0 0 0,1-1 0 0 0,-1 1 1 0 0,0-1-1 0 0,0-2 0 0 0,0 2-68 0 0,0-1 1 0 0,1 1 0 0 0,-1 0-1 0 0,1 0 1 0 0,0 0-1 0 0,-1-1 1 0 0,1 1-1 0 0,0 0 1 0 0,1 0-1 0 0,-1-1 1 0 0,0 1 0 0 0,0 0-1 0 0,1 0 1 0 0,0-1-1 0 0,-1 1 1 0 0,1 0-1 0 0,0 0 1 0 0,1-3-1 0 0,2 0-421 0 0,-1-1 1 0 0,0 1-1 0 0,-1-1 0 0 0,4-10 0 0 0,-5 11 174 0 0,0 1 0 0 0,1 0 1 0 0,-1-1-1 0 0,1 1 0 0 0,0 0 1 0 0,1 0-1 0 0,-1 0 0 0 0,1 0 0 0 0,5-6 1 0 0,4-1-728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8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31 8 0 0,'8'-2'78'0'0,"11"-5"662"0"0,-13-1 4294 0 0,-14 2-1126 0 0,-12 0-2766 0 0,18 5-1066 0 0,-1 1 0 0 0,1 0 0 0 0,-1 0 1 0 0,0 0-1 0 0,1 0 0 0 0,-1 0 0 0 0,1 1 0 0 0,-1-1 0 0 0,1 1 0 0 0,-1 0 0 0 0,1-1 0 0 0,0 1 0 0 0,-1 0 0 0 0,1 1 0 0 0,0-1 0 0 0,0 0 0 0 0,-1 1 0 0 0,1-1 0 0 0,0 1 0 0 0,0 0 0 0 0,1-1 0 0 0,-1 1 1 0 0,0 0-1 0 0,1 0 0 0 0,-1 0 0 0 0,1 0 0 0 0,-1 1 0 0 0,1-1 0 0 0,-1 3 0 0 0,-2 2 24 0 0,1 0 0 0 0,0 0 1 0 0,1 1-1 0 0,0-1 0 0 0,0 1 0 0 0,0-1 0 0 0,1 1 0 0 0,-1 12 1 0 0,2-7 31 0 0,1 1 0 0 0,0-1 1 0 0,1 1-1 0 0,0-1 0 0 0,1 0 1 0 0,0 0-1 0 0,1 0 1 0 0,1 0-1 0 0,0 0 0 0 0,1-1 1 0 0,12 21-1 0 0,-17-31-111 0 0,0-1 0 0 0,0 0-1 0 0,0 0 1 0 0,0 0 0 0 0,0 1 0 0 0,0-1-1 0 0,0 0 1 0 0,1 0 0 0 0,-1 0 0 0 0,0-1-1 0 0,0 1 1 0 0,1 0 0 0 0,-1 0 0 0 0,1-1 0 0 0,-1 1-1 0 0,0-1 1 0 0,1 1 0 0 0,-1-1 0 0 0,1 0-1 0 0,-1 0 1 0 0,1 1 0 0 0,-1-1 0 0 0,1 0-1 0 0,0 0 1 0 0,-1 0 0 0 0,1-1 0 0 0,-1 1-1 0 0,1 0 1 0 0,-1 0 0 0 0,1-1 0 0 0,-1 1 0 0 0,0-1-1 0 0,1 0 1 0 0,-1 1 0 0 0,1-1 0 0 0,-1 0-1 0 0,0 0 1 0 0,0 0 0 0 0,1 0 0 0 0,-1 0-1 0 0,0 0 1 0 0,0 0 0 0 0,0 0 0 0 0,0 0-1 0 0,1-2 1 0 0,3-3 54 0 0,1-1 1 0 0,-1-1-1 0 0,-1 1 0 0 0,1-1 0 0 0,-1 1 0 0 0,4-12 1 0 0,-4 9 13 0 0,-1 0 1 0 0,0-1 0 0 0,-1 1 0 0 0,0 0 0 0 0,-1-1-1 0 0,0 1 1 0 0,0-1 0 0 0,-2-15 0 0 0,1 24-81 0 0,0-1 0 0 0,-1 1 1 0 0,1-1-1 0 0,-1 0 0 0 0,0 1 0 0 0,1-1 1 0 0,-1 1-1 0 0,0 0 0 0 0,-1-1 1 0 0,1 1-1 0 0,0 0 0 0 0,0-1 0 0 0,-1 1 1 0 0,0 0-1 0 0,1 0 0 0 0,-1 0 0 0 0,0 0 1 0 0,0 1-1 0 0,0-1 0 0 0,0 0 0 0 0,0 1 1 0 0,0 0-1 0 0,-1-1 0 0 0,1 1 1 0 0,0 0-1 0 0,-1 0 0 0 0,1 0 0 0 0,-1 0 1 0 0,1 1-1 0 0,-1-1 0 0 0,0 1 0 0 0,1-1 1 0 0,-1 1-1 0 0,1 0 0 0 0,-1 0 0 0 0,0 0 1 0 0,1 1-1 0 0,-6 0 0 0 0,6-1-102 0 0,-1 0 0 0 0,1 1 0 0 0,-1 0 0 0 0,1-1 0 0 0,-1 1 0 0 0,1 0 0 0 0,-1 0 0 0 0,1 0 0 0 0,0 0 0 0 0,0 0 0 0 0,0 1 0 0 0,-1-1-1 0 0,-1 3 1 0 0,3-3 31 0 0,1-1 0 0 0,-1 1-1 0 0,1-1 1 0 0,0 0 0 0 0,-1 1-1 0 0,1 0 1 0 0,0-1-1 0 0,0 1 1 0 0,0-1 0 0 0,-1 1-1 0 0,1-1 1 0 0,0 1 0 0 0,0 0-1 0 0,0-1 1 0 0,0 1-1 0 0,0-1 1 0 0,0 1 0 0 0,0-1-1 0 0,0 1 1 0 0,0 0 0 0 0,0-1-1 0 0,0 2 1 0 0,1-1-56 0 0,0 0 1 0 0,-1 0-1 0 0,1 1 1 0 0,0-1-1 0 0,0 0 1 0 0,0 0-1 0 0,0 0 1 0 0,-1 0-1 0 0,2 0 1 0 0,-1 0-1 0 0,0 0 1 0 0,0 0-1 0 0,2 1 1 0 0,0-2-262 0 0,0 1 0 0 0,0-1 1 0 0,0 1-1 0 0,0-1 0 0 0,0 0 0 0 0,0 0 0 0 0,-1 0 1 0 0,1 0-1 0 0,0-1 0 0 0,0 1 0 0 0,0-1 0 0 0,0 0 1 0 0,0 1-1 0 0,-1-1 0 0 0,1-1 0 0 0,0 1 0 0 0,2-2 1 0 0,2 1-1027 0 0,5-2-626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8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1 135 8 0 0,'8'-4'201'0'0,"1"-1"0"0"0,0 0 0 0 0,-1-1 0 0 0,0 0-1 0 0,-1 0 1 0 0,9-8 0 0 0,-11 9 566 0 0,1-1 1 0 0,-1 0-1 0 0,-1 0 0 0 0,1-1 0 0 0,-1 1 0 0 0,0-1 1 0 0,0 0-1 0 0,3-10 0 0 0,-7 17-678 0 0,1-1 0 0 0,-1 1-1 0 0,0-1 1 0 0,1 0 0 0 0,-1 1 0 0 0,0-1 0 0 0,0 1-1 0 0,0-1 1 0 0,1 1 0 0 0,-1-1 0 0 0,0 0-1 0 0,0 1 1 0 0,0-1 0 0 0,0 1 0 0 0,0-1-1 0 0,0 0 1 0 0,0 1 0 0 0,0-1 0 0 0,-1 1 0 0 0,1-1-1 0 0,0 0 1 0 0,0 1 0 0 0,0-1 0 0 0,-1 1-1 0 0,1-1 1 0 0,0 1 0 0 0,0-1 0 0 0,-1 1-1 0 0,1-1 1 0 0,-1 1 0 0 0,1-1 0 0 0,0 1 0 0 0,-1-1-1 0 0,1 1 1 0 0,-1 0 0 0 0,1-1 0 0 0,-1 1-1 0 0,1 0 1 0 0,-1-1 0 0 0,1 1 0 0 0,-2-1 0 0 0,1 1-11 0 0,0 0 1 0 0,-1 0-1 0 0,1 1 1 0 0,0-1-1 0 0,0 0 1 0 0,0 0-1 0 0,0 0 1 0 0,0 1-1 0 0,-1-1 1 0 0,1 1-1 0 0,0-1 1 0 0,0 1-1 0 0,0-1 1 0 0,0 1-1 0 0,0 0 1 0 0,0-1-1 0 0,0 1 1 0 0,1 0-1 0 0,-1 0 1 0 0,0 0-1 0 0,-1 1 1 0 0,-1 3 45 0 0,0 0 0 0 0,1 0 0 0 0,0 0 1 0 0,0 1-1 0 0,0-1 0 0 0,0 1 0 0 0,1-1 0 0 0,0 1 1 0 0,0-1-1 0 0,0 1 0 0 0,1 9 0 0 0,0 1 259 0 0,0 1 0 0 0,6 29 0 0 0,-3-38-261 0 0,0 0 1 0 0,0-1-1 0 0,0 1 0 0 0,1-1 0 0 0,0 1 0 0 0,1-1 0 0 0,-1 0 1 0 0,2-1-1 0 0,-1 1 0 0 0,10 8 0 0 0,-7-6 108 0 0,0 1-1 0 0,0-1 1 0 0,12 22-1 0 0,-17-25-110 0 0,0 0-1 0 0,0 0 1 0 0,-1 0-1 0 0,0 0 1 0 0,0 1-1 0 0,1 9 1 0 0,-3-13-103 0 0,0 0 0 0 0,0-1 1 0 0,0 1-1 0 0,0 0 1 0 0,-1 0-1 0 0,1-1 1 0 0,-1 1-1 0 0,0 0 1 0 0,0-1-1 0 0,0 1 1 0 0,0-1-1 0 0,0 1 1 0 0,0-1-1 0 0,-1 0 1 0 0,1 1-1 0 0,-1-1 0 0 0,0 0 1 0 0,0 0-1 0 0,-2 2 1 0 0,0 0-16 0 0,-1 0-1 0 0,1 0 1 0 0,-1 0-1 0 0,0-1 1 0 0,-1 1 0 0 0,1-1-1 0 0,0 0 1 0 0,-1-1 0 0 0,-8 3-1 0 0,12-4-18 0 0,-1 0-1 0 0,1-1 1 0 0,-1 1-1 0 0,0-1 1 0 0,1 0 0 0 0,-1 0-1 0 0,0 0 1 0 0,1 0-1 0 0,-1 0 1 0 0,0 0-1 0 0,1-1 1 0 0,-1 1 0 0 0,0-1-1 0 0,1 0 1 0 0,-1 0-1 0 0,1 0 1 0 0,-1 0-1 0 0,1 0 1 0 0,0-1 0 0 0,-1 1-1 0 0,1-1 1 0 0,0 1-1 0 0,-3-4 1 0 0,4 4-31 0 0,0 0 0 0 0,0 0 0 0 0,0 0 0 0 0,1 0 0 0 0,-1-1 0 0 0,0 1 1 0 0,1 0-1 0 0,-1 0 0 0 0,1-1 0 0 0,-1 1 0 0 0,1 0 0 0 0,0-1 0 0 0,-1 1 0 0 0,1 0 0 0 0,0-1 0 0 0,0 1 1 0 0,0 0-1 0 0,0-1 0 0 0,0-1 0 0 0,1-1-293 0 0,0 0 1 0 0,0 1-1 0 0,0-1 1 0 0,0 0 0 0 0,1 1-1 0 0,3-7 1 0 0,4-4-2401 0 0,0 1 0 0 0,16-18 1 0 0,-21 26 1442 0 0,7-6-191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8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 0 0,'1'0'328'0'0,"0"0"0"0"0,0 0 0 0 0,0 0 0 0 0,0 0 0 0 0,0 0 0 0 0,0 1-1 0 0,0-1 1 0 0,0 1 0 0 0,0-1 0 0 0,0 0 0 0 0,0 1 0 0 0,0-1 0 0 0,0 1 0 0 0,0 0 0 0 0,0-1 0 0 0,0 1 0 0 0,-1 0 0 0 0,1 0 0 0 0,0-1-1 0 0,1 3 1 0 0,-1-1 123 0 0,1 1 0 0 0,-1 0-1 0 0,0 0 1 0 0,1-1-1 0 0,-1 1 1 0 0,-1 0-1 0 0,2 5 1 0 0,0 7 351 0 0,-1-1-1 0 0,0 24 1 0 0,-2-27-306 0 0,1-9-465 0 0,0 29 377 0 0,1 0 0 0 0,9 56 0 0 0,-10-86-478 0 0,0 0-1 0 0,0 0 1 0 0,0 0 0 0 0,0 0 0 0 0,1 0-1 0 0,-1 0 1 0 0,0 0 0 0 0,1-1-1 0 0,-1 1 1 0 0,1 0 0 0 0,-1 0-1 0 0,1 0 1 0 0,-1 0 0 0 0,1-1-1 0 0,-1 1 1 0 0,1 0 0 0 0,0 0-1 0 0,-1-1 1 0 0,1 1 0 0 0,1 0-1 0 0,-2-1-30 0 0,1 0-1 0 0,0 0 0 0 0,-1 0 1 0 0,1 0-1 0 0,-1 0 0 0 0,1 0 1 0 0,-1 0-1 0 0,1-1 0 0 0,-1 1 1 0 0,1 0-1 0 0,-1 0 0 0 0,1 0 1 0 0,-1-1-1 0 0,1 1 0 0 0,-1 0 1 0 0,1-1-1 0 0,-1 1 0 0 0,1-1 1 0 0,-1 1-1 0 0,0 0 0 0 0,1-1 1 0 0,-1 1-1 0 0,1-1 0 0 0,-1 0 1 0 0,3-2-564 0 0,-1-1 1 0 0,1 0-1 0 0,-1 0 1 0 0,0-1 0 0 0,-1 1-1 0 0,1 0 1 0 0,0-5-1 0 0,1-5-1607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8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8 0 0,'1'-5'218'0'0,"6"-17"281"0"0,-1 13 3006 0 0,-5 9-3321 0 0,0 1-1 0 0,-1-1 0 0 0,1 1 0 0 0,0-1 1 0 0,-1 1-1 0 0,1 0 0 0 0,-1-1 0 0 0,1 1 1 0 0,0-1-1 0 0,-1 1 0 0 0,1 0 0 0 0,-1 0 1 0 0,0-1-1 0 0,1 1 0 0 0,-1 0 0 0 0,0 0 1 0 0,1-1-1 0 0,-1 1 0 0 0,0 0 0 0 0,0 0 1 0 0,0 1-1 0 0,7 23 1111 0 0,-6-24-1083 0 0,35 212 4304 0 0,-6-32-2895 0 0,-27-166-1708 0 0,0 0-1 0 0,1-1 1 0 0,10 22 0 0 0,-14-49-2800 0 0,-4-11 2124 0 0,-15-26-5234 0 0,14 38 3652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9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0 154 8 0 0,'42'-1'7107'0'0,"-31"0"-6477"0"0,0-1 1 0 0,0-1-1 0 0,-1 0 1 0 0,1 0 0 0 0,0-1-1 0 0,-1 0 1 0 0,0-1-1 0 0,18-11 1 0 0,2-5 456 0 0,38-34 1 0 0,-39 30-654 0 0,-29 25-425 0 0,1-1 0 0 0,0 0 0 0 0,-1 0 0 0 0,1 0 0 0 0,0 1 0 0 0,0-1 0 0 0,0 0 0 0 0,0 1 0 0 0,0-1 0 0 0,0 1-1 0 0,0-1 1 0 0,0 1 0 0 0,0-1 0 0 0,0 1 0 0 0,0 0 0 0 0,0-1 0 0 0,0 1 0 0 0,0 0 0 0 0,0 0 0 0 0,0 0 0 0 0,1 0 0 0 0,-1 0-1 0 0,0 0 1 0 0,0 0 0 0 0,0 0 0 0 0,0 1 0 0 0,0-1 0 0 0,0 0 0 0 0,0 1 0 0 0,0-1 0 0 0,0 0 0 0 0,0 1 0 0 0,0-1 0 0 0,0 1 0 0 0,0 0-1 0 0,0-1 1 0 0,0 1 0 0 0,0 0 0 0 0,-1 0 0 0 0,1-1 0 0 0,0 1 0 0 0,0 0 0 0 0,-1 0 0 0 0,1 0 0 0 0,-1 0 0 0 0,1 0 0 0 0,-1 0 0 0 0,1 2-1 0 0,3 6 13 0 0,0 1-1 0 0,-1 0 0 0 0,-1 0 1 0 0,2 14-1 0 0,-1-8 27 0 0,31 106 274 0 0,1 11-556 0 0,-34-130-693 0 0,0-4-237 0 0,1-11-1540 0 0,-1-18-1855 0 0,-2 17 3368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9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1 184 0 0,'-1'3'528'0'0,"-6"2"872"0"0,0-1-815 0 0,1 1 295 0 0,3-3 104 0 0,1 1-328 0 0,1-1-128 0 0,-1 2-192 0 0,2-3-240 0 0,0 1-336 0 0,2 0 32 0 0,1-1-56 0 0,0 3-24 0 0,1-1-8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9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8 0 0,'5'35'8029'0'0,"9"2"-4554"0"0,25 37-3063 0 0,-14-28 685 0 0,-20-35-866 0 0,1 0-1 0 0,1-1 1 0 0,0 0 0 0 0,0 0-1 0 0,1 0 1 0 0,14 12-1 0 0,-22-21-221 0 0,0-1-1 0 0,0 1 0 0 0,1-1 1 0 0,-1 1-1 0 0,0-1 1 0 0,1 0-1 0 0,-1 1 0 0 0,1-1 1 0 0,-1 1-1 0 0,1-1 1 0 0,-1 0-1 0 0,1 0 0 0 0,-1 1 1 0 0,1-1-1 0 0,-1 0 0 0 0,1 0 1 0 0,-1 1-1 0 0,1-1 1 0 0,-1 0-1 0 0,1 0 0 0 0,-1 0 1 0 0,1 0-1 0 0,-1 0 1 0 0,1 0-1 0 0,0 0 0 0 0,-1 0 1 0 0,1 0-1 0 0,-1 0 1 0 0,1 0-1 0 0,-1 0 0 0 0,1 0 1 0 0,-1-1-1 0 0,1 1 1 0 0,-1 0-1 0 0,1 0 0 0 0,-1-1 1 0 0,1 1-1 0 0,-1 0 1 0 0,1-1-1 0 0,-1 1 0 0 0,1 0 1 0 0,-1-1-1 0 0,1 1 1 0 0,-1 0-1 0 0,0-1 0 0 0,1 1 1 0 0,-1-1-1 0 0,0 1 1 0 0,0-1-1 0 0,1 1 0 0 0,-1-1 1 0 0,0 1-1 0 0,0-1 1 0 0,0 1-1 0 0,1-1 0 0 0,-1 0 1 0 0,0 1-1 0 0,0-1 1 0 0,0 1-1 0 0,0-2 0 0 0,1-6-24 0 0,0 0-1 0 0,-1-1 1 0 0,-1-11-1 0 0,1 10-27 0 0,0-24-198 0 0,3-80-165 0 0,-1 99 179 0 0,0-1 0 0 0,2 1 0 0 0,-1 1 0 0 0,2-1 0 0 0,9-22 0 0 0,-12 34-260 0 0,0 0 0 0 0,0 0 0 0 0,0 0-1 0 0,1 0 1 0 0,-1 1 0 0 0,1-1 0 0 0,0 1 0 0 0,0-1 0 0 0,0 1-1 0 0,0 0 1 0 0,0 0 0 0 0,0 0 0 0 0,1 1 0 0 0,-1-1 0 0 0,0 1-1 0 0,1 0 1 0 0,-1-1 0 0 0,1 2 0 0 0,5-2 0 0 0,-2 2-224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9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5:59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8 0 0,'9'25'0'0'0,"4"7"0"0"0,-11-30 80 0 0,-1 0 1 0 0,1-1-1 0 0,0 1 0 0 0,0-1 1 0 0,0 1-1 0 0,-1-1 1 0 0,1 0-1 0 0,0 0 0 0 0,0 0 1 0 0,1 0-1 0 0,-1 0 0 0 0,0 0 1 0 0,0-1-1 0 0,4 2 1 0 0,18 0 4417 0 0,-22-3-4212 0 0,0-1 0 0 0,-1 0 0 0 0,0 0 0 0 0,1 1 0 0 0,-1-1 0 0 0,0 0 0 0 0,0 0-1 0 0,2-5 1 0 0,3-5 264 0 0,2 3-25 0 0,11-17 876 0 0,-18 25-1347 0 0,-1 0 1 0 0,1 0 0 0 0,-1 0-1 0 0,1-1 1 0 0,-1 1 0 0 0,0 0-1 0 0,1 0 1 0 0,-1 0 0 0 0,0 0 0 0 0,0 0-1 0 0,0-1 1 0 0,0 1 0 0 0,0 0-1 0 0,0 0 1 0 0,0 0 0 0 0,0 0-1 0 0,0-1 1 0 0,0 1 0 0 0,-1 0-1 0 0,1 0 1 0 0,-1 0 0 0 0,1 0 0 0 0,-1-2-1 0 0,0 3-37 0 0,1-1 0 0 0,-1 0 0 0 0,1 1 1 0 0,-1-1-1 0 0,1 0 0 0 0,-1 1 0 0 0,1-1 0 0 0,-1 1 0 0 0,1-1 0 0 0,-1 1 0 0 0,0-1 0 0 0,1 1 0 0 0,-1 0 0 0 0,0-1 0 0 0,0 1 0 0 0,1 0 1 0 0,-1 0-1 0 0,0-1 0 0 0,0 1 0 0 0,1 0 0 0 0,-1 0 0 0 0,0 0 0 0 0,0 0 0 0 0,0 0 0 0 0,-1 0 0 0 0,1 0 5 0 0,-1 1 0 0 0,1-1 0 0 0,-1 1 0 0 0,0 0 0 0 0,1-1 0 0 0,-1 1 0 0 0,1 0 0 0 0,-1 0 0 0 0,1 0 0 0 0,0 0 0 0 0,-2 2 0 0 0,-1 0 35 0 0,1 1-1 0 0,0-1 1 0 0,0 1-1 0 0,0 0 1 0 0,1 0-1 0 0,-1 0 1 0 0,-3 8-1 0 0,4 0 162 0 0,0 0-1 0 0,0 0 0 0 0,1 0 0 0 0,1 0 1 0 0,0 0-1 0 0,1 1 0 0 0,0-1 0 0 0,1 0 0 0 0,0-1 1 0 0,0 1-1 0 0,2 0 0 0 0,-1-1 0 0 0,2 1 0 0 0,5 10 1 0 0,-9-20-176 0 0,-1 0 1 0 0,1 0-1 0 0,0 0 1 0 0,0 0-1 0 0,1 0 0 0 0,-1 0 1 0 0,0-1-1 0 0,1 1 1 0 0,-1-1-1 0 0,0 1 1 0 0,1-1-1 0 0,0 1 1 0 0,-1-1-1 0 0,1 0 1 0 0,0 0-1 0 0,0 0 1 0 0,0 0-1 0 0,0 0 1 0 0,0 0-1 0 0,0 0 1 0 0,0-1-1 0 0,0 1 1 0 0,0-1-1 0 0,0 1 1 0 0,0-1-1 0 0,0 0 1 0 0,0 0-1 0 0,0 0 1 0 0,1 0-1 0 0,-1 0 1 0 0,0 0-1 0 0,0-1 1 0 0,0 1-1 0 0,0-1 1 0 0,0 1-1 0 0,0-1 1 0 0,0 0-1 0 0,0 0 1 0 0,0 0-1 0 0,2-2 1 0 0,3-1-38 0 0,0-1 1 0 0,0 0-1 0 0,-1 0 0 0 0,1-1 1 0 0,-1 1-1 0 0,-1-1 1 0 0,1-1-1 0 0,-1 1 0 0 0,6-10 1 0 0,1-3-589 0 0,8-13-6620 0 0,-19 25 5599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6:09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91 8 0 0,'-5'-6'407'0'0,"0"0"0"0"0,1-1 0 0 0,-1 1 0 0 0,1-1 0 0 0,1 0 0 0 0,-1 0 0 0 0,-2-10 0 0 0,-7-11 3644 0 0,13 37-483 0 0,1 37-2563 0 0,48 382 2957 0 0,-48-424-3882 0 0,2 27 219 0 0,-1-20-162 0 0,-2-13 46 0 0,-10-198 149 0 0,14 89-263 0 0,-2 96-29 0 0,0 0 1 0 0,1 0-1 0 0,1 0 1 0 0,0 0-1 0 0,8-18 1 0 0,-12 32-36 0 0,1 0 0 0 0,-1-1 0 0 0,1 1 0 0 0,0 0 0 0 0,-1 0 1 0 0,1-1-1 0 0,0 1 0 0 0,0 0 0 0 0,0 0 0 0 0,0 0 0 0 0,0 0 0 0 0,0 0 0 0 0,0 0 0 0 0,0 0 0 0 0,0 0 1 0 0,0 1-1 0 0,0-1 0 0 0,1 0 0 0 0,-1 0 0 0 0,0 1 0 0 0,0-1 0 0 0,2 0 0 0 0,-1 2 4 0 0,-1-1-1 0 0,1 0 0 0 0,-1 0 1 0 0,1 1-1 0 0,-1-1 1 0 0,1 0-1 0 0,-1 1 1 0 0,0 0-1 0 0,1-1 1 0 0,-1 1-1 0 0,0 0 0 0 0,0-1 1 0 0,1 1-1 0 0,-1 0 1 0 0,0 0-1 0 0,0 0 1 0 0,1 2-1 0 0,6 6 26 0 0,0 1-1 0 0,-1 0 1 0 0,-1 1-1 0 0,6 11 1 0 0,-9-16-46 0 0,22 42 167 0 0,21 57-1 0 0,-37-81-118 0 0,-1 1 1 0 0,-1-1-1 0 0,-1 2 1 0 0,3 37-1 0 0,-9-59-33 0 0,2 20-250 0 0,-2-23 92 0 0,1-2-45 0 0,-1-15-349 0 0,1-36-6433 0 0,10-63 1 0 0,-9 97 6159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1:06:10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8 0 0,'11'-30'198'0'0,"-11"29"-162"0"0,0 1 0 0 0,1 0 0 0 0,-1-1 0 0 0,0 1-1 0 0,0 0 1 0 0,0 0 0 0 0,1-1 0 0 0,-1 1 0 0 0,0 0-1 0 0,0 0 1 0 0,1-1 0 0 0,-1 1 0 0 0,0 0 0 0 0,0 0 0 0 0,1 0-1 0 0,-1-1 1 0 0,0 1 0 0 0,1 0 0 0 0,-1 0 0 0 0,0 0-1 0 0,1 0 1 0 0,-1 0 0 0 0,0 0 0 0 0,1 0 0 0 0,-1 0 0 0 0,0 0-1 0 0,1 0 1 0 0,-1 0 0 0 0,0 0 0 0 0,1 0 0 0 0,0 1 102 0 0,0-1 1 0 0,-1 1-1 0 0,1 0 1 0 0,0-1-1 0 0,0 1 1 0 0,-1 0-1 0 0,1 0 1 0 0,-1 0-1 0 0,1 0 1 0 0,0 0-1 0 0,-1 0 1 0 0,0 0-1 0 0,1 0 1 0 0,-1 0-1 0 0,1 1 1 0 0,32 105 4095 0 0,8 22-2059 0 0,-30-99-1598 0 0,-4-10 171 0 0,19 39 1 0 0,-23-54-602 0 0,-1 0-1 0 0,1-1 1 0 0,0 0 0 0 0,1 1-1 0 0,-1-1 1 0 0,1 0 0 0 0,-1-1 0 0 0,1 1-1 0 0,0-1 1 0 0,0 1 0 0 0,1-1-1 0 0,-1 0 1 0 0,7 2 0 0 0,-9-4-90 0 0,0 0 0 0 0,0-1 0 0 0,0 1 1 0 0,0-1-1 0 0,0 1 0 0 0,0-1 1 0 0,0 0-1 0 0,0 0 0 0 0,0 0 0 0 0,1 0 1 0 0,-1 0-1 0 0,0-1 0 0 0,0 1 0 0 0,0-1 1 0 0,0 1-1 0 0,0-1 0 0 0,0 0 0 0 0,0 1 1 0 0,0-1-1 0 0,0 0 0 0 0,-1 0 1 0 0,1-1-1 0 0,0 1 0 0 0,-1 0 0 0 0,1-1 1 0 0,0 1-1 0 0,-1-1 0 0 0,0 1 0 0 0,1-1 1 0 0,-1 1-1 0 0,0-1 0 0 0,0 0 1 0 0,0 0-1 0 0,2-4 0 0 0,2-5 148 0 0,0 0 0 0 0,-1 0 0 0 0,0-1 1 0 0,4-18-1 0 0,-5 15-91 0 0,-1 0 0 0 0,0 0 0 0 0,-1 0 0 0 0,0 0 0 0 0,-1 0 0 0 0,-1 1 1 0 0,-1-1-1 0 0,0 0 0 0 0,-6-22 0 0 0,7 32-91 0 0,-1-1 0 0 0,0 0 0 0 0,-1 1 0 0 0,1-1 0 0 0,-1 1 0 0 0,0 0 0 0 0,0 0 0 0 0,-1 0 0 0 0,1 0 0 0 0,-1 1 0 0 0,0-1 0 0 0,0 1 0 0 0,-1 0 0 0 0,0 0 0 0 0,1 0 0 0 0,-1 1 0 0 0,0 0 0 0 0,-1 0 0 0 0,1 0-1 0 0,0 0 1 0 0,-1 1 0 0 0,1 0 0 0 0,-1 0 0 0 0,0 1 0 0 0,0 0 0 0 0,-8-2 0 0 0,-3 2-132 0 0,-6-1-277 0 0,1-1 0 0 0,-30-8 0 0 0,47 9-441 0 0,1 0-1 0 0,-1 0 1 0 0,1 0-1 0 0,0-1 1 0 0,-7-5-1 0 0,4 3-2179 0 0,-2 0-998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31A1-3D5C-4ED7-BBD2-D3B42D27A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329E7-FD43-44A5-A812-7493DA5A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4C31D-FC95-4804-B31A-8BB44F00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F2264-F0A4-440E-B7AD-CB99C363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87DD-526A-45FC-AAD2-493A5124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A13D-9B6F-49B7-9E32-2D770708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784C-D174-4306-AF0A-07F99837C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3F1B8-1422-4C8B-93A1-BB031AF0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8114C-5AFD-457E-9433-470C769B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B9D7-8004-4331-963F-D48BDA3F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62CF-C0AE-4026-A39C-E9437508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32F4-C426-497B-A42F-451826547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5F231-1414-413D-BD8A-1F72D317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6A89B-0053-4225-AFD8-BB2349EF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D9BF-AF93-4F8A-835E-70EF7F0B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0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FB21-FEB6-497E-BEB1-43344E91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BD31-3894-4AD0-BFF2-2255E3A41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BCB04-0BF3-4362-A6E9-9DFF4F1F3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75ACB-2F25-4C32-85A4-BA520D81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7AD4E-822D-4755-85DD-D644FE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CC394-095E-4764-9414-A0C16B68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FE6C-9596-4F11-BDB7-5465EE64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6F121-C858-41F3-B4C4-D3D738AA7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7C481-D18B-4CC9-9B30-3CF9FA5E4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4FF34-6BCC-4EF9-B321-50D94107A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89F12-1D9B-4AE3-894A-1CD7B98F6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487D3-98CA-44EE-9657-7A15862A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F799E-E9D7-4C27-B280-1E788772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13A8A-A232-4B2D-8449-3866D7D5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4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5535-9830-48A9-B342-C0608BC9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529E2-F85F-4760-BA43-256CD8A0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B6BD6-6D94-4BCF-9190-5CF40441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D1B6-7D5E-4909-BFF5-1D2A21CB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6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956EF-151C-4107-87B0-666EA180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4CEB4-8402-4631-B54E-5E19DE00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806C5-7E0A-4E08-909A-721AAEF4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E3FA-0BB7-4D1B-9176-E5C68BF1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C9F8-23C7-406A-BFA9-3BFEAD852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4322F-CF18-4B28-A4D7-A887AB452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0756E-1161-426D-BF17-518FA5C6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7DBC7-5421-439B-98CA-7CADD90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11147-6B32-455B-8528-5EEAA1C9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0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7147-D633-4F62-B68E-682E5DAF5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66677-E84F-45C5-A8FE-670B5DD19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F14CC-A5E2-4217-91E5-B1B621E0E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3221-7AA4-4E6B-B8E6-92383688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B08B-887D-4089-8929-1C0673B9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5B2A2-EDD8-4A97-9A57-F2080B4B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2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7C32-EB1F-4905-87A8-219333BE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96CD3-7573-4788-8A0D-E2048A4E1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201B-A80C-46B1-8603-4C563535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7893B-05E9-4EC5-BABD-173181AF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7582-4B91-41F8-B1DA-3731CBE7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8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EC99E-198F-479B-A841-EB4A80CE7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5EA45-3E86-461E-B4DC-F13611A49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6A46-B5BC-49D8-88C2-BD3E132B9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52151-967F-4C11-ADA1-C7B933DA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E7443-682E-4FDC-B2A5-5CA5DCCA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3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3D982-A458-409F-843D-2DD5B04F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D8103-0EAA-496C-BD43-7B84051CC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C3F57-87B3-4345-9396-D7C3E704C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400FF-F8B8-4C93-985B-4879076B472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37365-078E-4B45-881C-0544384EE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E9D04-2029-4518-B977-D22AB8A1E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643B0-9D45-4672-AF7B-AF87F6C2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366" Type="http://schemas.openxmlformats.org/officeDocument/2006/relationships/customXml" Target="../ink/ink183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241" Type="http://schemas.openxmlformats.org/officeDocument/2006/relationships/image" Target="../media/image120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371" Type="http://schemas.openxmlformats.org/officeDocument/2006/relationships/image" Target="../media/image185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4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361" Type="http://schemas.openxmlformats.org/officeDocument/2006/relationships/image" Target="../media/image180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2.xml"/><Relationship Id="rId319" Type="http://schemas.openxmlformats.org/officeDocument/2006/relationships/image" Target="../media/image159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330" Type="http://schemas.openxmlformats.org/officeDocument/2006/relationships/customXml" Target="../ink/ink165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72" Type="http://schemas.openxmlformats.org/officeDocument/2006/relationships/customXml" Target="../ink/ink186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341" Type="http://schemas.openxmlformats.org/officeDocument/2006/relationships/image" Target="../media/image170.png"/><Relationship Id="rId362" Type="http://schemas.openxmlformats.org/officeDocument/2006/relationships/customXml" Target="../ink/ink181.xml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352" Type="http://schemas.openxmlformats.org/officeDocument/2006/relationships/customXml" Target="../ink/ink176.xml"/><Relationship Id="rId373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42" Type="http://schemas.openxmlformats.org/officeDocument/2006/relationships/customXml" Target="../ink/ink171.xml"/><Relationship Id="rId363" Type="http://schemas.openxmlformats.org/officeDocument/2006/relationships/image" Target="../media/image181.png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32" Type="http://schemas.openxmlformats.org/officeDocument/2006/relationships/customXml" Target="../ink/ink166.xml"/><Relationship Id="rId353" Type="http://schemas.openxmlformats.org/officeDocument/2006/relationships/image" Target="../media/image176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343" Type="http://schemas.openxmlformats.org/officeDocument/2006/relationships/image" Target="../media/image171.png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287" Type="http://schemas.openxmlformats.org/officeDocument/2006/relationships/image" Target="../media/image143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344" Type="http://schemas.openxmlformats.org/officeDocument/2006/relationships/customXml" Target="../ink/ink172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image" Target="../media/image182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55" Type="http://schemas.openxmlformats.org/officeDocument/2006/relationships/image" Target="../media/image177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303" Type="http://schemas.openxmlformats.org/officeDocument/2006/relationships/image" Target="../media/image15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251" Type="http://schemas.openxmlformats.org/officeDocument/2006/relationships/image" Target="../media/image125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220" Type="http://schemas.openxmlformats.org/officeDocument/2006/relationships/customXml" Target="../ink/ink110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4.png"/><Relationship Id="rId21" Type="http://schemas.openxmlformats.org/officeDocument/2006/relationships/image" Target="../media/image196.png"/><Relationship Id="rId42" Type="http://schemas.openxmlformats.org/officeDocument/2006/relationships/customXml" Target="../ink/ink207.xml"/><Relationship Id="rId63" Type="http://schemas.openxmlformats.org/officeDocument/2006/relationships/image" Target="../media/image217.png"/><Relationship Id="rId84" Type="http://schemas.openxmlformats.org/officeDocument/2006/relationships/customXml" Target="../ink/ink228.xml"/><Relationship Id="rId138" Type="http://schemas.openxmlformats.org/officeDocument/2006/relationships/customXml" Target="../ink/ink255.xml"/><Relationship Id="rId159" Type="http://schemas.openxmlformats.org/officeDocument/2006/relationships/image" Target="../media/image265.png"/><Relationship Id="rId170" Type="http://schemas.openxmlformats.org/officeDocument/2006/relationships/customXml" Target="../ink/ink271.xml"/><Relationship Id="rId191" Type="http://schemas.openxmlformats.org/officeDocument/2006/relationships/image" Target="../media/image281.png"/><Relationship Id="rId107" Type="http://schemas.openxmlformats.org/officeDocument/2006/relationships/image" Target="../media/image239.png"/><Relationship Id="rId11" Type="http://schemas.openxmlformats.org/officeDocument/2006/relationships/image" Target="../media/image191.png"/><Relationship Id="rId32" Type="http://schemas.openxmlformats.org/officeDocument/2006/relationships/customXml" Target="../ink/ink202.xml"/><Relationship Id="rId53" Type="http://schemas.openxmlformats.org/officeDocument/2006/relationships/image" Target="../media/image212.png"/><Relationship Id="rId74" Type="http://schemas.openxmlformats.org/officeDocument/2006/relationships/customXml" Target="../ink/ink223.xml"/><Relationship Id="rId128" Type="http://schemas.openxmlformats.org/officeDocument/2006/relationships/customXml" Target="../ink/ink250.xml"/><Relationship Id="rId149" Type="http://schemas.openxmlformats.org/officeDocument/2006/relationships/image" Target="../media/image260.png"/><Relationship Id="rId5" Type="http://schemas.openxmlformats.org/officeDocument/2006/relationships/image" Target="../media/image188.png"/><Relationship Id="rId95" Type="http://schemas.openxmlformats.org/officeDocument/2006/relationships/image" Target="../media/image233.png"/><Relationship Id="rId160" Type="http://schemas.openxmlformats.org/officeDocument/2006/relationships/customXml" Target="../ink/ink266.xml"/><Relationship Id="rId181" Type="http://schemas.openxmlformats.org/officeDocument/2006/relationships/image" Target="../media/image276.png"/><Relationship Id="rId22" Type="http://schemas.openxmlformats.org/officeDocument/2006/relationships/customXml" Target="../ink/ink197.xml"/><Relationship Id="rId43" Type="http://schemas.openxmlformats.org/officeDocument/2006/relationships/image" Target="../media/image207.png"/><Relationship Id="rId64" Type="http://schemas.openxmlformats.org/officeDocument/2006/relationships/customXml" Target="../ink/ink218.xml"/><Relationship Id="rId118" Type="http://schemas.openxmlformats.org/officeDocument/2006/relationships/customXml" Target="../ink/ink245.xml"/><Relationship Id="rId139" Type="http://schemas.openxmlformats.org/officeDocument/2006/relationships/image" Target="../media/image255.png"/><Relationship Id="rId85" Type="http://schemas.openxmlformats.org/officeDocument/2006/relationships/image" Target="../media/image228.png"/><Relationship Id="rId150" Type="http://schemas.openxmlformats.org/officeDocument/2006/relationships/customXml" Target="../ink/ink261.xml"/><Relationship Id="rId171" Type="http://schemas.openxmlformats.org/officeDocument/2006/relationships/image" Target="../media/image271.png"/><Relationship Id="rId192" Type="http://schemas.openxmlformats.org/officeDocument/2006/relationships/customXml" Target="../ink/ink282.xml"/><Relationship Id="rId12" Type="http://schemas.openxmlformats.org/officeDocument/2006/relationships/customXml" Target="../ink/ink192.xml"/><Relationship Id="rId33" Type="http://schemas.openxmlformats.org/officeDocument/2006/relationships/image" Target="../media/image202.png"/><Relationship Id="rId108" Type="http://schemas.openxmlformats.org/officeDocument/2006/relationships/customXml" Target="../ink/ink240.xml"/><Relationship Id="rId129" Type="http://schemas.openxmlformats.org/officeDocument/2006/relationships/image" Target="../media/image250.png"/><Relationship Id="rId54" Type="http://schemas.openxmlformats.org/officeDocument/2006/relationships/customXml" Target="../ink/ink213.xml"/><Relationship Id="rId75" Type="http://schemas.openxmlformats.org/officeDocument/2006/relationships/image" Target="../media/image223.png"/><Relationship Id="rId96" Type="http://schemas.openxmlformats.org/officeDocument/2006/relationships/customXml" Target="../ink/ink234.xml"/><Relationship Id="rId140" Type="http://schemas.openxmlformats.org/officeDocument/2006/relationships/customXml" Target="../ink/ink256.xml"/><Relationship Id="rId161" Type="http://schemas.openxmlformats.org/officeDocument/2006/relationships/image" Target="../media/image266.png"/><Relationship Id="rId182" Type="http://schemas.openxmlformats.org/officeDocument/2006/relationships/customXml" Target="../ink/ink277.xml"/><Relationship Id="rId6" Type="http://schemas.openxmlformats.org/officeDocument/2006/relationships/customXml" Target="../ink/ink189.xml"/><Relationship Id="rId23" Type="http://schemas.openxmlformats.org/officeDocument/2006/relationships/image" Target="../media/image197.png"/><Relationship Id="rId119" Type="http://schemas.openxmlformats.org/officeDocument/2006/relationships/image" Target="../media/image245.png"/><Relationship Id="rId44" Type="http://schemas.openxmlformats.org/officeDocument/2006/relationships/customXml" Target="../ink/ink208.xml"/><Relationship Id="rId65" Type="http://schemas.openxmlformats.org/officeDocument/2006/relationships/image" Target="../media/image218.png"/><Relationship Id="rId86" Type="http://schemas.openxmlformats.org/officeDocument/2006/relationships/customXml" Target="../ink/ink229.xml"/><Relationship Id="rId130" Type="http://schemas.openxmlformats.org/officeDocument/2006/relationships/customXml" Target="../ink/ink251.xml"/><Relationship Id="rId151" Type="http://schemas.openxmlformats.org/officeDocument/2006/relationships/image" Target="../media/image261.png"/><Relationship Id="rId172" Type="http://schemas.openxmlformats.org/officeDocument/2006/relationships/customXml" Target="../ink/ink272.xml"/><Relationship Id="rId193" Type="http://schemas.openxmlformats.org/officeDocument/2006/relationships/customXml" Target="../ink/ink283.xml"/><Relationship Id="rId13" Type="http://schemas.openxmlformats.org/officeDocument/2006/relationships/image" Target="../media/image192.png"/><Relationship Id="rId109" Type="http://schemas.openxmlformats.org/officeDocument/2006/relationships/image" Target="../media/image240.png"/><Relationship Id="rId34" Type="http://schemas.openxmlformats.org/officeDocument/2006/relationships/customXml" Target="../ink/ink203.xml"/><Relationship Id="rId55" Type="http://schemas.openxmlformats.org/officeDocument/2006/relationships/image" Target="../media/image213.png"/><Relationship Id="rId76" Type="http://schemas.openxmlformats.org/officeDocument/2006/relationships/customXml" Target="../ink/ink224.xml"/><Relationship Id="rId97" Type="http://schemas.openxmlformats.org/officeDocument/2006/relationships/image" Target="../media/image234.png"/><Relationship Id="rId120" Type="http://schemas.openxmlformats.org/officeDocument/2006/relationships/customXml" Target="../ink/ink246.xml"/><Relationship Id="rId141" Type="http://schemas.openxmlformats.org/officeDocument/2006/relationships/image" Target="../media/image256.png"/><Relationship Id="rId7" Type="http://schemas.openxmlformats.org/officeDocument/2006/relationships/image" Target="../media/image189.png"/><Relationship Id="rId71" Type="http://schemas.openxmlformats.org/officeDocument/2006/relationships/image" Target="../media/image221.png"/><Relationship Id="rId92" Type="http://schemas.openxmlformats.org/officeDocument/2006/relationships/customXml" Target="../ink/ink232.xml"/><Relationship Id="rId162" Type="http://schemas.openxmlformats.org/officeDocument/2006/relationships/customXml" Target="../ink/ink267.xml"/><Relationship Id="rId183" Type="http://schemas.openxmlformats.org/officeDocument/2006/relationships/image" Target="../media/image277.png"/><Relationship Id="rId2" Type="http://schemas.openxmlformats.org/officeDocument/2006/relationships/customXml" Target="../ink/ink187.xml"/><Relationship Id="rId29" Type="http://schemas.openxmlformats.org/officeDocument/2006/relationships/image" Target="../media/image200.png"/><Relationship Id="rId24" Type="http://schemas.openxmlformats.org/officeDocument/2006/relationships/customXml" Target="../ink/ink198.xml"/><Relationship Id="rId40" Type="http://schemas.openxmlformats.org/officeDocument/2006/relationships/customXml" Target="../ink/ink206.xml"/><Relationship Id="rId45" Type="http://schemas.openxmlformats.org/officeDocument/2006/relationships/image" Target="../media/image208.png"/><Relationship Id="rId66" Type="http://schemas.openxmlformats.org/officeDocument/2006/relationships/customXml" Target="../ink/ink219.xml"/><Relationship Id="rId87" Type="http://schemas.openxmlformats.org/officeDocument/2006/relationships/image" Target="../media/image229.png"/><Relationship Id="rId110" Type="http://schemas.openxmlformats.org/officeDocument/2006/relationships/customXml" Target="../ink/ink241.xml"/><Relationship Id="rId115" Type="http://schemas.openxmlformats.org/officeDocument/2006/relationships/image" Target="../media/image243.png"/><Relationship Id="rId131" Type="http://schemas.openxmlformats.org/officeDocument/2006/relationships/image" Target="../media/image251.png"/><Relationship Id="rId136" Type="http://schemas.openxmlformats.org/officeDocument/2006/relationships/customXml" Target="../ink/ink254.xml"/><Relationship Id="rId157" Type="http://schemas.openxmlformats.org/officeDocument/2006/relationships/image" Target="../media/image264.png"/><Relationship Id="rId178" Type="http://schemas.openxmlformats.org/officeDocument/2006/relationships/customXml" Target="../ink/ink275.xml"/><Relationship Id="rId61" Type="http://schemas.openxmlformats.org/officeDocument/2006/relationships/image" Target="../media/image216.png"/><Relationship Id="rId82" Type="http://schemas.openxmlformats.org/officeDocument/2006/relationships/customXml" Target="../ink/ink227.xml"/><Relationship Id="rId152" Type="http://schemas.openxmlformats.org/officeDocument/2006/relationships/customXml" Target="../ink/ink262.xml"/><Relationship Id="rId173" Type="http://schemas.openxmlformats.org/officeDocument/2006/relationships/image" Target="../media/image272.png"/><Relationship Id="rId194" Type="http://schemas.openxmlformats.org/officeDocument/2006/relationships/image" Target="../media/image282.png"/><Relationship Id="rId19" Type="http://schemas.openxmlformats.org/officeDocument/2006/relationships/image" Target="../media/image195.png"/><Relationship Id="rId14" Type="http://schemas.openxmlformats.org/officeDocument/2006/relationships/customXml" Target="../ink/ink193.xml"/><Relationship Id="rId30" Type="http://schemas.openxmlformats.org/officeDocument/2006/relationships/customXml" Target="../ink/ink201.xml"/><Relationship Id="rId35" Type="http://schemas.openxmlformats.org/officeDocument/2006/relationships/image" Target="../media/image203.png"/><Relationship Id="rId56" Type="http://schemas.openxmlformats.org/officeDocument/2006/relationships/customXml" Target="../ink/ink214.xml"/><Relationship Id="rId77" Type="http://schemas.openxmlformats.org/officeDocument/2006/relationships/image" Target="../media/image224.png"/><Relationship Id="rId100" Type="http://schemas.openxmlformats.org/officeDocument/2006/relationships/customXml" Target="../ink/ink236.xml"/><Relationship Id="rId105" Type="http://schemas.openxmlformats.org/officeDocument/2006/relationships/image" Target="../media/image238.png"/><Relationship Id="rId126" Type="http://schemas.openxmlformats.org/officeDocument/2006/relationships/customXml" Target="../ink/ink249.xml"/><Relationship Id="rId147" Type="http://schemas.openxmlformats.org/officeDocument/2006/relationships/image" Target="../media/image259.png"/><Relationship Id="rId168" Type="http://schemas.openxmlformats.org/officeDocument/2006/relationships/customXml" Target="../ink/ink270.xml"/><Relationship Id="rId8" Type="http://schemas.openxmlformats.org/officeDocument/2006/relationships/customXml" Target="../ink/ink190.xml"/><Relationship Id="rId51" Type="http://schemas.openxmlformats.org/officeDocument/2006/relationships/image" Target="../media/image211.png"/><Relationship Id="rId72" Type="http://schemas.openxmlformats.org/officeDocument/2006/relationships/customXml" Target="../ink/ink222.xml"/><Relationship Id="rId93" Type="http://schemas.openxmlformats.org/officeDocument/2006/relationships/image" Target="../media/image232.png"/><Relationship Id="rId98" Type="http://schemas.openxmlformats.org/officeDocument/2006/relationships/customXml" Target="../ink/ink235.xml"/><Relationship Id="rId121" Type="http://schemas.openxmlformats.org/officeDocument/2006/relationships/image" Target="../media/image246.png"/><Relationship Id="rId142" Type="http://schemas.openxmlformats.org/officeDocument/2006/relationships/customXml" Target="../ink/ink257.xml"/><Relationship Id="rId163" Type="http://schemas.openxmlformats.org/officeDocument/2006/relationships/image" Target="../media/image267.png"/><Relationship Id="rId184" Type="http://schemas.openxmlformats.org/officeDocument/2006/relationships/customXml" Target="../ink/ink278.xml"/><Relationship Id="rId189" Type="http://schemas.openxmlformats.org/officeDocument/2006/relationships/image" Target="../media/image280.png"/><Relationship Id="rId3" Type="http://schemas.openxmlformats.org/officeDocument/2006/relationships/image" Target="../media/image187.png"/><Relationship Id="rId25" Type="http://schemas.openxmlformats.org/officeDocument/2006/relationships/image" Target="../media/image198.png"/><Relationship Id="rId46" Type="http://schemas.openxmlformats.org/officeDocument/2006/relationships/customXml" Target="../ink/ink209.xml"/><Relationship Id="rId67" Type="http://schemas.openxmlformats.org/officeDocument/2006/relationships/image" Target="../media/image219.png"/><Relationship Id="rId116" Type="http://schemas.openxmlformats.org/officeDocument/2006/relationships/customXml" Target="../ink/ink244.xml"/><Relationship Id="rId137" Type="http://schemas.openxmlformats.org/officeDocument/2006/relationships/image" Target="../media/image254.png"/><Relationship Id="rId158" Type="http://schemas.openxmlformats.org/officeDocument/2006/relationships/customXml" Target="../ink/ink265.xml"/><Relationship Id="rId20" Type="http://schemas.openxmlformats.org/officeDocument/2006/relationships/customXml" Target="../ink/ink196.xml"/><Relationship Id="rId41" Type="http://schemas.openxmlformats.org/officeDocument/2006/relationships/image" Target="../media/image206.png"/><Relationship Id="rId62" Type="http://schemas.openxmlformats.org/officeDocument/2006/relationships/customXml" Target="../ink/ink217.xml"/><Relationship Id="rId83" Type="http://schemas.openxmlformats.org/officeDocument/2006/relationships/image" Target="../media/image227.png"/><Relationship Id="rId88" Type="http://schemas.openxmlformats.org/officeDocument/2006/relationships/customXml" Target="../ink/ink230.xml"/><Relationship Id="rId111" Type="http://schemas.openxmlformats.org/officeDocument/2006/relationships/image" Target="../media/image241.png"/><Relationship Id="rId132" Type="http://schemas.openxmlformats.org/officeDocument/2006/relationships/customXml" Target="../ink/ink252.xml"/><Relationship Id="rId153" Type="http://schemas.openxmlformats.org/officeDocument/2006/relationships/image" Target="../media/image262.png"/><Relationship Id="rId174" Type="http://schemas.openxmlformats.org/officeDocument/2006/relationships/customXml" Target="../ink/ink273.xml"/><Relationship Id="rId179" Type="http://schemas.openxmlformats.org/officeDocument/2006/relationships/image" Target="../media/image275.png"/><Relationship Id="rId195" Type="http://schemas.openxmlformats.org/officeDocument/2006/relationships/customXml" Target="../ink/ink284.xml"/><Relationship Id="rId190" Type="http://schemas.openxmlformats.org/officeDocument/2006/relationships/customXml" Target="../ink/ink281.xml"/><Relationship Id="rId15" Type="http://schemas.openxmlformats.org/officeDocument/2006/relationships/image" Target="../media/image193.png"/><Relationship Id="rId36" Type="http://schemas.openxmlformats.org/officeDocument/2006/relationships/customXml" Target="../ink/ink204.xml"/><Relationship Id="rId57" Type="http://schemas.openxmlformats.org/officeDocument/2006/relationships/image" Target="../media/image214.png"/><Relationship Id="rId106" Type="http://schemas.openxmlformats.org/officeDocument/2006/relationships/customXml" Target="../ink/ink239.xml"/><Relationship Id="rId127" Type="http://schemas.openxmlformats.org/officeDocument/2006/relationships/image" Target="../media/image249.png"/><Relationship Id="rId10" Type="http://schemas.openxmlformats.org/officeDocument/2006/relationships/customXml" Target="../ink/ink191.xml"/><Relationship Id="rId31" Type="http://schemas.openxmlformats.org/officeDocument/2006/relationships/image" Target="../media/image201.png"/><Relationship Id="rId52" Type="http://schemas.openxmlformats.org/officeDocument/2006/relationships/customXml" Target="../ink/ink212.xml"/><Relationship Id="rId73" Type="http://schemas.openxmlformats.org/officeDocument/2006/relationships/image" Target="../media/image222.png"/><Relationship Id="rId78" Type="http://schemas.openxmlformats.org/officeDocument/2006/relationships/customXml" Target="../ink/ink225.xml"/><Relationship Id="rId94" Type="http://schemas.openxmlformats.org/officeDocument/2006/relationships/customXml" Target="../ink/ink233.xml"/><Relationship Id="rId99" Type="http://schemas.openxmlformats.org/officeDocument/2006/relationships/image" Target="../media/image235.png"/><Relationship Id="rId101" Type="http://schemas.openxmlformats.org/officeDocument/2006/relationships/image" Target="../media/image236.png"/><Relationship Id="rId122" Type="http://schemas.openxmlformats.org/officeDocument/2006/relationships/customXml" Target="../ink/ink247.xml"/><Relationship Id="rId143" Type="http://schemas.openxmlformats.org/officeDocument/2006/relationships/image" Target="../media/image257.png"/><Relationship Id="rId148" Type="http://schemas.openxmlformats.org/officeDocument/2006/relationships/customXml" Target="../ink/ink260.xml"/><Relationship Id="rId164" Type="http://schemas.openxmlformats.org/officeDocument/2006/relationships/customXml" Target="../ink/ink268.xml"/><Relationship Id="rId169" Type="http://schemas.openxmlformats.org/officeDocument/2006/relationships/image" Target="../media/image270.png"/><Relationship Id="rId185" Type="http://schemas.openxmlformats.org/officeDocument/2006/relationships/image" Target="../media/image278.png"/><Relationship Id="rId4" Type="http://schemas.openxmlformats.org/officeDocument/2006/relationships/customXml" Target="../ink/ink188.xml"/><Relationship Id="rId9" Type="http://schemas.openxmlformats.org/officeDocument/2006/relationships/image" Target="../media/image190.png"/><Relationship Id="rId180" Type="http://schemas.openxmlformats.org/officeDocument/2006/relationships/customXml" Target="../ink/ink276.xml"/><Relationship Id="rId26" Type="http://schemas.openxmlformats.org/officeDocument/2006/relationships/customXml" Target="../ink/ink199.xml"/><Relationship Id="rId47" Type="http://schemas.openxmlformats.org/officeDocument/2006/relationships/image" Target="../media/image209.png"/><Relationship Id="rId68" Type="http://schemas.openxmlformats.org/officeDocument/2006/relationships/customXml" Target="../ink/ink220.xml"/><Relationship Id="rId89" Type="http://schemas.openxmlformats.org/officeDocument/2006/relationships/image" Target="../media/image230.png"/><Relationship Id="rId112" Type="http://schemas.openxmlformats.org/officeDocument/2006/relationships/customXml" Target="../ink/ink242.xml"/><Relationship Id="rId133" Type="http://schemas.openxmlformats.org/officeDocument/2006/relationships/image" Target="../media/image252.png"/><Relationship Id="rId154" Type="http://schemas.openxmlformats.org/officeDocument/2006/relationships/customXml" Target="../ink/ink263.xml"/><Relationship Id="rId175" Type="http://schemas.openxmlformats.org/officeDocument/2006/relationships/image" Target="../media/image273.png"/><Relationship Id="rId196" Type="http://schemas.openxmlformats.org/officeDocument/2006/relationships/image" Target="../media/image283.png"/><Relationship Id="rId16" Type="http://schemas.openxmlformats.org/officeDocument/2006/relationships/customXml" Target="../ink/ink194.xml"/><Relationship Id="rId37" Type="http://schemas.openxmlformats.org/officeDocument/2006/relationships/image" Target="../media/image204.png"/><Relationship Id="rId58" Type="http://schemas.openxmlformats.org/officeDocument/2006/relationships/customXml" Target="../ink/ink215.xml"/><Relationship Id="rId79" Type="http://schemas.openxmlformats.org/officeDocument/2006/relationships/image" Target="../media/image225.png"/><Relationship Id="rId102" Type="http://schemas.openxmlformats.org/officeDocument/2006/relationships/customXml" Target="../ink/ink237.xml"/><Relationship Id="rId123" Type="http://schemas.openxmlformats.org/officeDocument/2006/relationships/image" Target="../media/image247.png"/><Relationship Id="rId144" Type="http://schemas.openxmlformats.org/officeDocument/2006/relationships/customXml" Target="../ink/ink258.xml"/><Relationship Id="rId90" Type="http://schemas.openxmlformats.org/officeDocument/2006/relationships/customXml" Target="../ink/ink231.xml"/><Relationship Id="rId165" Type="http://schemas.openxmlformats.org/officeDocument/2006/relationships/image" Target="../media/image268.png"/><Relationship Id="rId186" Type="http://schemas.openxmlformats.org/officeDocument/2006/relationships/customXml" Target="../ink/ink279.xml"/><Relationship Id="rId27" Type="http://schemas.openxmlformats.org/officeDocument/2006/relationships/image" Target="../media/image199.png"/><Relationship Id="rId48" Type="http://schemas.openxmlformats.org/officeDocument/2006/relationships/customXml" Target="../ink/ink210.xml"/><Relationship Id="rId69" Type="http://schemas.openxmlformats.org/officeDocument/2006/relationships/image" Target="../media/image220.png"/><Relationship Id="rId113" Type="http://schemas.openxmlformats.org/officeDocument/2006/relationships/image" Target="../media/image242.png"/><Relationship Id="rId134" Type="http://schemas.openxmlformats.org/officeDocument/2006/relationships/customXml" Target="../ink/ink253.xml"/><Relationship Id="rId80" Type="http://schemas.openxmlformats.org/officeDocument/2006/relationships/customXml" Target="../ink/ink226.xml"/><Relationship Id="rId155" Type="http://schemas.openxmlformats.org/officeDocument/2006/relationships/image" Target="../media/image263.png"/><Relationship Id="rId176" Type="http://schemas.openxmlformats.org/officeDocument/2006/relationships/customXml" Target="../ink/ink274.xml"/><Relationship Id="rId197" Type="http://schemas.openxmlformats.org/officeDocument/2006/relationships/customXml" Target="../ink/ink285.xml"/><Relationship Id="rId17" Type="http://schemas.openxmlformats.org/officeDocument/2006/relationships/image" Target="../media/image194.png"/><Relationship Id="rId38" Type="http://schemas.openxmlformats.org/officeDocument/2006/relationships/customXml" Target="../ink/ink205.xml"/><Relationship Id="rId59" Type="http://schemas.openxmlformats.org/officeDocument/2006/relationships/image" Target="../media/image215.png"/><Relationship Id="rId103" Type="http://schemas.openxmlformats.org/officeDocument/2006/relationships/image" Target="../media/image237.png"/><Relationship Id="rId124" Type="http://schemas.openxmlformats.org/officeDocument/2006/relationships/customXml" Target="../ink/ink248.xml"/><Relationship Id="rId70" Type="http://schemas.openxmlformats.org/officeDocument/2006/relationships/customXml" Target="../ink/ink221.xml"/><Relationship Id="rId91" Type="http://schemas.openxmlformats.org/officeDocument/2006/relationships/image" Target="../media/image231.png"/><Relationship Id="rId145" Type="http://schemas.openxmlformats.org/officeDocument/2006/relationships/image" Target="../media/image258.png"/><Relationship Id="rId166" Type="http://schemas.openxmlformats.org/officeDocument/2006/relationships/customXml" Target="../ink/ink269.xml"/><Relationship Id="rId187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00.xml"/><Relationship Id="rId49" Type="http://schemas.openxmlformats.org/officeDocument/2006/relationships/image" Target="../media/image210.png"/><Relationship Id="rId114" Type="http://schemas.openxmlformats.org/officeDocument/2006/relationships/customXml" Target="../ink/ink243.xml"/><Relationship Id="rId60" Type="http://schemas.openxmlformats.org/officeDocument/2006/relationships/customXml" Target="../ink/ink216.xml"/><Relationship Id="rId81" Type="http://schemas.openxmlformats.org/officeDocument/2006/relationships/image" Target="../media/image226.png"/><Relationship Id="rId135" Type="http://schemas.openxmlformats.org/officeDocument/2006/relationships/image" Target="../media/image253.png"/><Relationship Id="rId156" Type="http://schemas.openxmlformats.org/officeDocument/2006/relationships/customXml" Target="../ink/ink264.xml"/><Relationship Id="rId177" Type="http://schemas.openxmlformats.org/officeDocument/2006/relationships/image" Target="../media/image274.png"/><Relationship Id="rId198" Type="http://schemas.openxmlformats.org/officeDocument/2006/relationships/image" Target="../media/image284.png"/><Relationship Id="rId18" Type="http://schemas.openxmlformats.org/officeDocument/2006/relationships/customXml" Target="../ink/ink195.xml"/><Relationship Id="rId39" Type="http://schemas.openxmlformats.org/officeDocument/2006/relationships/image" Target="../media/image205.png"/><Relationship Id="rId50" Type="http://schemas.openxmlformats.org/officeDocument/2006/relationships/customXml" Target="../ink/ink211.xml"/><Relationship Id="rId104" Type="http://schemas.openxmlformats.org/officeDocument/2006/relationships/customXml" Target="../ink/ink238.xml"/><Relationship Id="rId125" Type="http://schemas.openxmlformats.org/officeDocument/2006/relationships/image" Target="../media/image248.png"/><Relationship Id="rId146" Type="http://schemas.openxmlformats.org/officeDocument/2006/relationships/customXml" Target="../ink/ink259.xml"/><Relationship Id="rId167" Type="http://schemas.openxmlformats.org/officeDocument/2006/relationships/image" Target="../media/image269.png"/><Relationship Id="rId188" Type="http://schemas.openxmlformats.org/officeDocument/2006/relationships/customXml" Target="../ink/ink28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0CEEE3-5463-4DA3-BC3D-0F26579ED202}"/>
              </a:ext>
            </a:extLst>
          </p:cNvPr>
          <p:cNvSpPr/>
          <p:nvPr/>
        </p:nvSpPr>
        <p:spPr>
          <a:xfrm>
            <a:off x="1315452" y="911259"/>
            <a:ext cx="89258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Lab #2:  </a:t>
            </a:r>
          </a:p>
          <a:p>
            <a:r>
              <a:rPr lang="en-US" dirty="0"/>
              <a:t>	</a:t>
            </a:r>
          </a:p>
          <a:p>
            <a:endParaRPr lang="en-US" dirty="0"/>
          </a:p>
          <a:p>
            <a:r>
              <a:rPr lang="en-US" dirty="0"/>
              <a:t>By the beginning of the next lab (Feb. 11</a:t>
            </a:r>
            <a:r>
              <a:rPr lang="en-US" baseline="30000" dirty="0"/>
              <a:t>th</a:t>
            </a:r>
            <a:r>
              <a:rPr lang="en-US" dirty="0"/>
              <a:t>), check what you have into canvas (attachments or 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2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1EC103-9574-407D-BCE5-F949E2B40E51}"/>
              </a:ext>
            </a:extLst>
          </p:cNvPr>
          <p:cNvSpPr txBox="1"/>
          <p:nvPr/>
        </p:nvSpPr>
        <p:spPr>
          <a:xfrm>
            <a:off x="229864" y="627185"/>
            <a:ext cx="11604070" cy="5798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(1) You walk into the “occasionally dishonest casino”  with prior probabilities and likelihoods set to the values in slides 21-25 of lecture #5. (that is, a “loaded” die has a 10% chance of getting a 1-5 and a 50% chance of getting a 6 but 99% of the dice are fair)  </a:t>
            </a:r>
          </a:p>
          <a:p>
            <a:endParaRPr lang="en-US" dirty="0"/>
          </a:p>
          <a:p>
            <a:r>
              <a:rPr lang="en-US" dirty="0"/>
              <a:t>You pick up one die and with it roll:  </a:t>
            </a:r>
          </a:p>
          <a:p>
            <a:endParaRPr lang="en-US" dirty="0"/>
          </a:p>
          <a:p>
            <a:r>
              <a:rPr lang="en-US" dirty="0"/>
              <a:t>2 3 2 6 3 5 6 2 6 6 2 6 6 2 3 6 6 6 5 6 6 5 6 6 6 6 6 4 6 3 3 3 6 6 5 6 6</a:t>
            </a:r>
          </a:p>
          <a:p>
            <a:endParaRPr lang="en-US" dirty="0"/>
          </a:p>
          <a:p>
            <a:r>
              <a:rPr lang="en-US" dirty="0"/>
              <a:t>Make a graph of the posterior probability that you have picked up a loaded die as a function of the number of times you have rolled the die.</a:t>
            </a:r>
          </a:p>
          <a:p>
            <a:endParaRPr lang="en-US" dirty="0"/>
          </a:p>
          <a:p>
            <a:r>
              <a:rPr lang="en-US" dirty="0"/>
              <a:t>Show your code…</a:t>
            </a:r>
          </a:p>
          <a:p>
            <a:endParaRPr lang="en-US" dirty="0"/>
          </a:p>
          <a:p>
            <a:r>
              <a:rPr lang="en-US" dirty="0"/>
              <a:t>  You can represent the rolls as</a:t>
            </a:r>
          </a:p>
          <a:p>
            <a:r>
              <a:rPr lang="en-US" dirty="0"/>
              <a:t>data&lt;-c(2,3,2,6,3,5,6,2,6,6,2,6,6,2,3,6,6,6,5,6,6,5,6,6,6,6,6,4,6,3,3,3,6,6,5,6,6)</a:t>
            </a:r>
          </a:p>
          <a:p>
            <a:endParaRPr lang="en-US" dirty="0"/>
          </a:p>
          <a:p>
            <a:r>
              <a:rPr lang="en-US" dirty="0"/>
              <a:t>(2) How many times on average would you need to roll a loaded die to be 99.999%  sure that it was loaded?  </a:t>
            </a:r>
          </a:p>
          <a:p>
            <a:r>
              <a:rPr lang="en-US" dirty="0"/>
              <a:t>(Show your work)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7C4376-2F36-40BE-AFD9-D62FBFF81287}"/>
              </a:ext>
            </a:extLst>
          </p:cNvPr>
          <p:cNvSpPr/>
          <p:nvPr/>
        </p:nvSpPr>
        <p:spPr>
          <a:xfrm>
            <a:off x="330308" y="83883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#1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94324CC-65D4-51F8-EF5A-4D4014024060}"/>
              </a:ext>
            </a:extLst>
          </p:cNvPr>
          <p:cNvGrpSpPr/>
          <p:nvPr/>
        </p:nvGrpSpPr>
        <p:grpSpPr>
          <a:xfrm>
            <a:off x="3859552" y="1244305"/>
            <a:ext cx="1532880" cy="709200"/>
            <a:chOff x="3859552" y="1244305"/>
            <a:chExt cx="1532880" cy="70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F49598-2F61-C43C-3BAF-17CC0C56A522}"/>
                    </a:ext>
                  </a:extLst>
                </p14:cNvPr>
                <p14:cNvContentPartPr/>
                <p14:nvPr/>
              </p14:nvContentPartPr>
              <p14:xfrm>
                <a:off x="3995272" y="1468225"/>
                <a:ext cx="58680" cy="9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F49598-2F61-C43C-3BAF-17CC0C56A52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90952" y="1463905"/>
                  <a:ext cx="673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3741ED-9982-7AE6-DF7B-24E6786FE6C9}"/>
                    </a:ext>
                  </a:extLst>
                </p14:cNvPr>
                <p14:cNvContentPartPr/>
                <p14:nvPr/>
              </p14:nvContentPartPr>
              <p14:xfrm>
                <a:off x="3942352" y="1392985"/>
                <a:ext cx="34560" cy="201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3741ED-9982-7AE6-DF7B-24E6786FE6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38032" y="1388665"/>
                  <a:ext cx="432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242014-D22F-F6F1-1297-7EAD272342D9}"/>
                    </a:ext>
                  </a:extLst>
                </p14:cNvPr>
                <p14:cNvContentPartPr/>
                <p14:nvPr/>
              </p14:nvContentPartPr>
              <p14:xfrm>
                <a:off x="3918952" y="1392625"/>
                <a:ext cx="134640" cy="14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242014-D22F-F6F1-1297-7EAD272342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14632" y="1388305"/>
                  <a:ext cx="143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80B1732-F338-2741-96CC-24003A32FB91}"/>
                    </a:ext>
                  </a:extLst>
                </p14:cNvPr>
                <p14:cNvContentPartPr/>
                <p14:nvPr/>
              </p14:nvContentPartPr>
              <p14:xfrm>
                <a:off x="4138912" y="1359865"/>
                <a:ext cx="68040" cy="19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80B1732-F338-2741-96CC-24003A32FB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34592" y="1355545"/>
                  <a:ext cx="76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AE8321-4A8A-E1CB-E0FD-C3D541592C8C}"/>
                    </a:ext>
                  </a:extLst>
                </p14:cNvPr>
                <p14:cNvContentPartPr/>
                <p14:nvPr/>
              </p14:nvContentPartPr>
              <p14:xfrm>
                <a:off x="4255192" y="1355905"/>
                <a:ext cx="137520" cy="190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AE8321-4A8A-E1CB-E0FD-C3D541592C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0872" y="1351585"/>
                  <a:ext cx="146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DB577F-0C58-3F29-32A6-E4E6AC7AC772}"/>
                    </a:ext>
                  </a:extLst>
                </p14:cNvPr>
                <p14:cNvContentPartPr/>
                <p14:nvPr/>
              </p14:nvContentPartPr>
              <p14:xfrm>
                <a:off x="4425112" y="1296145"/>
                <a:ext cx="99000" cy="22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DB577F-0C58-3F29-32A6-E4E6AC7AC7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20792" y="1291825"/>
                  <a:ext cx="107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3834AF-F12F-608E-FB34-798811CE72DB}"/>
                    </a:ext>
                  </a:extLst>
                </p14:cNvPr>
                <p14:cNvContentPartPr/>
                <p14:nvPr/>
              </p14:nvContentPartPr>
              <p14:xfrm>
                <a:off x="4551832" y="1244305"/>
                <a:ext cx="100080" cy="355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3834AF-F12F-608E-FB34-798811CE72D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47512" y="1239985"/>
                  <a:ext cx="1087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3B458B-9040-A36F-F697-8FE44E8C7CCF}"/>
                    </a:ext>
                  </a:extLst>
                </p14:cNvPr>
                <p14:cNvContentPartPr/>
                <p14:nvPr/>
              </p14:nvContentPartPr>
              <p14:xfrm>
                <a:off x="4760272" y="1383625"/>
                <a:ext cx="135720" cy="36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3B458B-9040-A36F-F697-8FE44E8C7C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55952" y="1379305"/>
                  <a:ext cx="144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314B156-678A-4A34-F77F-6CA85F1E71E6}"/>
                    </a:ext>
                  </a:extLst>
                </p14:cNvPr>
                <p14:cNvContentPartPr/>
                <p14:nvPr/>
              </p14:nvContentPartPr>
              <p14:xfrm>
                <a:off x="4796992" y="1477225"/>
                <a:ext cx="105480" cy="15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314B156-678A-4A34-F77F-6CA85F1E71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92672" y="1472905"/>
                  <a:ext cx="114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E7BCBC-E2B8-CE6B-728C-04C3E18C1D22}"/>
                    </a:ext>
                  </a:extLst>
                </p14:cNvPr>
                <p14:cNvContentPartPr/>
                <p14:nvPr/>
              </p14:nvContentPartPr>
              <p14:xfrm>
                <a:off x="5009752" y="1477585"/>
                <a:ext cx="66600" cy="43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7E7BCBC-E2B8-CE6B-728C-04C3E18C1D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5432" y="1473265"/>
                  <a:ext cx="75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CC95E7-B99C-B96B-1BD4-CF1EC7D34D48}"/>
                    </a:ext>
                  </a:extLst>
                </p14:cNvPr>
                <p14:cNvContentPartPr/>
                <p14:nvPr/>
              </p14:nvContentPartPr>
              <p14:xfrm>
                <a:off x="5113072" y="1378225"/>
                <a:ext cx="127440" cy="15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CC95E7-B99C-B96B-1BD4-CF1EC7D34D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08752" y="1373905"/>
                  <a:ext cx="136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689A41-556C-6251-82C4-718F99C19E20}"/>
                    </a:ext>
                  </a:extLst>
                </p14:cNvPr>
                <p14:cNvContentPartPr/>
                <p14:nvPr/>
              </p14:nvContentPartPr>
              <p14:xfrm>
                <a:off x="5295952" y="1333945"/>
                <a:ext cx="96480" cy="206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689A41-556C-6251-82C4-718F99C19E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91632" y="1329625"/>
                  <a:ext cx="105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CE774E-A60E-A477-82CD-BDD8AC9F9367}"/>
                    </a:ext>
                  </a:extLst>
                </p14:cNvPr>
                <p14:cNvContentPartPr/>
                <p14:nvPr/>
              </p14:nvContentPartPr>
              <p14:xfrm>
                <a:off x="3859552" y="1774945"/>
                <a:ext cx="33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CE774E-A60E-A477-82CD-BDD8AC9F93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55232" y="1770625"/>
                  <a:ext cx="42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202A9D-043F-1EBE-5DE9-1A6DD1E5C97D}"/>
                    </a:ext>
                  </a:extLst>
                </p14:cNvPr>
                <p14:cNvContentPartPr/>
                <p14:nvPr/>
              </p14:nvContentPartPr>
              <p14:xfrm>
                <a:off x="3862432" y="1735345"/>
                <a:ext cx="112680" cy="13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202A9D-043F-1EBE-5DE9-1A6DD1E5C9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58112" y="1731025"/>
                  <a:ext cx="121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DDB6B3-3986-E4D9-36AE-6B5B0710A6CA}"/>
                    </a:ext>
                  </a:extLst>
                </p14:cNvPr>
                <p14:cNvContentPartPr/>
                <p14:nvPr/>
              </p14:nvContentPartPr>
              <p14:xfrm>
                <a:off x="4049272" y="1667665"/>
                <a:ext cx="105480" cy="27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DDB6B3-3986-E4D9-36AE-6B5B0710A6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4952" y="1663345"/>
                  <a:ext cx="114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240DFA-A4CA-16AA-41F3-7C921F549EC9}"/>
                    </a:ext>
                  </a:extLst>
                </p14:cNvPr>
                <p14:cNvContentPartPr/>
                <p14:nvPr/>
              </p14:nvContentPartPr>
              <p14:xfrm>
                <a:off x="4212712" y="1708345"/>
                <a:ext cx="127440" cy="18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240DFA-A4CA-16AA-41F3-7C921F549E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08392" y="1704025"/>
                  <a:ext cx="136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B1AEBF-B8C1-BF3E-BB7F-08CD1AB77438}"/>
                    </a:ext>
                  </a:extLst>
                </p14:cNvPr>
                <p14:cNvContentPartPr/>
                <p14:nvPr/>
              </p14:nvContentPartPr>
              <p14:xfrm>
                <a:off x="4343752" y="1633825"/>
                <a:ext cx="146160" cy="314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B1AEBF-B8C1-BF3E-BB7F-08CD1AB774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39432" y="1629505"/>
                  <a:ext cx="1548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6F318F-84D6-23F9-ED7E-001F1D0A09AA}"/>
                    </a:ext>
                  </a:extLst>
                </p14:cNvPr>
                <p14:cNvContentPartPr/>
                <p14:nvPr/>
              </p14:nvContentPartPr>
              <p14:xfrm>
                <a:off x="4636432" y="1749025"/>
                <a:ext cx="7344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6F318F-84D6-23F9-ED7E-001F1D0A09A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32112" y="1744705"/>
                  <a:ext cx="82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A0713B-1C00-4B45-A595-B6E6E08EAC23}"/>
                    </a:ext>
                  </a:extLst>
                </p14:cNvPr>
                <p14:cNvContentPartPr/>
                <p14:nvPr/>
              </p14:nvContentPartPr>
              <p14:xfrm>
                <a:off x="4684672" y="1830745"/>
                <a:ext cx="89280" cy="12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A0713B-1C00-4B45-A595-B6E6E08EAC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80352" y="1826425"/>
                  <a:ext cx="9792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32CD45C-2F90-44CA-28DA-E2E32A09B7EA}"/>
              </a:ext>
            </a:extLst>
          </p:cNvPr>
          <p:cNvGrpSpPr/>
          <p:nvPr/>
        </p:nvGrpSpPr>
        <p:grpSpPr>
          <a:xfrm>
            <a:off x="4948192" y="1635985"/>
            <a:ext cx="344160" cy="260640"/>
            <a:chOff x="4948192" y="1635985"/>
            <a:chExt cx="34416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9640FB-B378-A18A-FA61-1CD1D7F22E57}"/>
                    </a:ext>
                  </a:extLst>
                </p14:cNvPr>
                <p14:cNvContentPartPr/>
                <p14:nvPr/>
              </p14:nvContentPartPr>
              <p14:xfrm>
                <a:off x="4948192" y="1844785"/>
                <a:ext cx="23040" cy="45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9640FB-B378-A18A-FA61-1CD1D7F22E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43872" y="1840465"/>
                  <a:ext cx="31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3D833D-20FB-0C3E-67A6-C02DB99DBCA2}"/>
                    </a:ext>
                  </a:extLst>
                </p14:cNvPr>
                <p14:cNvContentPartPr/>
                <p14:nvPr/>
              </p14:nvContentPartPr>
              <p14:xfrm>
                <a:off x="5075272" y="1712305"/>
                <a:ext cx="8856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3D833D-20FB-0C3E-67A6-C02DB99DBC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70952" y="1707985"/>
                  <a:ext cx="97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EF42F6F-73AE-45E5-ECDD-4D2606FE6FF4}"/>
                    </a:ext>
                  </a:extLst>
                </p14:cNvPr>
                <p14:cNvContentPartPr/>
                <p14:nvPr/>
              </p14:nvContentPartPr>
              <p14:xfrm>
                <a:off x="5233672" y="1635985"/>
                <a:ext cx="58680" cy="26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EF42F6F-73AE-45E5-ECDD-4D2606FE6F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29352" y="1631665"/>
                  <a:ext cx="6732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FB97A2F-CF5E-2811-101F-29D6F8C6E5E2}"/>
                  </a:ext>
                </a:extLst>
              </p14:cNvPr>
              <p14:cNvContentPartPr/>
              <p14:nvPr/>
            </p14:nvContentPartPr>
            <p14:xfrm>
              <a:off x="5476513" y="1312173"/>
              <a:ext cx="122760" cy="717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FB97A2F-CF5E-2811-101F-29D6F8C6E5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72193" y="1307853"/>
                <a:ext cx="13140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49FDA6C-AAC9-0E8C-D316-D631ECA90C93}"/>
                  </a:ext>
                </a:extLst>
              </p14:cNvPr>
              <p14:cNvContentPartPr/>
              <p14:nvPr/>
            </p14:nvContentPartPr>
            <p14:xfrm>
              <a:off x="7784113" y="1177533"/>
              <a:ext cx="156240" cy="907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49FDA6C-AAC9-0E8C-D316-D631ECA90C9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779793" y="1173213"/>
                <a:ext cx="164880" cy="91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2B2517-0401-73DE-4EEC-91456356145B}"/>
              </a:ext>
            </a:extLst>
          </p:cNvPr>
          <p:cNvGrpSpPr/>
          <p:nvPr/>
        </p:nvGrpSpPr>
        <p:grpSpPr>
          <a:xfrm>
            <a:off x="5701513" y="1267533"/>
            <a:ext cx="1778040" cy="827640"/>
            <a:chOff x="5701513" y="1267533"/>
            <a:chExt cx="1778040" cy="82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02464B1-933D-1D94-E943-E563AC63DC24}"/>
                    </a:ext>
                  </a:extLst>
                </p14:cNvPr>
                <p14:cNvContentPartPr/>
                <p14:nvPr/>
              </p14:nvContentPartPr>
              <p14:xfrm>
                <a:off x="5719513" y="1316493"/>
                <a:ext cx="127080" cy="268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02464B1-933D-1D94-E943-E563AC63DC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15193" y="1312173"/>
                  <a:ext cx="135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D384BBC-FA0A-C1C0-5A0C-7DC2CA6C0550}"/>
                    </a:ext>
                  </a:extLst>
                </p14:cNvPr>
                <p14:cNvContentPartPr/>
                <p14:nvPr/>
              </p14:nvContentPartPr>
              <p14:xfrm>
                <a:off x="5887273" y="1267533"/>
                <a:ext cx="81720" cy="28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D384BBC-FA0A-C1C0-5A0C-7DC2CA6C05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82953" y="1263213"/>
                  <a:ext cx="90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4E7748B-73DA-9EAD-F841-E1A5789A29AB}"/>
                    </a:ext>
                  </a:extLst>
                </p14:cNvPr>
                <p14:cNvContentPartPr/>
                <p14:nvPr/>
              </p14:nvContentPartPr>
              <p14:xfrm>
                <a:off x="6047833" y="1274733"/>
                <a:ext cx="105480" cy="254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4E7748B-73DA-9EAD-F841-E1A5789A29A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43153" y="1270413"/>
                  <a:ext cx="114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98449C-8073-6904-C7A7-E3FEF14D0043}"/>
                    </a:ext>
                  </a:extLst>
                </p14:cNvPr>
                <p14:cNvContentPartPr/>
                <p14:nvPr/>
              </p14:nvContentPartPr>
              <p14:xfrm>
                <a:off x="6297673" y="1277253"/>
                <a:ext cx="16560" cy="233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98449C-8073-6904-C7A7-E3FEF14D00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93353" y="1272933"/>
                  <a:ext cx="25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60533F-715B-A454-6BC8-F074BC0AE2C2}"/>
                    </a:ext>
                  </a:extLst>
                </p14:cNvPr>
                <p14:cNvContentPartPr/>
                <p14:nvPr/>
              </p14:nvContentPartPr>
              <p14:xfrm>
                <a:off x="6362833" y="1322253"/>
                <a:ext cx="126360" cy="156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60533F-715B-A454-6BC8-F074BC0AE2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58513" y="1317933"/>
                  <a:ext cx="135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0E443F-0BE4-19A5-7421-F2504DF9E58B}"/>
                    </a:ext>
                  </a:extLst>
                </p14:cNvPr>
                <p14:cNvContentPartPr/>
                <p14:nvPr/>
              </p14:nvContentPartPr>
              <p14:xfrm>
                <a:off x="6500353" y="1278693"/>
                <a:ext cx="136080" cy="36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0E443F-0BE4-19A5-7421-F2504DF9E5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96033" y="1274373"/>
                  <a:ext cx="1447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858DAA9-B781-81F4-7864-7BB4A5E306CC}"/>
                    </a:ext>
                  </a:extLst>
                </p14:cNvPr>
                <p14:cNvContentPartPr/>
                <p14:nvPr/>
              </p14:nvContentPartPr>
              <p14:xfrm>
                <a:off x="6698353" y="1380573"/>
                <a:ext cx="153360" cy="37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858DAA9-B781-81F4-7864-7BB4A5E306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94033" y="1376253"/>
                  <a:ext cx="162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BBE412-6B3C-A66E-C69A-F846BD45C9CE}"/>
                    </a:ext>
                  </a:extLst>
                </p14:cNvPr>
                <p14:cNvContentPartPr/>
                <p14:nvPr/>
              </p14:nvContentPartPr>
              <p14:xfrm>
                <a:off x="6724273" y="1523493"/>
                <a:ext cx="108000" cy="53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BBE412-6B3C-A66E-C69A-F846BD45C9C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19953" y="1519173"/>
                  <a:ext cx="116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7C58624-DC78-6AEB-793D-A6081A0EA7C3}"/>
                    </a:ext>
                  </a:extLst>
                </p14:cNvPr>
                <p14:cNvContentPartPr/>
                <p14:nvPr/>
              </p14:nvContentPartPr>
              <p14:xfrm>
                <a:off x="6958273" y="1288053"/>
                <a:ext cx="82080" cy="281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7C58624-DC78-6AEB-793D-A6081A0EA7C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53953" y="1283733"/>
                  <a:ext cx="90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97705B-91BB-70D9-9E5C-14C4E646F928}"/>
                    </a:ext>
                  </a:extLst>
                </p14:cNvPr>
                <p14:cNvContentPartPr/>
                <p14:nvPr/>
              </p14:nvContentPartPr>
              <p14:xfrm>
                <a:off x="7136473" y="1452213"/>
                <a:ext cx="576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97705B-91BB-70D9-9E5C-14C4E646F9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32153" y="1447893"/>
                  <a:ext cx="14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1B0B0C7-3E43-488A-B038-2BDB0CEF5CA0}"/>
                    </a:ext>
                  </a:extLst>
                </p14:cNvPr>
                <p14:cNvContentPartPr/>
                <p14:nvPr/>
              </p14:nvContentPartPr>
              <p14:xfrm>
                <a:off x="7174633" y="1324773"/>
                <a:ext cx="121680" cy="177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1B0B0C7-3E43-488A-B038-2BDB0CEF5CA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70313" y="1320453"/>
                  <a:ext cx="130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442FEC6-E409-4FE0-7A35-62E08931DFD4}"/>
                    </a:ext>
                  </a:extLst>
                </p14:cNvPr>
                <p14:cNvContentPartPr/>
                <p14:nvPr/>
              </p14:nvContentPartPr>
              <p14:xfrm>
                <a:off x="7198033" y="1267533"/>
                <a:ext cx="154800" cy="74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442FEC6-E409-4FE0-7A35-62E08931DFD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93713" y="1263213"/>
                  <a:ext cx="163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F3698BF-CEA6-9E10-2491-E7D8A1EE0113}"/>
                    </a:ext>
                  </a:extLst>
                </p14:cNvPr>
                <p14:cNvContentPartPr/>
                <p14:nvPr/>
              </p14:nvContentPartPr>
              <p14:xfrm>
                <a:off x="5701513" y="1795293"/>
                <a:ext cx="29880" cy="27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F3698BF-CEA6-9E10-2491-E7D8A1EE011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97193" y="1790973"/>
                  <a:ext cx="38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0F9D32-3464-8C19-B9B4-13CF07BDBF03}"/>
                    </a:ext>
                  </a:extLst>
                </p14:cNvPr>
                <p14:cNvContentPartPr/>
                <p14:nvPr/>
              </p14:nvContentPartPr>
              <p14:xfrm>
                <a:off x="5718433" y="1758573"/>
                <a:ext cx="93240" cy="154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0F9D32-3464-8C19-B9B4-13CF07BDBF0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14113" y="1754253"/>
                  <a:ext cx="101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66E2803-0A04-0758-580C-EA89366CC4B4}"/>
                    </a:ext>
                  </a:extLst>
                </p14:cNvPr>
                <p14:cNvContentPartPr/>
                <p14:nvPr/>
              </p14:nvContentPartPr>
              <p14:xfrm>
                <a:off x="5888713" y="1673973"/>
                <a:ext cx="74880" cy="340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66E2803-0A04-0758-580C-EA89366CC4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84393" y="1669653"/>
                  <a:ext cx="835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FA664B-35C0-307A-D5B7-A71B1C3C3869}"/>
                    </a:ext>
                  </a:extLst>
                </p14:cNvPr>
                <p14:cNvContentPartPr/>
                <p14:nvPr/>
              </p14:nvContentPartPr>
              <p14:xfrm>
                <a:off x="6269233" y="1663173"/>
                <a:ext cx="33840" cy="266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5FA664B-35C0-307A-D5B7-A71B1C3C386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64913" y="1658853"/>
                  <a:ext cx="424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B6D2DA9-1B79-6A21-FC9E-EE37FB8B96A0}"/>
                    </a:ext>
                  </a:extLst>
                </p14:cNvPr>
                <p14:cNvContentPartPr/>
                <p14:nvPr/>
              </p14:nvContentPartPr>
              <p14:xfrm>
                <a:off x="6530953" y="1713213"/>
                <a:ext cx="123120" cy="249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B6D2DA9-1B79-6A21-FC9E-EE37FB8B96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26633" y="1708893"/>
                  <a:ext cx="131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CA22730-5E68-DD2B-11A2-FD2B3F0C15A2}"/>
                    </a:ext>
                  </a:extLst>
                </p14:cNvPr>
                <p14:cNvContentPartPr/>
                <p14:nvPr/>
              </p14:nvContentPartPr>
              <p14:xfrm>
                <a:off x="6682873" y="1697733"/>
                <a:ext cx="88560" cy="36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CA22730-5E68-DD2B-11A2-FD2B3F0C15A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78553" y="1693413"/>
                  <a:ext cx="972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138A432-68CD-7DCA-9FCB-255EC5FC56A3}"/>
                    </a:ext>
                  </a:extLst>
                </p14:cNvPr>
                <p14:cNvContentPartPr/>
                <p14:nvPr/>
              </p14:nvContentPartPr>
              <p14:xfrm>
                <a:off x="6876913" y="1794213"/>
                <a:ext cx="110520" cy="51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138A432-68CD-7DCA-9FCB-255EC5FC56A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72593" y="1789893"/>
                  <a:ext cx="119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2C13EF0-D4CB-7FF6-999B-3C656879A6CA}"/>
                    </a:ext>
                  </a:extLst>
                </p14:cNvPr>
                <p14:cNvContentPartPr/>
                <p14:nvPr/>
              </p14:nvContentPartPr>
              <p14:xfrm>
                <a:off x="6880873" y="1920213"/>
                <a:ext cx="119520" cy="25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2C13EF0-D4CB-7FF6-999B-3C656879A6C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76553" y="1915893"/>
                  <a:ext cx="12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4A2766E-86CA-2C5F-0923-3CA796B2A99B}"/>
                    </a:ext>
                  </a:extLst>
                </p14:cNvPr>
                <p14:cNvContentPartPr/>
                <p14:nvPr/>
              </p14:nvContentPartPr>
              <p14:xfrm>
                <a:off x="7028473" y="1783773"/>
                <a:ext cx="129240" cy="256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4A2766E-86CA-2C5F-0923-3CA796B2A99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24153" y="1779093"/>
                  <a:ext cx="137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6CE383B-BDB2-6A3F-E6CE-22D525D3B330}"/>
                    </a:ext>
                  </a:extLst>
                </p14:cNvPr>
                <p14:cNvContentPartPr/>
                <p14:nvPr/>
              </p14:nvContentPartPr>
              <p14:xfrm>
                <a:off x="7250233" y="1956573"/>
                <a:ext cx="11160" cy="54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6CE383B-BDB2-6A3F-E6CE-22D525D3B3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45913" y="1952253"/>
                  <a:ext cx="19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70B726-250F-3DAA-D50B-1913C052D2DE}"/>
                    </a:ext>
                  </a:extLst>
                </p14:cNvPr>
                <p14:cNvContentPartPr/>
                <p14:nvPr/>
              </p14:nvContentPartPr>
              <p14:xfrm>
                <a:off x="7306393" y="1799613"/>
                <a:ext cx="114480" cy="17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70B726-250F-3DAA-D50B-1913C052D2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02073" y="1795293"/>
                  <a:ext cx="123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EFBA4DA-D6FA-F9BE-A2A4-3208005905BC}"/>
                    </a:ext>
                  </a:extLst>
                </p14:cNvPr>
                <p14:cNvContentPartPr/>
                <p14:nvPr/>
              </p14:nvContentPartPr>
              <p14:xfrm>
                <a:off x="7293433" y="1695573"/>
                <a:ext cx="186120" cy="10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EFBA4DA-D6FA-F9BE-A2A4-3208005905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89113" y="1691253"/>
                  <a:ext cx="194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8DCC74B-1578-F601-C30E-0520A56E2DFF}"/>
                    </a:ext>
                  </a:extLst>
                </p14:cNvPr>
                <p14:cNvContentPartPr/>
                <p14:nvPr/>
              </p14:nvContentPartPr>
              <p14:xfrm>
                <a:off x="6010393" y="1760013"/>
                <a:ext cx="114840" cy="293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8DCC74B-1578-F601-C30E-0520A56E2DF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06073" y="1755693"/>
                  <a:ext cx="123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99682ED-CAEA-CD7D-0DD4-6124081B53F4}"/>
                    </a:ext>
                  </a:extLst>
                </p14:cNvPr>
                <p14:cNvContentPartPr/>
                <p14:nvPr/>
              </p14:nvContentPartPr>
              <p14:xfrm>
                <a:off x="6153673" y="1775493"/>
                <a:ext cx="105480" cy="319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99682ED-CAEA-CD7D-0DD4-6124081B53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49353" y="1771173"/>
                  <a:ext cx="11412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64E13BB-46C2-6A67-D61C-4B4DEA8EA049}"/>
              </a:ext>
            </a:extLst>
          </p:cNvPr>
          <p:cNvGrpSpPr/>
          <p:nvPr/>
        </p:nvGrpSpPr>
        <p:grpSpPr>
          <a:xfrm>
            <a:off x="8044033" y="1180053"/>
            <a:ext cx="2016720" cy="912240"/>
            <a:chOff x="8044033" y="1180053"/>
            <a:chExt cx="2016720" cy="9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C9EAD0D-A218-F020-4033-E42BE1BA65A7}"/>
                    </a:ext>
                  </a:extLst>
                </p14:cNvPr>
                <p14:cNvContentPartPr/>
                <p14:nvPr/>
              </p14:nvContentPartPr>
              <p14:xfrm>
                <a:off x="8044033" y="1223253"/>
                <a:ext cx="133200" cy="213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C9EAD0D-A218-F020-4033-E42BE1BA65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39713" y="1218933"/>
                  <a:ext cx="141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8F865B-B923-6A1B-33A3-DCBCFA2BD49A}"/>
                    </a:ext>
                  </a:extLst>
                </p14:cNvPr>
                <p14:cNvContentPartPr/>
                <p14:nvPr/>
              </p14:nvContentPartPr>
              <p14:xfrm>
                <a:off x="8245273" y="1180053"/>
                <a:ext cx="87840" cy="315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8F865B-B923-6A1B-33A3-DCBCFA2BD49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40953" y="1175733"/>
                  <a:ext cx="964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8726DF-6690-541D-2E95-2FD518E0309F}"/>
                    </a:ext>
                  </a:extLst>
                </p14:cNvPr>
                <p14:cNvContentPartPr/>
                <p14:nvPr/>
              </p14:nvContentPartPr>
              <p14:xfrm>
                <a:off x="8409793" y="1233693"/>
                <a:ext cx="133200" cy="210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8726DF-6690-541D-2E95-2FD518E030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05473" y="1229373"/>
                  <a:ext cx="141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9DACFF6-D201-F157-B31B-501F4C882B74}"/>
                    </a:ext>
                  </a:extLst>
                </p14:cNvPr>
                <p14:cNvContentPartPr/>
                <p14:nvPr/>
              </p14:nvContentPartPr>
              <p14:xfrm>
                <a:off x="8650993" y="1217133"/>
                <a:ext cx="41400" cy="341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9DACFF6-D201-F157-B31B-501F4C882B7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46673" y="1212813"/>
                  <a:ext cx="500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2347733-33E0-EF77-9EBD-0EC599897BC2}"/>
                    </a:ext>
                  </a:extLst>
                </p14:cNvPr>
                <p14:cNvContentPartPr/>
                <p14:nvPr/>
              </p14:nvContentPartPr>
              <p14:xfrm>
                <a:off x="8775913" y="1222173"/>
                <a:ext cx="135000" cy="276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2347733-33E0-EF77-9EBD-0EC599897B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71593" y="1217853"/>
                  <a:ext cx="143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0B09AE-044E-3D66-9088-72A4EE80E7DE}"/>
                    </a:ext>
                  </a:extLst>
                </p14:cNvPr>
                <p14:cNvContentPartPr/>
                <p14:nvPr/>
              </p14:nvContentPartPr>
              <p14:xfrm>
                <a:off x="8992993" y="1205613"/>
                <a:ext cx="149040" cy="275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0B09AE-044E-3D66-9088-72A4EE80E7D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88673" y="1201293"/>
                  <a:ext cx="1576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F062B4-8DAE-22E9-E9DC-7C222996AC9E}"/>
                    </a:ext>
                  </a:extLst>
                </p14:cNvPr>
                <p14:cNvContentPartPr/>
                <p14:nvPr/>
              </p14:nvContentPartPr>
              <p14:xfrm>
                <a:off x="9124393" y="1232973"/>
                <a:ext cx="125280" cy="393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F062B4-8DAE-22E9-E9DC-7C222996AC9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20073" y="1228653"/>
                  <a:ext cx="1339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B3B209F-7AAB-1B7F-2FB0-0D215B4B5E66}"/>
                    </a:ext>
                  </a:extLst>
                </p14:cNvPr>
                <p14:cNvContentPartPr/>
                <p14:nvPr/>
              </p14:nvContentPartPr>
              <p14:xfrm>
                <a:off x="9305473" y="1269333"/>
                <a:ext cx="195480" cy="4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B3B209F-7AAB-1B7F-2FB0-0D215B4B5E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01153" y="1265013"/>
                  <a:ext cx="204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303F703-BA60-6691-26BC-27B8B2EF0C58}"/>
                    </a:ext>
                  </a:extLst>
                </p14:cNvPr>
                <p14:cNvContentPartPr/>
                <p14:nvPr/>
              </p14:nvContentPartPr>
              <p14:xfrm>
                <a:off x="9359833" y="1410813"/>
                <a:ext cx="131400" cy="24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303F703-BA60-6691-26BC-27B8B2EF0C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55513" y="1406493"/>
                  <a:ext cx="14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9BEB09B-3759-B3A6-3981-DED4D7B15C9F}"/>
                    </a:ext>
                  </a:extLst>
                </p14:cNvPr>
                <p14:cNvContentPartPr/>
                <p14:nvPr/>
              </p14:nvContentPartPr>
              <p14:xfrm>
                <a:off x="9714793" y="1201293"/>
                <a:ext cx="66240" cy="21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9BEB09B-3759-B3A6-3981-DED4D7B15C9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10473" y="1196973"/>
                  <a:ext cx="74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B2D4F2-E74A-3DE8-4278-D13656524F04}"/>
                    </a:ext>
                  </a:extLst>
                </p14:cNvPr>
                <p14:cNvContentPartPr/>
                <p14:nvPr/>
              </p14:nvContentPartPr>
              <p14:xfrm>
                <a:off x="9787513" y="1254213"/>
                <a:ext cx="39240" cy="353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B2D4F2-E74A-3DE8-4278-D13656524F0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83193" y="1249893"/>
                  <a:ext cx="478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EB29B83-D0ED-C41C-84E9-D252FDBF540F}"/>
                    </a:ext>
                  </a:extLst>
                </p14:cNvPr>
                <p14:cNvContentPartPr/>
                <p14:nvPr/>
              </p14:nvContentPartPr>
              <p14:xfrm>
                <a:off x="9900193" y="1406493"/>
                <a:ext cx="137520" cy="228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EB29B83-D0ED-C41C-84E9-D252FDBF540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95873" y="1402173"/>
                  <a:ext cx="146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226061-F55D-B155-C7FB-CF1623A80C8A}"/>
                    </a:ext>
                  </a:extLst>
                </p14:cNvPr>
                <p14:cNvContentPartPr/>
                <p14:nvPr/>
              </p14:nvContentPartPr>
              <p14:xfrm>
                <a:off x="8068153" y="1771533"/>
                <a:ext cx="74160" cy="232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226061-F55D-B155-C7FB-CF1623A80C8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63833" y="1767213"/>
                  <a:ext cx="82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718D351-6B54-9261-04EB-4BF8C148E341}"/>
                    </a:ext>
                  </a:extLst>
                </p14:cNvPr>
                <p14:cNvContentPartPr/>
                <p14:nvPr/>
              </p14:nvContentPartPr>
              <p14:xfrm>
                <a:off x="8272633" y="1669293"/>
                <a:ext cx="100080" cy="343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718D351-6B54-9261-04EB-4BF8C148E34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68313" y="1664973"/>
                  <a:ext cx="1087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73E7BC6-CAA1-FCE1-07A3-21D1177FD5BC}"/>
                    </a:ext>
                  </a:extLst>
                </p14:cNvPr>
                <p14:cNvContentPartPr/>
                <p14:nvPr/>
              </p14:nvContentPartPr>
              <p14:xfrm>
                <a:off x="8383153" y="1739493"/>
                <a:ext cx="115920" cy="289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73E7BC6-CAA1-FCE1-07A3-21D1177FD5B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78833" y="1735173"/>
                  <a:ext cx="1245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B9AA747-DD22-DC2A-92E1-5E594A1DC24A}"/>
                    </a:ext>
                  </a:extLst>
                </p14:cNvPr>
                <p14:cNvContentPartPr/>
                <p14:nvPr/>
              </p14:nvContentPartPr>
              <p14:xfrm>
                <a:off x="8550193" y="1714653"/>
                <a:ext cx="140400" cy="303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B9AA747-DD22-DC2A-92E1-5E594A1DC2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45873" y="1710333"/>
                  <a:ext cx="1490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7AC7011-541E-FCC0-4AA5-FE43922A5364}"/>
                    </a:ext>
                  </a:extLst>
                </p14:cNvPr>
                <p14:cNvContentPartPr/>
                <p14:nvPr/>
              </p14:nvContentPartPr>
              <p14:xfrm>
                <a:off x="8773753" y="1666053"/>
                <a:ext cx="33480" cy="325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7AC7011-541E-FCC0-4AA5-FE43922A536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69433" y="1661733"/>
                  <a:ext cx="42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2DB403-E9EC-435C-25BC-A4E9458E6DD3}"/>
                    </a:ext>
                  </a:extLst>
                </p14:cNvPr>
                <p14:cNvContentPartPr/>
                <p14:nvPr/>
              </p14:nvContentPartPr>
              <p14:xfrm>
                <a:off x="8875993" y="1715733"/>
                <a:ext cx="147240" cy="286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2DB403-E9EC-435C-25BC-A4E9458E6DD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71673" y="1711413"/>
                  <a:ext cx="155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6C5016-6716-AC51-5144-DEE8F0A6AFAE}"/>
                    </a:ext>
                  </a:extLst>
                </p14:cNvPr>
                <p14:cNvContentPartPr/>
                <p14:nvPr/>
              </p14:nvContentPartPr>
              <p14:xfrm>
                <a:off x="9065353" y="1762533"/>
                <a:ext cx="104760" cy="231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6C5016-6716-AC51-5144-DEE8F0A6AF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61033" y="1758213"/>
                  <a:ext cx="113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097C343-9DFC-37E8-000B-289BAB9E236B}"/>
                    </a:ext>
                  </a:extLst>
                </p14:cNvPr>
                <p14:cNvContentPartPr/>
                <p14:nvPr/>
              </p14:nvContentPartPr>
              <p14:xfrm>
                <a:off x="9190273" y="1699893"/>
                <a:ext cx="124200" cy="371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097C343-9DFC-37E8-000B-289BAB9E23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85953" y="1695573"/>
                  <a:ext cx="1328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86F6B1B-7E50-7B99-2467-954408C1E492}"/>
                    </a:ext>
                  </a:extLst>
                </p14:cNvPr>
                <p14:cNvContentPartPr/>
                <p14:nvPr/>
              </p14:nvContentPartPr>
              <p14:xfrm>
                <a:off x="9399073" y="1833453"/>
                <a:ext cx="129960" cy="32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86F6B1B-7E50-7B99-2467-954408C1E49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94753" y="1829133"/>
                  <a:ext cx="138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E79092-5423-B6A8-23AE-CFA71AC98B0F}"/>
                    </a:ext>
                  </a:extLst>
                </p14:cNvPr>
                <p14:cNvContentPartPr/>
                <p14:nvPr/>
              </p14:nvContentPartPr>
              <p14:xfrm>
                <a:off x="9468913" y="1959453"/>
                <a:ext cx="93240" cy="1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E79092-5423-B6A8-23AE-CFA71AC98B0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64593" y="1955133"/>
                  <a:ext cx="101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3869C09-CF2A-B428-EB1B-A8F00C99B341}"/>
                    </a:ext>
                  </a:extLst>
                </p14:cNvPr>
                <p14:cNvContentPartPr/>
                <p14:nvPr/>
              </p14:nvContentPartPr>
              <p14:xfrm>
                <a:off x="9668713" y="1766853"/>
                <a:ext cx="97560" cy="146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3869C09-CF2A-B428-EB1B-A8F00C99B34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64393" y="1762533"/>
                  <a:ext cx="106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CE4C780-C58E-7A04-54F8-3FA75D07F409}"/>
                    </a:ext>
                  </a:extLst>
                </p14:cNvPr>
                <p14:cNvContentPartPr/>
                <p14:nvPr/>
              </p14:nvContentPartPr>
              <p14:xfrm>
                <a:off x="9636673" y="1730133"/>
                <a:ext cx="178200" cy="47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CE4C780-C58E-7A04-54F8-3FA75D07F40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632353" y="1725813"/>
                  <a:ext cx="186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BAD501D-40AC-56F1-E2CD-D65DFD68C5FA}"/>
                    </a:ext>
                  </a:extLst>
                </p14:cNvPr>
                <p14:cNvContentPartPr/>
                <p14:nvPr/>
              </p14:nvContentPartPr>
              <p14:xfrm>
                <a:off x="9813793" y="1694493"/>
                <a:ext cx="51480" cy="371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BAD501D-40AC-56F1-E2CD-D65DFD68C5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09473" y="1690173"/>
                  <a:ext cx="601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267BBB3-AEE7-14B7-8632-0BFF938058AC}"/>
                    </a:ext>
                  </a:extLst>
                </p14:cNvPr>
                <p14:cNvContentPartPr/>
                <p14:nvPr/>
              </p14:nvContentPartPr>
              <p14:xfrm>
                <a:off x="9937993" y="1828413"/>
                <a:ext cx="122760" cy="263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267BBB3-AEE7-14B7-8632-0BFF938058A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33673" y="1824093"/>
                  <a:ext cx="131400" cy="27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5CF0B56-4E76-2CB9-4461-836B7305E336}"/>
                  </a:ext>
                </a:extLst>
              </p14:cNvPr>
              <p14:cNvContentPartPr/>
              <p14:nvPr/>
            </p14:nvContentPartPr>
            <p14:xfrm>
              <a:off x="3497233" y="3266613"/>
              <a:ext cx="622800" cy="4280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5CF0B56-4E76-2CB9-4461-836B7305E33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492913" y="3262293"/>
                <a:ext cx="63144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E67BBC4-9B53-32FF-9B7F-B5F3ADF9020C}"/>
                  </a:ext>
                </a:extLst>
              </p14:cNvPr>
              <p14:cNvContentPartPr/>
              <p14:nvPr/>
            </p14:nvContentPartPr>
            <p14:xfrm>
              <a:off x="5603593" y="5338413"/>
              <a:ext cx="1015920" cy="57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E67BBC4-9B53-32FF-9B7F-B5F3ADF9020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599273" y="5334093"/>
                <a:ext cx="102456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957C6EE-7791-E9C4-E884-B67A803BE37C}"/>
              </a:ext>
            </a:extLst>
          </p:cNvPr>
          <p:cNvGrpSpPr/>
          <p:nvPr/>
        </p:nvGrpSpPr>
        <p:grpSpPr>
          <a:xfrm>
            <a:off x="2903233" y="3123236"/>
            <a:ext cx="4364280" cy="1452240"/>
            <a:chOff x="2903233" y="3123236"/>
            <a:chExt cx="4364280" cy="145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2FA3B0E-3356-2E58-B890-E2BB61693AE9}"/>
                    </a:ext>
                  </a:extLst>
                </p14:cNvPr>
                <p14:cNvContentPartPr/>
                <p14:nvPr/>
              </p14:nvContentPartPr>
              <p14:xfrm>
                <a:off x="6671713" y="3123236"/>
                <a:ext cx="595800" cy="45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2FA3B0E-3356-2E58-B890-E2BB61693A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67393" y="3118916"/>
                  <a:ext cx="604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DABFA9C-CB3D-0DFD-0DE3-B1A36B3B09AF}"/>
                    </a:ext>
                  </a:extLst>
                </p14:cNvPr>
                <p14:cNvContentPartPr/>
                <p14:nvPr/>
              </p14:nvContentPartPr>
              <p14:xfrm>
                <a:off x="4390753" y="3140973"/>
                <a:ext cx="162360" cy="281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DABFA9C-CB3D-0DFD-0DE3-B1A36B3B09A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86433" y="3136653"/>
                  <a:ext cx="1710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E37D19A-AF53-7D63-BC25-94AE8AAF803A}"/>
                    </a:ext>
                  </a:extLst>
                </p14:cNvPr>
                <p14:cNvContentPartPr/>
                <p14:nvPr/>
              </p14:nvContentPartPr>
              <p14:xfrm>
                <a:off x="4604233" y="3246093"/>
                <a:ext cx="152640" cy="178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E37D19A-AF53-7D63-BC25-94AE8AAF803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99913" y="3241773"/>
                  <a:ext cx="161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ABD0B1F-717C-3529-4F97-F6D78B500899}"/>
                    </a:ext>
                  </a:extLst>
                </p14:cNvPr>
                <p14:cNvContentPartPr/>
                <p14:nvPr/>
              </p14:nvContentPartPr>
              <p14:xfrm>
                <a:off x="4810513" y="3261933"/>
                <a:ext cx="151920" cy="2898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ABD0B1F-717C-3529-4F97-F6D78B50089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06193" y="3257613"/>
                  <a:ext cx="1605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ABC176C-9B62-17F0-DCBD-058DF961404F}"/>
                    </a:ext>
                  </a:extLst>
                </p14:cNvPr>
                <p14:cNvContentPartPr/>
                <p14:nvPr/>
              </p14:nvContentPartPr>
              <p14:xfrm>
                <a:off x="5021833" y="3273813"/>
                <a:ext cx="172800" cy="191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ABC176C-9B62-17F0-DCBD-058DF961404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17513" y="3269493"/>
                  <a:ext cx="181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AA8F929-1E34-1785-5988-728AAFBD84A3}"/>
                    </a:ext>
                  </a:extLst>
                </p14:cNvPr>
                <p14:cNvContentPartPr/>
                <p14:nvPr/>
              </p14:nvContentPartPr>
              <p14:xfrm>
                <a:off x="5202193" y="3292533"/>
                <a:ext cx="80640" cy="165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AA8F929-1E34-1785-5988-728AAFBD84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97873" y="3288213"/>
                  <a:ext cx="89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80D8C5E-A387-0955-B205-095ED067C6CE}"/>
                    </a:ext>
                  </a:extLst>
                </p14:cNvPr>
                <p14:cNvContentPartPr/>
                <p14:nvPr/>
              </p14:nvContentPartPr>
              <p14:xfrm>
                <a:off x="5486593" y="3196413"/>
                <a:ext cx="8640" cy="55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80D8C5E-A387-0955-B205-095ED067C6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82273" y="3192093"/>
                  <a:ext cx="17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1FDEB2F-9F05-3467-DF37-7B645393250D}"/>
                    </a:ext>
                  </a:extLst>
                </p14:cNvPr>
                <p14:cNvContentPartPr/>
                <p14:nvPr/>
              </p14:nvContentPartPr>
              <p14:xfrm>
                <a:off x="5506033" y="3398733"/>
                <a:ext cx="12600" cy="20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1FDEB2F-9F05-3467-DF37-7B645393250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01713" y="3394413"/>
                  <a:ext cx="21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8B2A20F-E64E-2442-CE76-07C8D757B83B}"/>
                    </a:ext>
                  </a:extLst>
                </p14:cNvPr>
                <p14:cNvContentPartPr/>
                <p14:nvPr/>
              </p14:nvContentPartPr>
              <p14:xfrm>
                <a:off x="5205433" y="3604916"/>
                <a:ext cx="197280" cy="249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8B2A20F-E64E-2442-CE76-07C8D757B83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01113" y="3600596"/>
                  <a:ext cx="205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61DA13E-C5D9-C206-0699-E301876D9A2D}"/>
                    </a:ext>
                  </a:extLst>
                </p14:cNvPr>
                <p14:cNvContentPartPr/>
                <p14:nvPr/>
              </p14:nvContentPartPr>
              <p14:xfrm>
                <a:off x="5364913" y="3595556"/>
                <a:ext cx="79560" cy="278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61DA13E-C5D9-C206-0699-E301876D9A2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60593" y="3591236"/>
                  <a:ext cx="88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F6E46D9-6DE3-81DF-CF9A-3C6A8AE45865}"/>
                    </a:ext>
                  </a:extLst>
                </p14:cNvPr>
                <p14:cNvContentPartPr/>
                <p14:nvPr/>
              </p14:nvContentPartPr>
              <p14:xfrm>
                <a:off x="5601433" y="3582956"/>
                <a:ext cx="91080" cy="285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F6E46D9-6DE3-81DF-CF9A-3C6A8AE458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97113" y="3578636"/>
                  <a:ext cx="99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A3D1369-1A80-4BBB-0254-7672202CC077}"/>
                    </a:ext>
                  </a:extLst>
                </p14:cNvPr>
                <p14:cNvContentPartPr/>
                <p14:nvPr/>
              </p14:nvContentPartPr>
              <p14:xfrm>
                <a:off x="5790793" y="3616436"/>
                <a:ext cx="3960" cy="4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A3D1369-1A80-4BBB-0254-7672202CC07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86473" y="3612116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987D5BE-3206-5632-382B-3C8F28C4BD84}"/>
                    </a:ext>
                  </a:extLst>
                </p14:cNvPr>
                <p14:cNvContentPartPr/>
                <p14:nvPr/>
              </p14:nvContentPartPr>
              <p14:xfrm>
                <a:off x="5786113" y="3584036"/>
                <a:ext cx="83160" cy="300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987D5BE-3206-5632-382B-3C8F28C4BD8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81793" y="3579716"/>
                  <a:ext cx="91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F1D8455-5F34-374E-36F9-405B87D2EDCF}"/>
                    </a:ext>
                  </a:extLst>
                </p14:cNvPr>
                <p14:cNvContentPartPr/>
                <p14:nvPr/>
              </p14:nvContentPartPr>
              <p14:xfrm>
                <a:off x="5968633" y="3644876"/>
                <a:ext cx="100080" cy="189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F1D8455-5F34-374E-36F9-405B87D2ED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64313" y="3640556"/>
                  <a:ext cx="108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F2125C3-9F5A-0BCA-E6A3-62A60875E13A}"/>
                    </a:ext>
                  </a:extLst>
                </p14:cNvPr>
                <p14:cNvContentPartPr/>
                <p14:nvPr/>
              </p14:nvContentPartPr>
              <p14:xfrm>
                <a:off x="6085633" y="3564596"/>
                <a:ext cx="112680" cy="300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F2125C3-9F5A-0BCA-E6A3-62A60875E13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81313" y="3560276"/>
                  <a:ext cx="1213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85D2959-1A19-549F-C51D-B73201FF741C}"/>
                    </a:ext>
                  </a:extLst>
                </p14:cNvPr>
                <p14:cNvContentPartPr/>
                <p14:nvPr/>
              </p14:nvContentPartPr>
              <p14:xfrm>
                <a:off x="4190593" y="3947996"/>
                <a:ext cx="2032920" cy="114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85D2959-1A19-549F-C51D-B73201FF741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86273" y="3943676"/>
                  <a:ext cx="2041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F60A5A0-88F0-5180-249B-15F2490C683B}"/>
                    </a:ext>
                  </a:extLst>
                </p14:cNvPr>
                <p14:cNvContentPartPr/>
                <p14:nvPr/>
              </p14:nvContentPartPr>
              <p14:xfrm>
                <a:off x="4262233" y="3699236"/>
                <a:ext cx="30600" cy="174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F60A5A0-88F0-5180-249B-15F2490C683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57913" y="3694916"/>
                  <a:ext cx="39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D59C92E-9053-4D0B-2453-127743A5C483}"/>
                    </a:ext>
                  </a:extLst>
                </p14:cNvPr>
                <p14:cNvContentPartPr/>
                <p14:nvPr/>
              </p14:nvContentPartPr>
              <p14:xfrm>
                <a:off x="4266913" y="3670796"/>
                <a:ext cx="130680" cy="159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D59C92E-9053-4D0B-2453-127743A5C48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62593" y="3666476"/>
                  <a:ext cx="139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A7BCDB-DF85-ECD3-6812-580E28B57811}"/>
                    </a:ext>
                  </a:extLst>
                </p14:cNvPr>
                <p14:cNvContentPartPr/>
                <p14:nvPr/>
              </p14:nvContentPartPr>
              <p14:xfrm>
                <a:off x="4503073" y="3640556"/>
                <a:ext cx="102240" cy="262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A7BCDB-DF85-ECD3-6812-580E28B5781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98753" y="3636236"/>
                  <a:ext cx="1108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A5B05FB-AC76-E35C-665E-5836B633BB73}"/>
                    </a:ext>
                  </a:extLst>
                </p14:cNvPr>
                <p14:cNvContentPartPr/>
                <p14:nvPr/>
              </p14:nvContentPartPr>
              <p14:xfrm>
                <a:off x="4684873" y="3653516"/>
                <a:ext cx="133200" cy="196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A5B05FB-AC76-E35C-665E-5836B633BB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80553" y="3649196"/>
                  <a:ext cx="141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211C124-DA15-0F5C-DF58-973C8F8FD619}"/>
                    </a:ext>
                  </a:extLst>
                </p14:cNvPr>
                <p14:cNvContentPartPr/>
                <p14:nvPr/>
              </p14:nvContentPartPr>
              <p14:xfrm>
                <a:off x="4870273" y="3625076"/>
                <a:ext cx="153000" cy="225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211C124-DA15-0F5C-DF58-973C8F8FD61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65953" y="3620756"/>
                  <a:ext cx="161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E8F7014-2313-A916-C410-55922A781345}"/>
                    </a:ext>
                  </a:extLst>
                </p14:cNvPr>
                <p14:cNvContentPartPr/>
                <p14:nvPr/>
              </p14:nvContentPartPr>
              <p14:xfrm>
                <a:off x="5042353" y="3586196"/>
                <a:ext cx="43920" cy="243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E8F7014-2313-A916-C410-55922A78134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38033" y="3581876"/>
                  <a:ext cx="52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AC57D20-A585-CE09-91F8-836AFD674765}"/>
                    </a:ext>
                  </a:extLst>
                </p14:cNvPr>
                <p14:cNvContentPartPr/>
                <p14:nvPr/>
              </p14:nvContentPartPr>
              <p14:xfrm>
                <a:off x="3950833" y="3960956"/>
                <a:ext cx="129240" cy="26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AC57D20-A585-CE09-91F8-836AFD67476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46513" y="3956636"/>
                  <a:ext cx="137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D15371D-D4F9-FA47-AA99-422915F4BC1D}"/>
                    </a:ext>
                  </a:extLst>
                </p14:cNvPr>
                <p14:cNvContentPartPr/>
                <p14:nvPr/>
              </p14:nvContentPartPr>
              <p14:xfrm>
                <a:off x="3911953" y="4059956"/>
                <a:ext cx="147960" cy="47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D15371D-D4F9-FA47-AA99-422915F4BC1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07633" y="4055636"/>
                  <a:ext cx="156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BF38353-DF0C-9756-BB0A-1FC7DBB79CC6}"/>
                    </a:ext>
                  </a:extLst>
                </p14:cNvPr>
                <p14:cNvContentPartPr/>
                <p14:nvPr/>
              </p14:nvContentPartPr>
              <p14:xfrm>
                <a:off x="2903233" y="3938276"/>
                <a:ext cx="107280" cy="2840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BF38353-DF0C-9756-BB0A-1FC7DBB79CC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98913" y="3933956"/>
                  <a:ext cx="115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C81A41D-B3FB-E028-ECC5-57DB9E0B36F7}"/>
                    </a:ext>
                  </a:extLst>
                </p14:cNvPr>
                <p14:cNvContentPartPr/>
                <p14:nvPr/>
              </p14:nvContentPartPr>
              <p14:xfrm>
                <a:off x="3090793" y="3920276"/>
                <a:ext cx="120960" cy="359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C81A41D-B3FB-E028-ECC5-57DB9E0B36F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86473" y="3915956"/>
                  <a:ext cx="129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9EF4100-D09F-B7EB-43D0-4D64E1BB49D8}"/>
                    </a:ext>
                  </a:extLst>
                </p14:cNvPr>
                <p14:cNvContentPartPr/>
                <p14:nvPr/>
              </p14:nvContentPartPr>
              <p14:xfrm>
                <a:off x="3244513" y="4012796"/>
                <a:ext cx="113040" cy="248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9EF4100-D09F-B7EB-43D0-4D64E1BB49D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40193" y="4008476"/>
                  <a:ext cx="1216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ADC7E26-E85C-CC71-C1BD-6B8D5D1AA864}"/>
                    </a:ext>
                  </a:extLst>
                </p14:cNvPr>
                <p14:cNvContentPartPr/>
                <p14:nvPr/>
              </p14:nvContentPartPr>
              <p14:xfrm>
                <a:off x="3416593" y="3982556"/>
                <a:ext cx="27000" cy="298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ADC7E26-E85C-CC71-C1BD-6B8D5D1AA8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12273" y="3978236"/>
                  <a:ext cx="35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EE68838-3A63-86DF-2FAA-B56ABE5BEB81}"/>
                    </a:ext>
                  </a:extLst>
                </p14:cNvPr>
                <p14:cNvContentPartPr/>
                <p14:nvPr/>
              </p14:nvContentPartPr>
              <p14:xfrm>
                <a:off x="3504793" y="4002716"/>
                <a:ext cx="114840" cy="267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EE68838-3A63-86DF-2FAA-B56ABE5BEB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500473" y="3998396"/>
                  <a:ext cx="1234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FCAC074-39E0-4CBB-DB2A-D4521A905DC6}"/>
                    </a:ext>
                  </a:extLst>
                </p14:cNvPr>
                <p14:cNvContentPartPr/>
                <p14:nvPr/>
              </p14:nvContentPartPr>
              <p14:xfrm>
                <a:off x="3655993" y="3929636"/>
                <a:ext cx="139320" cy="395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FCAC074-39E0-4CBB-DB2A-D4521A905DC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51673" y="3925316"/>
                  <a:ext cx="147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A9342AB-2397-7946-5E76-5BFFF2A26A89}"/>
                    </a:ext>
                  </a:extLst>
                </p14:cNvPr>
                <p14:cNvContentPartPr/>
                <p14:nvPr/>
              </p14:nvContentPartPr>
              <p14:xfrm>
                <a:off x="3756073" y="3925316"/>
                <a:ext cx="95760" cy="482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A9342AB-2397-7946-5E76-5BFFF2A26A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51753" y="3920996"/>
                  <a:ext cx="10440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0B9B031-F8FA-D30F-4FF8-F0D4E518744B}"/>
                    </a:ext>
                  </a:extLst>
                </p14:cNvPr>
                <p14:cNvContentPartPr/>
                <p14:nvPr/>
              </p14:nvContentPartPr>
              <p14:xfrm>
                <a:off x="4146313" y="4261556"/>
                <a:ext cx="118440" cy="239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0B9B031-F8FA-D30F-4FF8-F0D4E518744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141993" y="4257236"/>
                  <a:ext cx="127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8DD916E-0CEF-DC63-2BE0-33E33B69E23B}"/>
                    </a:ext>
                  </a:extLst>
                </p14:cNvPr>
                <p14:cNvContentPartPr/>
                <p14:nvPr/>
              </p14:nvContentPartPr>
              <p14:xfrm>
                <a:off x="4361953" y="4274156"/>
                <a:ext cx="72000" cy="301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8DD916E-0CEF-DC63-2BE0-33E33B69E23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57633" y="4269836"/>
                  <a:ext cx="80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58D8539-9955-A0CC-7EE9-3A3BE0A3DC57}"/>
                    </a:ext>
                  </a:extLst>
                </p14:cNvPr>
                <p14:cNvContentPartPr/>
                <p14:nvPr/>
              </p14:nvContentPartPr>
              <p14:xfrm>
                <a:off x="4467433" y="4236356"/>
                <a:ext cx="106200" cy="253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58D8539-9955-A0CC-7EE9-3A3BE0A3DC5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463113" y="4232036"/>
                  <a:ext cx="114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C124871-37A8-79C8-CBD4-6441A20A5018}"/>
                    </a:ext>
                  </a:extLst>
                </p14:cNvPr>
                <p14:cNvContentPartPr/>
                <p14:nvPr/>
              </p14:nvContentPartPr>
              <p14:xfrm>
                <a:off x="4639873" y="4248596"/>
                <a:ext cx="115560" cy="180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C124871-37A8-79C8-CBD4-6441A20A501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35553" y="4244276"/>
                  <a:ext cx="124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55C0B9D-47E0-30D0-6D27-C2D38623F28A}"/>
                    </a:ext>
                  </a:extLst>
                </p14:cNvPr>
                <p14:cNvContentPartPr/>
                <p14:nvPr/>
              </p14:nvContentPartPr>
              <p14:xfrm>
                <a:off x="4814473" y="4180916"/>
                <a:ext cx="69120" cy="255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55C0B9D-47E0-30D0-6D27-C2D38623F28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10153" y="4176596"/>
                  <a:ext cx="77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A7E9EA7-820A-8724-05A9-57E224744473}"/>
                    </a:ext>
                  </a:extLst>
                </p14:cNvPr>
                <p14:cNvContentPartPr/>
                <p14:nvPr/>
              </p14:nvContentPartPr>
              <p14:xfrm>
                <a:off x="4946233" y="4186676"/>
                <a:ext cx="140760" cy="192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A7E9EA7-820A-8724-05A9-57E22474447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41913" y="4182356"/>
                  <a:ext cx="149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C6F2578-391C-5137-7EEF-484CC0738FF1}"/>
                    </a:ext>
                  </a:extLst>
                </p14:cNvPr>
                <p14:cNvContentPartPr/>
                <p14:nvPr/>
              </p14:nvContentPartPr>
              <p14:xfrm>
                <a:off x="5085193" y="4142756"/>
                <a:ext cx="110160" cy="304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C6F2578-391C-5137-7EEF-484CC0738FF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080873" y="4138436"/>
                  <a:ext cx="1188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6A9F29A-5BC2-0FB2-78E0-1D6A57C7FD13}"/>
                    </a:ext>
                  </a:extLst>
                </p14:cNvPr>
                <p14:cNvContentPartPr/>
                <p14:nvPr/>
              </p14:nvContentPartPr>
              <p14:xfrm>
                <a:off x="5294353" y="4175516"/>
                <a:ext cx="63360" cy="190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6A9F29A-5BC2-0FB2-78E0-1D6A57C7FD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290033" y="4171196"/>
                  <a:ext cx="72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FEAF9E5-26B8-3ABD-DF98-E37186E92248}"/>
                    </a:ext>
                  </a:extLst>
                </p14:cNvPr>
                <p14:cNvContentPartPr/>
                <p14:nvPr/>
              </p14:nvContentPartPr>
              <p14:xfrm>
                <a:off x="5281393" y="4123676"/>
                <a:ext cx="138960" cy="167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FEAF9E5-26B8-3ABD-DF98-E37186E9224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77073" y="4119356"/>
                  <a:ext cx="147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7ACE623-0056-6500-979D-89C36CDE8C4C}"/>
                    </a:ext>
                  </a:extLst>
                </p14:cNvPr>
                <p14:cNvContentPartPr/>
                <p14:nvPr/>
              </p14:nvContentPartPr>
              <p14:xfrm>
                <a:off x="5535553" y="4063556"/>
                <a:ext cx="74160" cy="291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7ACE623-0056-6500-979D-89C36CDE8C4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31233" y="4059236"/>
                  <a:ext cx="82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50DAD68-0265-F2BA-3E6A-B5CF17C8A891}"/>
                    </a:ext>
                  </a:extLst>
                </p14:cNvPr>
                <p14:cNvContentPartPr/>
                <p14:nvPr/>
              </p14:nvContentPartPr>
              <p14:xfrm>
                <a:off x="5677033" y="4095596"/>
                <a:ext cx="127800" cy="207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50DAD68-0265-F2BA-3E6A-B5CF17C8A8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672713" y="4091276"/>
                  <a:ext cx="136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ABBB0AB-AD3A-C41D-B873-E2909DB1CFEE}"/>
                    </a:ext>
                  </a:extLst>
                </p14:cNvPr>
                <p14:cNvContentPartPr/>
                <p14:nvPr/>
              </p14:nvContentPartPr>
              <p14:xfrm>
                <a:off x="5802313" y="4121876"/>
                <a:ext cx="117000" cy="287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ABBB0AB-AD3A-C41D-B873-E2909DB1CFE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97993" y="4117556"/>
                  <a:ext cx="125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B4EF762-3731-A707-7A16-C10CC41C680E}"/>
                    </a:ext>
                  </a:extLst>
                </p14:cNvPr>
                <p14:cNvContentPartPr/>
                <p14:nvPr/>
              </p14:nvContentPartPr>
              <p14:xfrm>
                <a:off x="6023713" y="4222316"/>
                <a:ext cx="144000" cy="46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B4EF762-3731-A707-7A16-C10CC41C680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19393" y="4217996"/>
                  <a:ext cx="152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1D4F945-FE6D-7E76-E853-764FECCF3EE0}"/>
                    </a:ext>
                  </a:extLst>
                </p14:cNvPr>
                <p14:cNvContentPartPr/>
                <p14:nvPr/>
              </p14:nvContentPartPr>
              <p14:xfrm>
                <a:off x="6095713" y="4181636"/>
                <a:ext cx="38520" cy="165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1D4F945-FE6D-7E76-E853-764FECCF3EE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91393" y="4177316"/>
                  <a:ext cx="47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21A753F-961F-ABD2-62D5-61CBEAD5D36E}"/>
                    </a:ext>
                  </a:extLst>
                </p14:cNvPr>
                <p14:cNvContentPartPr/>
                <p14:nvPr/>
              </p14:nvContentPartPr>
              <p14:xfrm>
                <a:off x="6163033" y="3803636"/>
                <a:ext cx="983880" cy="213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21A753F-961F-ABD2-62D5-61CBEAD5D36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158713" y="3799316"/>
                  <a:ext cx="992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F4545DA-940D-A28E-2F99-A95F024E5C90}"/>
                    </a:ext>
                  </a:extLst>
                </p14:cNvPr>
                <p14:cNvContentPartPr/>
                <p14:nvPr/>
              </p14:nvContentPartPr>
              <p14:xfrm>
                <a:off x="6250153" y="4142396"/>
                <a:ext cx="52200" cy="235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F4545DA-940D-A28E-2F99-A95F024E5C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45833" y="4138076"/>
                  <a:ext cx="60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BFCD3C-75B9-A7AD-6501-0231F45B54F5}"/>
                    </a:ext>
                  </a:extLst>
                </p14:cNvPr>
                <p14:cNvContentPartPr/>
                <p14:nvPr/>
              </p14:nvContentPartPr>
              <p14:xfrm>
                <a:off x="6259873" y="4117196"/>
                <a:ext cx="137880" cy="182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BFCD3C-75B9-A7AD-6501-0231F45B54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55553" y="4112876"/>
                  <a:ext cx="146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D44FF58-8D3E-C369-01ED-275BC87A13F8}"/>
                    </a:ext>
                  </a:extLst>
                </p14:cNvPr>
                <p14:cNvContentPartPr/>
                <p14:nvPr/>
              </p14:nvContentPartPr>
              <p14:xfrm>
                <a:off x="6480553" y="4085156"/>
                <a:ext cx="93600" cy="249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D44FF58-8D3E-C369-01ED-275BC87A13F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76233" y="4080836"/>
                  <a:ext cx="10224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93B67B1-2267-625B-6C13-9A5052E4C5D2}"/>
              </a:ext>
            </a:extLst>
          </p:cNvPr>
          <p:cNvGrpSpPr/>
          <p:nvPr/>
        </p:nvGrpSpPr>
        <p:grpSpPr>
          <a:xfrm>
            <a:off x="6606913" y="3497996"/>
            <a:ext cx="1686240" cy="831600"/>
            <a:chOff x="6606913" y="3497996"/>
            <a:chExt cx="1686240" cy="8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644A3D9-0383-BB64-D0B3-D8A3EDADD8DF}"/>
                    </a:ext>
                  </a:extLst>
                </p14:cNvPr>
                <p14:cNvContentPartPr/>
                <p14:nvPr/>
              </p14:nvContentPartPr>
              <p14:xfrm>
                <a:off x="6606913" y="4134476"/>
                <a:ext cx="99360" cy="169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644A3D9-0383-BB64-D0B3-D8A3EDADD8D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02593" y="4130156"/>
                  <a:ext cx="108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0C37626-E3C3-D381-6859-E08072F284D6}"/>
                    </a:ext>
                  </a:extLst>
                </p14:cNvPr>
                <p14:cNvContentPartPr/>
                <p14:nvPr/>
              </p14:nvContentPartPr>
              <p14:xfrm>
                <a:off x="6694753" y="4082276"/>
                <a:ext cx="135360" cy="230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0C37626-E3C3-D381-6859-E08072F284D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690433" y="4077956"/>
                  <a:ext cx="144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7995216-986C-4C88-ED0B-C1C50547F9CE}"/>
                    </a:ext>
                  </a:extLst>
                </p14:cNvPr>
                <p14:cNvContentPartPr/>
                <p14:nvPr/>
              </p14:nvContentPartPr>
              <p14:xfrm>
                <a:off x="6868633" y="4010636"/>
                <a:ext cx="53640" cy="292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7995216-986C-4C88-ED0B-C1C50547F9C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864313" y="4006316"/>
                  <a:ext cx="62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70D37A-3B44-A36A-C5CD-D151A7B5D943}"/>
                    </a:ext>
                  </a:extLst>
                </p14:cNvPr>
                <p14:cNvContentPartPr/>
                <p14:nvPr/>
              </p14:nvContentPartPr>
              <p14:xfrm>
                <a:off x="6961873" y="4042316"/>
                <a:ext cx="142560" cy="250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70D37A-3B44-A36A-C5CD-D151A7B5D94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957553" y="4037996"/>
                  <a:ext cx="151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C31FB7B-DAFB-398D-7361-7463584BFC2F}"/>
                    </a:ext>
                  </a:extLst>
                </p14:cNvPr>
                <p14:cNvContentPartPr/>
                <p14:nvPr/>
              </p14:nvContentPartPr>
              <p14:xfrm>
                <a:off x="7181113" y="4026836"/>
                <a:ext cx="94680" cy="227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C31FB7B-DAFB-398D-7361-7463584BFC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176793" y="4022516"/>
                  <a:ext cx="103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6E8FCE8-8EB2-DB4B-E29C-D2E8D14FCEF6}"/>
                    </a:ext>
                  </a:extLst>
                </p14:cNvPr>
                <p14:cNvContentPartPr/>
                <p14:nvPr/>
              </p14:nvContentPartPr>
              <p14:xfrm>
                <a:off x="7258153" y="3987236"/>
                <a:ext cx="99000" cy="288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6E8FCE8-8EB2-DB4B-E29C-D2E8D14FCEF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253833" y="3982916"/>
                  <a:ext cx="107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BBECC98-0F80-D626-06FC-B53E6635CE05}"/>
                    </a:ext>
                  </a:extLst>
                </p14:cNvPr>
                <p14:cNvContentPartPr/>
                <p14:nvPr/>
              </p14:nvContentPartPr>
              <p14:xfrm>
                <a:off x="7487833" y="4009556"/>
                <a:ext cx="86400" cy="262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BBECC98-0F80-D626-06FC-B53E6635CE0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83513" y="4005236"/>
                  <a:ext cx="95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C4882FB-FEFE-9F70-764D-E0A8BF75D14F}"/>
                    </a:ext>
                  </a:extLst>
                </p14:cNvPr>
                <p14:cNvContentPartPr/>
                <p14:nvPr/>
              </p14:nvContentPartPr>
              <p14:xfrm>
                <a:off x="7638313" y="3974996"/>
                <a:ext cx="73800" cy="275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C4882FB-FEFE-9F70-764D-E0A8BF75D14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633993" y="3970676"/>
                  <a:ext cx="82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B49212E-DEF1-7008-44B0-8BFC1EBA3DA8}"/>
                    </a:ext>
                  </a:extLst>
                </p14:cNvPr>
                <p14:cNvContentPartPr/>
                <p14:nvPr/>
              </p14:nvContentPartPr>
              <p14:xfrm>
                <a:off x="7719673" y="3974276"/>
                <a:ext cx="119520" cy="223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B49212E-DEF1-7008-44B0-8BFC1EBA3DA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715353" y="3969956"/>
                  <a:ext cx="128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ABE6FD-EC83-E35C-E8EF-282087D1E194}"/>
                    </a:ext>
                  </a:extLst>
                </p14:cNvPr>
                <p14:cNvContentPartPr/>
                <p14:nvPr/>
              </p14:nvContentPartPr>
              <p14:xfrm>
                <a:off x="7981033" y="3878516"/>
                <a:ext cx="6480" cy="15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ABE6FD-EC83-E35C-E8EF-282087D1E19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76713" y="3874196"/>
                  <a:ext cx="15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6BF9154-0DC5-76C2-D5FB-EF722261C2E6}"/>
                    </a:ext>
                  </a:extLst>
                </p14:cNvPr>
                <p14:cNvContentPartPr/>
                <p14:nvPr/>
              </p14:nvContentPartPr>
              <p14:xfrm>
                <a:off x="7887073" y="3991556"/>
                <a:ext cx="125640" cy="245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6BF9154-0DC5-76C2-D5FB-EF722261C2E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82753" y="3987236"/>
                  <a:ext cx="1342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B0C7524-605E-14B9-CBA6-C840B54014AB}"/>
                    </a:ext>
                  </a:extLst>
                </p14:cNvPr>
                <p14:cNvContentPartPr/>
                <p14:nvPr/>
              </p14:nvContentPartPr>
              <p14:xfrm>
                <a:off x="7967353" y="3992276"/>
                <a:ext cx="133920" cy="289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B0C7524-605E-14B9-CBA6-C840B54014A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63033" y="3987956"/>
                  <a:ext cx="142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E61020A-5EE7-61EB-9E54-715B5BE343D9}"/>
                    </a:ext>
                  </a:extLst>
                </p14:cNvPr>
                <p14:cNvContentPartPr/>
                <p14:nvPr/>
              </p14:nvContentPartPr>
              <p14:xfrm>
                <a:off x="8111713" y="3497996"/>
                <a:ext cx="181440" cy="831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E61020A-5EE7-61EB-9E54-715B5BE343D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107393" y="3493676"/>
                  <a:ext cx="190080" cy="84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D0ED939-D0D4-D97A-6C78-F0E6A84F00EB}"/>
                  </a:ext>
                </a:extLst>
              </p14:cNvPr>
              <p14:cNvContentPartPr/>
              <p14:nvPr/>
            </p14:nvContentPartPr>
            <p14:xfrm>
              <a:off x="8348953" y="3739916"/>
              <a:ext cx="89280" cy="2512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D0ED939-D0D4-D97A-6C78-F0E6A84F00E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344633" y="3735596"/>
                <a:ext cx="9792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AC4B798-448E-47F9-C7AE-AAFEF5B84C04}"/>
              </a:ext>
            </a:extLst>
          </p:cNvPr>
          <p:cNvGrpSpPr/>
          <p:nvPr/>
        </p:nvGrpSpPr>
        <p:grpSpPr>
          <a:xfrm>
            <a:off x="8495833" y="3642356"/>
            <a:ext cx="964800" cy="375480"/>
            <a:chOff x="8495833" y="3642356"/>
            <a:chExt cx="96480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45B9F83-D823-FEFD-2B07-A25E3E75E24A}"/>
                    </a:ext>
                  </a:extLst>
                </p14:cNvPr>
                <p14:cNvContentPartPr/>
                <p14:nvPr/>
              </p14:nvContentPartPr>
              <p14:xfrm>
                <a:off x="8495833" y="3711476"/>
                <a:ext cx="135000" cy="303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45B9F83-D823-FEFD-2B07-A25E3E75E2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91513" y="3707156"/>
                  <a:ext cx="143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BFD60A0-6089-8D74-1FEB-C692D7680208}"/>
                    </a:ext>
                  </a:extLst>
                </p14:cNvPr>
                <p14:cNvContentPartPr/>
                <p14:nvPr/>
              </p14:nvContentPartPr>
              <p14:xfrm>
                <a:off x="8645953" y="3751796"/>
                <a:ext cx="112320" cy="199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BFD60A0-6089-8D74-1FEB-C692D768020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641633" y="3747476"/>
                  <a:ext cx="120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E919DF7-D441-E701-7671-AE85436EA031}"/>
                    </a:ext>
                  </a:extLst>
                </p14:cNvPr>
                <p14:cNvContentPartPr/>
                <p14:nvPr/>
              </p14:nvContentPartPr>
              <p14:xfrm>
                <a:off x="8792833" y="3692396"/>
                <a:ext cx="39240" cy="237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E919DF7-D441-E701-7671-AE85436EA03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788513" y="3688076"/>
                  <a:ext cx="47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ADEF1D6-701A-0B80-A3D6-7012071E79AE}"/>
                    </a:ext>
                  </a:extLst>
                </p14:cNvPr>
                <p14:cNvContentPartPr/>
                <p14:nvPr/>
              </p14:nvContentPartPr>
              <p14:xfrm>
                <a:off x="8931793" y="3680876"/>
                <a:ext cx="146160" cy="270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ADEF1D6-701A-0B80-A3D6-7012071E79A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927473" y="3676556"/>
                  <a:ext cx="15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AB718D5-7C07-5D2D-C1C9-9E6A21A1CB35}"/>
                    </a:ext>
                  </a:extLst>
                </p14:cNvPr>
                <p14:cNvContentPartPr/>
                <p14:nvPr/>
              </p14:nvContentPartPr>
              <p14:xfrm>
                <a:off x="9074713" y="3642356"/>
                <a:ext cx="78840" cy="375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AB718D5-7C07-5D2D-C1C9-9E6A21A1CB3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70393" y="3638036"/>
                  <a:ext cx="874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4DEC343-243F-ED46-59D0-AA6851742406}"/>
                    </a:ext>
                  </a:extLst>
                </p14:cNvPr>
                <p14:cNvContentPartPr/>
                <p14:nvPr/>
              </p14:nvContentPartPr>
              <p14:xfrm>
                <a:off x="9256513" y="3699596"/>
                <a:ext cx="152280" cy="29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4DEC343-243F-ED46-59D0-AA685174240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252193" y="3695276"/>
                  <a:ext cx="160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72A1A43-0955-AAAA-3414-C85DD37A527D}"/>
                    </a:ext>
                  </a:extLst>
                </p14:cNvPr>
                <p14:cNvContentPartPr/>
                <p14:nvPr/>
              </p14:nvContentPartPr>
              <p14:xfrm>
                <a:off x="9318073" y="3806516"/>
                <a:ext cx="142560" cy="626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72A1A43-0955-AAAA-3414-C85DD37A527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313753" y="3802196"/>
                  <a:ext cx="1512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AC958D7-1A92-1D55-5C5A-B4FACA020234}"/>
                  </a:ext>
                </a:extLst>
              </p14:cNvPr>
              <p14:cNvContentPartPr/>
              <p14:nvPr/>
            </p14:nvContentPartPr>
            <p14:xfrm>
              <a:off x="9551627" y="3738476"/>
              <a:ext cx="2634480" cy="7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AC958D7-1A92-1D55-5C5A-B4FACA02023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547307" y="3729836"/>
                <a:ext cx="26431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C5A33DF-9F76-475E-B2D9-FEAFDC3BB4F2}"/>
              </a:ext>
            </a:extLst>
          </p:cNvPr>
          <p:cNvGrpSpPr/>
          <p:nvPr/>
        </p:nvGrpSpPr>
        <p:grpSpPr>
          <a:xfrm>
            <a:off x="9630107" y="3249956"/>
            <a:ext cx="3332381" cy="949320"/>
            <a:chOff x="9630107" y="3249956"/>
            <a:chExt cx="3332381" cy="9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168882D-7A1C-9C6A-3975-411617F8BF91}"/>
                    </a:ext>
                  </a:extLst>
                </p14:cNvPr>
                <p14:cNvContentPartPr/>
                <p14:nvPr/>
              </p14:nvContentPartPr>
              <p14:xfrm>
                <a:off x="9756467" y="3382076"/>
                <a:ext cx="123120" cy="258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168882D-7A1C-9C6A-3975-411617F8BF9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52147" y="3377756"/>
                  <a:ext cx="131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2EC7073-1FB4-FE69-D3E4-A695E03383D0}"/>
                    </a:ext>
                  </a:extLst>
                </p14:cNvPr>
                <p14:cNvContentPartPr/>
                <p14:nvPr/>
              </p14:nvContentPartPr>
              <p14:xfrm>
                <a:off x="9973907" y="3358676"/>
                <a:ext cx="79920" cy="2790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2EC7073-1FB4-FE69-D3E4-A695E03383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969587" y="3354356"/>
                  <a:ext cx="88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A09116F-1928-A1D8-E98F-746AD0D5E76F}"/>
                    </a:ext>
                  </a:extLst>
                </p14:cNvPr>
                <p14:cNvContentPartPr/>
                <p14:nvPr/>
              </p14:nvContentPartPr>
              <p14:xfrm>
                <a:off x="10169747" y="3402236"/>
                <a:ext cx="159120" cy="194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A09116F-1928-A1D8-E98F-746AD0D5E7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165427" y="3397916"/>
                  <a:ext cx="167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5297F13-D262-8032-71C9-DE29B390023C}"/>
                    </a:ext>
                  </a:extLst>
                </p14:cNvPr>
                <p14:cNvContentPartPr/>
                <p14:nvPr/>
              </p14:nvContentPartPr>
              <p14:xfrm>
                <a:off x="10386827" y="3337436"/>
                <a:ext cx="60120" cy="229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5297F13-D262-8032-71C9-DE29B39002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82507" y="3333116"/>
                  <a:ext cx="68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A8C3F6C-0A08-CC51-B267-861F19C69BF6}"/>
                    </a:ext>
                  </a:extLst>
                </p14:cNvPr>
                <p14:cNvContentPartPr/>
                <p14:nvPr/>
              </p14:nvContentPartPr>
              <p14:xfrm>
                <a:off x="10477187" y="3377756"/>
                <a:ext cx="131760" cy="137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A8C3F6C-0A08-CC51-B267-861F19C69BF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72867" y="3373436"/>
                  <a:ext cx="140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C38D60F-72A0-F84E-B1BB-41D13D5A6DEE}"/>
                    </a:ext>
                  </a:extLst>
                </p14:cNvPr>
                <p14:cNvContentPartPr/>
                <p14:nvPr/>
              </p14:nvContentPartPr>
              <p14:xfrm>
                <a:off x="10558187" y="3306116"/>
                <a:ext cx="113040" cy="3121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C38D60F-72A0-F84E-B1BB-41D13D5A6DE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53867" y="3301796"/>
                  <a:ext cx="121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2BA4C14-9639-77F2-B3D0-73B6D6C8118F}"/>
                    </a:ext>
                  </a:extLst>
                </p14:cNvPr>
                <p14:cNvContentPartPr/>
                <p14:nvPr/>
              </p14:nvContentPartPr>
              <p14:xfrm>
                <a:off x="10848707" y="3332396"/>
                <a:ext cx="48240" cy="214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2BA4C14-9639-77F2-B3D0-73B6D6C8118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44387" y="3328076"/>
                  <a:ext cx="56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345071A-1F48-3499-5E27-D5F2DC3F36C3}"/>
                    </a:ext>
                  </a:extLst>
                </p14:cNvPr>
                <p14:cNvContentPartPr/>
                <p14:nvPr/>
              </p14:nvContentPartPr>
              <p14:xfrm>
                <a:off x="10852667" y="3287756"/>
                <a:ext cx="135720" cy="188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345071A-1F48-3499-5E27-D5F2DC3F36C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48347" y="3283436"/>
                  <a:ext cx="144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5AAC6C3-7730-3C39-F0FE-B8916DC520A0}"/>
                    </a:ext>
                  </a:extLst>
                </p14:cNvPr>
                <p14:cNvContentPartPr/>
                <p14:nvPr/>
              </p14:nvContentPartPr>
              <p14:xfrm>
                <a:off x="11079107" y="3283076"/>
                <a:ext cx="119880" cy="2685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5AAC6C3-7730-3C39-F0FE-B8916DC520A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074787" y="3278756"/>
                  <a:ext cx="1285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20D26E4-06C2-EDAA-C924-D7B0227AC595}"/>
                    </a:ext>
                  </a:extLst>
                </p14:cNvPr>
                <p14:cNvContentPartPr/>
                <p14:nvPr/>
              </p14:nvContentPartPr>
              <p14:xfrm>
                <a:off x="11229947" y="3301076"/>
                <a:ext cx="152640" cy="1994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20D26E4-06C2-EDAA-C924-D7B0227AC59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225627" y="3296756"/>
                  <a:ext cx="161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30F988-F9BD-BB53-29BD-06F1EA077087}"/>
                    </a:ext>
                  </a:extLst>
                </p14:cNvPr>
                <p14:cNvContentPartPr/>
                <p14:nvPr/>
              </p14:nvContentPartPr>
              <p14:xfrm>
                <a:off x="11347307" y="3249956"/>
                <a:ext cx="144000" cy="338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E30F988-F9BD-BB53-29BD-06F1EA07708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42987" y="3245636"/>
                  <a:ext cx="152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F8CFDA5-8917-8216-7EE6-9284FA2C9006}"/>
                    </a:ext>
                  </a:extLst>
                </p14:cNvPr>
                <p14:cNvContentPartPr/>
                <p14:nvPr/>
              </p14:nvContentPartPr>
              <p14:xfrm>
                <a:off x="9649187" y="3923516"/>
                <a:ext cx="20160" cy="235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F8CFDA5-8917-8216-7EE6-9284FA2C900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44867" y="3919196"/>
                  <a:ext cx="28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E54F3B0-6ED9-9A3F-4D01-532CC25D45A6}"/>
                    </a:ext>
                  </a:extLst>
                </p14:cNvPr>
                <p14:cNvContentPartPr/>
                <p14:nvPr/>
              </p14:nvContentPartPr>
              <p14:xfrm>
                <a:off x="9630107" y="3889316"/>
                <a:ext cx="116640" cy="150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E54F3B0-6ED9-9A3F-4D01-532CC25D45A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25787" y="3884996"/>
                  <a:ext cx="125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99B9A47-642D-9A2E-65DE-76D73716E15A}"/>
                    </a:ext>
                  </a:extLst>
                </p14:cNvPr>
                <p14:cNvContentPartPr/>
                <p14:nvPr/>
              </p14:nvContentPartPr>
              <p14:xfrm>
                <a:off x="9846827" y="3896156"/>
                <a:ext cx="105480" cy="2844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99B9A47-642D-9A2E-65DE-76D73716E15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842507" y="3891836"/>
                  <a:ext cx="1141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0B0818A-057B-73A8-99F9-A3F2039DF19E}"/>
                    </a:ext>
                  </a:extLst>
                </p14:cNvPr>
                <p14:cNvContentPartPr/>
                <p14:nvPr/>
              </p14:nvContentPartPr>
              <p14:xfrm>
                <a:off x="9981827" y="3922076"/>
                <a:ext cx="129600" cy="220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0B0818A-057B-73A8-99F9-A3F2039DF19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77507" y="3917756"/>
                  <a:ext cx="138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66C492C-79E0-D62E-E981-40CE29F18382}"/>
                    </a:ext>
                  </a:extLst>
                </p14:cNvPr>
                <p14:cNvContentPartPr/>
                <p14:nvPr/>
              </p14:nvContentPartPr>
              <p14:xfrm>
                <a:off x="10174427" y="3897596"/>
                <a:ext cx="44640" cy="249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66C492C-79E0-D62E-E981-40CE29F1838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170107" y="3893276"/>
                  <a:ext cx="53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3DF88E-8DB9-ED92-2FF2-48562F0BDFA7}"/>
                    </a:ext>
                  </a:extLst>
                </p14:cNvPr>
                <p14:cNvContentPartPr/>
                <p14:nvPr/>
              </p14:nvContentPartPr>
              <p14:xfrm>
                <a:off x="10239227" y="3944396"/>
                <a:ext cx="139320" cy="1584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3DF88E-8DB9-ED92-2FF2-48562F0BDFA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234907" y="3940076"/>
                  <a:ext cx="147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95B24B0-0A0C-BA54-A644-3D9227B74A0D}"/>
                    </a:ext>
                  </a:extLst>
                </p14:cNvPr>
                <p14:cNvContentPartPr/>
                <p14:nvPr/>
              </p14:nvContentPartPr>
              <p14:xfrm>
                <a:off x="10372787" y="3890756"/>
                <a:ext cx="116640" cy="3085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95B24B0-0A0C-BA54-A644-3D9227B74A0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368467" y="3886436"/>
                  <a:ext cx="1252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A5850D6-4B80-A662-370C-27C2B9B9E7EB}"/>
                    </a:ext>
                  </a:extLst>
                </p14:cNvPr>
                <p14:cNvContentPartPr/>
                <p14:nvPr/>
              </p14:nvContentPartPr>
              <p14:xfrm>
                <a:off x="10541267" y="3892916"/>
                <a:ext cx="105840" cy="237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A5850D6-4B80-A662-370C-27C2B9B9E7E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536947" y="3888596"/>
                  <a:ext cx="114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7485822-346A-AB3E-9731-3B733B509263}"/>
                    </a:ext>
                  </a:extLst>
                </p14:cNvPr>
                <p14:cNvContentPartPr/>
                <p14:nvPr/>
              </p14:nvContentPartPr>
              <p14:xfrm>
                <a:off x="10693907" y="3913076"/>
                <a:ext cx="106920" cy="195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7485822-346A-AB3E-9731-3B733B5092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689587" y="3908756"/>
                  <a:ext cx="115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113DEC5-F42E-4099-69BD-4CF5CB345FA1}"/>
                    </a:ext>
                  </a:extLst>
                </p14:cNvPr>
                <p14:cNvContentPartPr/>
                <p14:nvPr/>
              </p14:nvContentPartPr>
              <p14:xfrm>
                <a:off x="10813067" y="3886436"/>
                <a:ext cx="129240" cy="199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113DEC5-F42E-4099-69BD-4CF5CB345FA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808747" y="3882116"/>
                  <a:ext cx="137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56B0D2C-CCED-D13C-FA82-AB484AD1E4FA}"/>
                    </a:ext>
                  </a:extLst>
                </p14:cNvPr>
                <p14:cNvContentPartPr/>
                <p14:nvPr/>
              </p14:nvContentPartPr>
              <p14:xfrm>
                <a:off x="10950227" y="3844676"/>
                <a:ext cx="96120" cy="276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56B0D2C-CCED-D13C-FA82-AB484AD1E4F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945907" y="3840356"/>
                  <a:ext cx="104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1D9AD24-799A-5578-FCBD-C017446590DC}"/>
                    </a:ext>
                  </a:extLst>
                </p14:cNvPr>
                <p14:cNvContentPartPr/>
                <p14:nvPr/>
              </p14:nvContentPartPr>
              <p14:xfrm>
                <a:off x="11111147" y="3935756"/>
                <a:ext cx="123480" cy="126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1D9AD24-799A-5578-FCBD-C017446590D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106827" y="3931436"/>
                  <a:ext cx="132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E6E9228-BA4C-0D0D-0A0A-372D454D1246}"/>
                    </a:ext>
                  </a:extLst>
                </p14:cNvPr>
                <p14:cNvContentPartPr/>
                <p14:nvPr/>
              </p14:nvContentPartPr>
              <p14:xfrm>
                <a:off x="11161187" y="3868796"/>
                <a:ext cx="26280" cy="176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E6E9228-BA4C-0D0D-0A0A-372D454D124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156867" y="3864476"/>
                  <a:ext cx="34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BE8767D-40C7-7123-11A7-5E9FD2A1F642}"/>
                    </a:ext>
                  </a:extLst>
                </p14:cNvPr>
                <p14:cNvContentPartPr/>
                <p14:nvPr/>
              </p14:nvContentPartPr>
              <p14:xfrm>
                <a:off x="11340107" y="3887156"/>
                <a:ext cx="38520" cy="224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BE8767D-40C7-7123-11A7-5E9FD2A1F64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335787" y="3882836"/>
                  <a:ext cx="47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3EDC633-EED3-6F7E-68A3-255BC20DCE17}"/>
                    </a:ext>
                  </a:extLst>
                </p14:cNvPr>
                <p14:cNvContentPartPr/>
                <p14:nvPr/>
              </p14:nvContentPartPr>
              <p14:xfrm>
                <a:off x="11328227" y="3864836"/>
                <a:ext cx="128520" cy="174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3EDC633-EED3-6F7E-68A3-255BC20DCE1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323907" y="3860516"/>
                  <a:ext cx="137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B675318-EF85-3CF2-663B-97123063C749}"/>
                    </a:ext>
                  </a:extLst>
                </p14:cNvPr>
                <p14:cNvContentPartPr/>
                <p14:nvPr/>
              </p14:nvContentPartPr>
              <p14:xfrm>
                <a:off x="11496707" y="3834236"/>
                <a:ext cx="101880" cy="287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B675318-EF85-3CF2-663B-97123063C74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492387" y="3829916"/>
                  <a:ext cx="1105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E8C55ED-D20A-1B2E-8A1A-A05662388094}"/>
                    </a:ext>
                  </a:extLst>
                </p14:cNvPr>
                <p14:cNvContentPartPr/>
                <p14:nvPr/>
              </p14:nvContentPartPr>
              <p14:xfrm>
                <a:off x="11586707" y="3884636"/>
                <a:ext cx="123480" cy="2286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E8C55ED-D20A-1B2E-8A1A-A0566238809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582387" y="3880316"/>
                  <a:ext cx="132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829CFCE-905B-67BF-6668-D90F149C62E3}"/>
                    </a:ext>
                  </a:extLst>
                </p14:cNvPr>
                <p14:cNvContentPartPr/>
                <p14:nvPr/>
              </p14:nvContentPartPr>
              <p14:xfrm>
                <a:off x="11742947" y="3887876"/>
                <a:ext cx="48240" cy="208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829CFCE-905B-67BF-6668-D90F149C62E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738627" y="3883556"/>
                  <a:ext cx="56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1160CDB-50A1-AC1D-3450-29BE4FBBF5F3}"/>
                    </a:ext>
                  </a:extLst>
                </p14:cNvPr>
                <p14:cNvContentPartPr/>
                <p14:nvPr/>
              </p14:nvContentPartPr>
              <p14:xfrm>
                <a:off x="11816747" y="3875996"/>
                <a:ext cx="145440" cy="2221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1160CDB-50A1-AC1D-3450-29BE4FBBF5F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812427" y="3871676"/>
                  <a:ext cx="154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BACC83A-4790-02F5-C57A-DAA59FADF5E7}"/>
                    </a:ext>
                  </a:extLst>
                </p14:cNvPr>
                <p14:cNvContentPartPr/>
                <p14:nvPr/>
              </p14:nvContentPartPr>
              <p14:xfrm>
                <a:off x="11990627" y="3858716"/>
                <a:ext cx="127080" cy="2314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BACC83A-4790-02F5-C57A-DAA59FADF5E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986307" y="3854396"/>
                  <a:ext cx="135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0847753-9D7E-41E4-943F-238065BE22BA}"/>
                    </a:ext>
                  </a:extLst>
                </p14:cNvPr>
                <p14:cNvContentPartPr/>
                <p14:nvPr/>
              </p14:nvContentPartPr>
              <p14:xfrm>
                <a:off x="12086747" y="3848996"/>
                <a:ext cx="77040" cy="2761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0847753-9D7E-41E4-943F-238065BE22B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082427" y="3844676"/>
                  <a:ext cx="85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6E398D5-71CD-7039-4196-7ECD5CFE88DC}"/>
                    </a:ext>
                  </a:extLst>
                </p14:cNvPr>
                <p14:cNvContentPartPr/>
                <p14:nvPr/>
              </p14:nvContentPartPr>
              <p14:xfrm>
                <a:off x="12231328" y="3827756"/>
                <a:ext cx="115560" cy="2505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6E398D5-71CD-7039-4196-7ECD5CFE88D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2227008" y="3823436"/>
                  <a:ext cx="124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BA7CAA7-B204-3704-3D43-7035388F807B}"/>
                    </a:ext>
                  </a:extLst>
                </p14:cNvPr>
                <p14:cNvContentPartPr/>
                <p14:nvPr/>
              </p14:nvContentPartPr>
              <p14:xfrm>
                <a:off x="12401968" y="3779516"/>
                <a:ext cx="109800" cy="236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BA7CAA7-B204-3704-3D43-7035388F807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2397648" y="3775196"/>
                  <a:ext cx="118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62BA1E9-3DF1-AF3F-7F57-69201430B879}"/>
                    </a:ext>
                  </a:extLst>
                </p14:cNvPr>
                <p14:cNvContentPartPr/>
                <p14:nvPr/>
              </p14:nvContentPartPr>
              <p14:xfrm>
                <a:off x="12526528" y="3764756"/>
                <a:ext cx="148680" cy="223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62BA1E9-3DF1-AF3F-7F57-69201430B87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2522208" y="3760436"/>
                  <a:ext cx="157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6F8BD6E-77CB-A619-6E4F-D86AD5E4DEE4}"/>
                    </a:ext>
                  </a:extLst>
                </p14:cNvPr>
                <p14:cNvContentPartPr/>
                <p14:nvPr/>
              </p14:nvContentPartPr>
              <p14:xfrm>
                <a:off x="12695008" y="3747476"/>
                <a:ext cx="200160" cy="210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6F8BD6E-77CB-A619-6E4F-D86AD5E4DEE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2690688" y="3743156"/>
                  <a:ext cx="208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D58EFAB-6F97-23F6-CBAA-25F1F635F898}"/>
                    </a:ext>
                  </a:extLst>
                </p14:cNvPr>
                <p14:cNvContentPartPr/>
                <p14:nvPr/>
              </p14:nvContentPartPr>
              <p14:xfrm>
                <a:off x="12846928" y="3687356"/>
                <a:ext cx="115560" cy="2664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D58EFAB-6F97-23F6-CBAA-25F1F635F89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842608" y="3683036"/>
                  <a:ext cx="124200" cy="27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9095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811273-C8B4-485B-91EE-859B79D6106A}"/>
              </a:ext>
            </a:extLst>
          </p:cNvPr>
          <p:cNvSpPr txBox="1"/>
          <p:nvPr/>
        </p:nvSpPr>
        <p:spPr>
          <a:xfrm>
            <a:off x="240637" y="384375"/>
            <a:ext cx="1123884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are consulting for a hospital.  They have a diagnostic test for a disease with a known background prevalence of 0.1%.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test has the following properties: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p(positive result | person has disease) = 0.91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p(negative result| person does not have disease) = 0.84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cost of running the test one time is $1.  The test can be repeated for each patient and the results of the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test are independent of one another allowing for Bayesian updates.  The test always yields a positive or negative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result.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requirement of the hospital is that the test is repeated for each patient until a Bayesian posterior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at least 0.99999 is reached.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Both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Run simulations for a patient with the disease.  About how many times on average must the test be repeated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achieve the hospital’s requirements? 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(2) Repeat the simulations for a patient without the disease.  About how many times on average must the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test be repeated to achieve the hospital’s requirements?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(3) The hospital plans to run the test on one million patients per year.  At a cost of $1 per test, about how much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should the hospital budget to run these tests?  (That is to say, for a million patients, how many tests can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hospital anticipate running?)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Show your work/code/justification for all answers.  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46E42-C5EE-4EA8-855A-0819752FADAD}"/>
              </a:ext>
            </a:extLst>
          </p:cNvPr>
          <p:cNvSpPr txBox="1"/>
          <p:nvPr/>
        </p:nvSpPr>
        <p:spPr>
          <a:xfrm>
            <a:off x="90540" y="905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#2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ECBABB-DFB7-4F5F-5FD9-50493BAB5098}"/>
              </a:ext>
            </a:extLst>
          </p:cNvPr>
          <p:cNvGrpSpPr/>
          <p:nvPr/>
        </p:nvGrpSpPr>
        <p:grpSpPr>
          <a:xfrm>
            <a:off x="4835430" y="1126620"/>
            <a:ext cx="259560" cy="226080"/>
            <a:chOff x="4835430" y="1126620"/>
            <a:chExt cx="25956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37DD5FD-D796-D988-66AB-12EF7C23C96C}"/>
                    </a:ext>
                  </a:extLst>
                </p14:cNvPr>
                <p14:cNvContentPartPr/>
                <p14:nvPr/>
              </p14:nvContentPartPr>
              <p14:xfrm>
                <a:off x="4835790" y="1217700"/>
                <a:ext cx="20880" cy="16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37DD5FD-D796-D988-66AB-12EF7C23C96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31470" y="1213380"/>
                  <a:ext cx="29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B3FFDC-62CD-3670-C002-9D500EB23160}"/>
                    </a:ext>
                  </a:extLst>
                </p14:cNvPr>
                <p14:cNvContentPartPr/>
                <p14:nvPr/>
              </p14:nvContentPartPr>
              <p14:xfrm>
                <a:off x="4835430" y="1168740"/>
                <a:ext cx="95040" cy="18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B3FFDC-62CD-3670-C002-9D500EB231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31110" y="1164420"/>
                  <a:ext cx="1036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7747531-4F68-3E94-2203-618AC13D0948}"/>
                    </a:ext>
                  </a:extLst>
                </p14:cNvPr>
                <p14:cNvContentPartPr/>
                <p14:nvPr/>
              </p14:nvContentPartPr>
              <p14:xfrm>
                <a:off x="5007870" y="1126620"/>
                <a:ext cx="87120" cy="194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7747531-4F68-3E94-2203-618AC13D09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03550" y="1122300"/>
                  <a:ext cx="9576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5CA05A-86D6-4D12-CA5A-C465C73709E4}"/>
                  </a:ext>
                </a:extLst>
              </p14:cNvPr>
              <p14:cNvContentPartPr/>
              <p14:nvPr/>
            </p14:nvContentPartPr>
            <p14:xfrm>
              <a:off x="6047910" y="1015020"/>
              <a:ext cx="23760" cy="21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5CA05A-86D6-4D12-CA5A-C465C73709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3590" y="1010700"/>
                <a:ext cx="3240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51F8AC1A-3BEB-5B39-B910-562614B83D04}"/>
              </a:ext>
            </a:extLst>
          </p:cNvPr>
          <p:cNvGrpSpPr/>
          <p:nvPr/>
        </p:nvGrpSpPr>
        <p:grpSpPr>
          <a:xfrm>
            <a:off x="6736590" y="1321380"/>
            <a:ext cx="2024190" cy="311400"/>
            <a:chOff x="6736590" y="1321380"/>
            <a:chExt cx="202419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C9AB3B-0BA9-49EF-DDA0-1A9C7E7BD7C7}"/>
                    </a:ext>
                  </a:extLst>
                </p14:cNvPr>
                <p14:cNvContentPartPr/>
                <p14:nvPr/>
              </p14:nvContentPartPr>
              <p14:xfrm>
                <a:off x="6736590" y="1368180"/>
                <a:ext cx="32760" cy="264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C9AB3B-0BA9-49EF-DDA0-1A9C7E7BD7C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32270" y="1363860"/>
                  <a:ext cx="41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9C649A1-FBCF-04D9-BCE4-1F18EB673D56}"/>
                    </a:ext>
                  </a:extLst>
                </p14:cNvPr>
                <p14:cNvContentPartPr/>
                <p14:nvPr/>
              </p14:nvContentPartPr>
              <p14:xfrm>
                <a:off x="7219350" y="1399140"/>
                <a:ext cx="100080" cy="173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9C649A1-FBCF-04D9-BCE4-1F18EB673D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5030" y="1394820"/>
                  <a:ext cx="108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3BFBE61-5617-7DA3-A33C-87D6B16C4E56}"/>
                    </a:ext>
                  </a:extLst>
                </p14:cNvPr>
                <p14:cNvContentPartPr/>
                <p14:nvPr/>
              </p14:nvContentPartPr>
              <p14:xfrm>
                <a:off x="7378110" y="1438020"/>
                <a:ext cx="25200" cy="137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3BFBE61-5617-7DA3-A33C-87D6B16C4E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73790" y="1433700"/>
                  <a:ext cx="33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B8B1B4-A276-7854-6D74-2048BFE66C2F}"/>
                    </a:ext>
                  </a:extLst>
                </p14:cNvPr>
                <p14:cNvContentPartPr/>
                <p14:nvPr/>
              </p14:nvContentPartPr>
              <p14:xfrm>
                <a:off x="7383870" y="1434780"/>
                <a:ext cx="114840" cy="129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B8B1B4-A276-7854-6D74-2048BFE66C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79550" y="1430460"/>
                  <a:ext cx="123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108442-70B1-A86E-DB14-061432E0EFA1}"/>
                    </a:ext>
                  </a:extLst>
                </p14:cNvPr>
                <p14:cNvContentPartPr/>
                <p14:nvPr/>
              </p14:nvContentPartPr>
              <p14:xfrm>
                <a:off x="7461630" y="1430820"/>
                <a:ext cx="105120" cy="135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108442-70B1-A86E-DB14-061432E0EF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57310" y="1426500"/>
                  <a:ext cx="113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C28A91-F8FB-5251-A4D0-07BEDFFCB30D}"/>
                    </a:ext>
                  </a:extLst>
                </p14:cNvPr>
                <p14:cNvContentPartPr/>
                <p14:nvPr/>
              </p14:nvContentPartPr>
              <p14:xfrm>
                <a:off x="7577550" y="1429020"/>
                <a:ext cx="135360" cy="120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C28A91-F8FB-5251-A4D0-07BEDFFCB3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73230" y="1424700"/>
                  <a:ext cx="144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F5568E8-81BD-6E53-D97E-0C742E2F9712}"/>
                    </a:ext>
                  </a:extLst>
                </p14:cNvPr>
                <p14:cNvContentPartPr/>
                <p14:nvPr/>
              </p14:nvContentPartPr>
              <p14:xfrm>
                <a:off x="7678710" y="1402380"/>
                <a:ext cx="104400" cy="14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F5568E8-81BD-6E53-D97E-0C742E2F97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74390" y="1398060"/>
                  <a:ext cx="113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B8622B-DEBE-4240-0441-ACE735A1A55B}"/>
                    </a:ext>
                  </a:extLst>
                </p14:cNvPr>
                <p14:cNvContentPartPr/>
                <p14:nvPr/>
              </p14:nvContentPartPr>
              <p14:xfrm>
                <a:off x="7742430" y="1420740"/>
                <a:ext cx="157680" cy="103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B8622B-DEBE-4240-0441-ACE735A1A5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38110" y="1416420"/>
                  <a:ext cx="16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43C0041-4FDC-5B40-30ED-78C5E7C07965}"/>
                    </a:ext>
                  </a:extLst>
                </p14:cNvPr>
                <p14:cNvContentPartPr/>
                <p14:nvPr/>
              </p14:nvContentPartPr>
              <p14:xfrm>
                <a:off x="7824150" y="1332900"/>
                <a:ext cx="114120" cy="24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43C0041-4FDC-5B40-30ED-78C5E7C079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19830" y="1328580"/>
                  <a:ext cx="1227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E02042-31B5-574B-848C-7B06AB41D205}"/>
                    </a:ext>
                  </a:extLst>
                </p14:cNvPr>
                <p14:cNvContentPartPr/>
                <p14:nvPr/>
              </p14:nvContentPartPr>
              <p14:xfrm>
                <a:off x="8009550" y="1404180"/>
                <a:ext cx="127080" cy="35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E02042-31B5-574B-848C-7B06AB41D2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05230" y="1399860"/>
                  <a:ext cx="135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86A840E-2DA2-CDAA-73CE-138D0984497A}"/>
                    </a:ext>
                  </a:extLst>
                </p14:cNvPr>
                <p14:cNvContentPartPr/>
                <p14:nvPr/>
              </p14:nvContentPartPr>
              <p14:xfrm>
                <a:off x="8019990" y="1454220"/>
                <a:ext cx="131400" cy="25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86A840E-2DA2-CDAA-73CE-138D098449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15670" y="1449900"/>
                  <a:ext cx="140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A601E8B-18A5-AE5B-BCF7-3D187A716966}"/>
                    </a:ext>
                  </a:extLst>
                </p14:cNvPr>
                <p14:cNvContentPartPr/>
                <p14:nvPr/>
              </p14:nvContentPartPr>
              <p14:xfrm>
                <a:off x="8232750" y="1321380"/>
                <a:ext cx="140040" cy="178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A601E8B-18A5-AE5B-BCF7-3D187A7169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28430" y="1317060"/>
                  <a:ext cx="148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5676465-CCCE-C2C4-AAE4-C92BFFE9A192}"/>
                    </a:ext>
                  </a:extLst>
                </p14:cNvPr>
                <p14:cNvContentPartPr/>
                <p14:nvPr/>
              </p14:nvContentPartPr>
              <p14:xfrm>
                <a:off x="8387550" y="1426500"/>
                <a:ext cx="22320" cy="7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5676465-CCCE-C2C4-AAE4-C92BFFE9A1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83230" y="1422180"/>
                  <a:ext cx="30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7ACD14-7EA3-EFE1-C724-78A38A87E38F}"/>
                    </a:ext>
                  </a:extLst>
                </p14:cNvPr>
                <p14:cNvContentPartPr/>
                <p14:nvPr/>
              </p14:nvContentPartPr>
              <p14:xfrm>
                <a:off x="8518860" y="1352700"/>
                <a:ext cx="66600" cy="197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7ACD14-7EA3-EFE1-C724-78A38A87E3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14540" y="1348380"/>
                  <a:ext cx="75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7304379-EA22-C5F2-685D-8DF1597BBEE2}"/>
                    </a:ext>
                  </a:extLst>
                </p14:cNvPr>
                <p14:cNvContentPartPr/>
                <p14:nvPr/>
              </p14:nvContentPartPr>
              <p14:xfrm>
                <a:off x="8643780" y="1358100"/>
                <a:ext cx="117000" cy="153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7304379-EA22-C5F2-685D-8DF1597BBE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39460" y="1353780"/>
                  <a:ext cx="12564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4BE1C4D-E59B-3AF4-7ED9-A16CCB8F269D}"/>
                  </a:ext>
                </a:extLst>
              </p14:cNvPr>
              <p14:cNvContentPartPr/>
              <p14:nvPr/>
            </p14:nvContentPartPr>
            <p14:xfrm>
              <a:off x="7706700" y="647100"/>
              <a:ext cx="3427200" cy="119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4BE1C4D-E59B-3AF4-7ED9-A16CCB8F269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02380" y="642780"/>
                <a:ext cx="343584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E81979D-751F-DD01-A6A4-F0D916F9E67E}"/>
              </a:ext>
            </a:extLst>
          </p:cNvPr>
          <p:cNvGrpSpPr/>
          <p:nvPr/>
        </p:nvGrpSpPr>
        <p:grpSpPr>
          <a:xfrm>
            <a:off x="9024300" y="771300"/>
            <a:ext cx="2521440" cy="698760"/>
            <a:chOff x="9024300" y="771300"/>
            <a:chExt cx="2521440" cy="69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01BB257-89CA-8DC2-9A07-0C3399B108B5}"/>
                    </a:ext>
                  </a:extLst>
                </p14:cNvPr>
                <p14:cNvContentPartPr/>
                <p14:nvPr/>
              </p14:nvContentPartPr>
              <p14:xfrm>
                <a:off x="10196100" y="959580"/>
                <a:ext cx="9000" cy="19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01BB257-89CA-8DC2-9A07-0C3399B108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91780" y="955260"/>
                  <a:ext cx="17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1E8B3BF-4932-2C34-29F9-A09D4F95B9BC}"/>
                    </a:ext>
                  </a:extLst>
                </p14:cNvPr>
                <p14:cNvContentPartPr/>
                <p14:nvPr/>
              </p14:nvContentPartPr>
              <p14:xfrm>
                <a:off x="9140940" y="1199700"/>
                <a:ext cx="172800" cy="270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1E8B3BF-4932-2C34-29F9-A09D4F95B9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36620" y="1195380"/>
                  <a:ext cx="181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1CE824-5687-129E-07F7-A704522D8943}"/>
                    </a:ext>
                  </a:extLst>
                </p14:cNvPr>
                <p14:cNvContentPartPr/>
                <p14:nvPr/>
              </p14:nvContentPartPr>
              <p14:xfrm>
                <a:off x="9433620" y="1222380"/>
                <a:ext cx="126000" cy="240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1CE824-5687-129E-07F7-A704522D89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29300" y="1218060"/>
                  <a:ext cx="134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FD9386F-4EF1-1D43-3B23-95C5A5FA7F92}"/>
                    </a:ext>
                  </a:extLst>
                </p14:cNvPr>
                <p14:cNvContentPartPr/>
                <p14:nvPr/>
              </p14:nvContentPartPr>
              <p14:xfrm>
                <a:off x="9558180" y="1322820"/>
                <a:ext cx="140040" cy="127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FD9386F-4EF1-1D43-3B23-95C5A5FA7F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53860" y="1318500"/>
                  <a:ext cx="148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C8F06DE-36D4-9416-E1C2-099E8279C237}"/>
                    </a:ext>
                  </a:extLst>
                </p14:cNvPr>
                <p14:cNvContentPartPr/>
                <p14:nvPr/>
              </p14:nvContentPartPr>
              <p14:xfrm>
                <a:off x="9729900" y="1316340"/>
                <a:ext cx="100800" cy="97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C8F06DE-36D4-9416-E1C2-099E8279C23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25580" y="1312020"/>
                  <a:ext cx="109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0A783B-6A5A-E69B-99AE-CFA63A33375F}"/>
                    </a:ext>
                  </a:extLst>
                </p14:cNvPr>
                <p14:cNvContentPartPr/>
                <p14:nvPr/>
              </p14:nvContentPartPr>
              <p14:xfrm>
                <a:off x="9936180" y="1188540"/>
                <a:ext cx="133920" cy="218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0A783B-6A5A-E69B-99AE-CFA63A3337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31860" y="1184220"/>
                  <a:ext cx="142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CE3B19E-410E-C8BA-9157-39791158A37C}"/>
                    </a:ext>
                  </a:extLst>
                </p14:cNvPr>
                <p14:cNvContentPartPr/>
                <p14:nvPr/>
              </p14:nvContentPartPr>
              <p14:xfrm>
                <a:off x="10119060" y="1268820"/>
                <a:ext cx="1368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CE3B19E-410E-C8BA-9157-39791158A3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14740" y="1264500"/>
                  <a:ext cx="22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BE5C932-BBA0-F817-AAD9-FAD19F0AEA53}"/>
                    </a:ext>
                  </a:extLst>
                </p14:cNvPr>
                <p14:cNvContentPartPr/>
                <p14:nvPr/>
              </p14:nvContentPartPr>
              <p14:xfrm>
                <a:off x="10128060" y="1206900"/>
                <a:ext cx="5400" cy="1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BE5C932-BBA0-F817-AAD9-FAD19F0AEA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23740" y="1202580"/>
                  <a:ext cx="1404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F0044CC-9973-5EB5-F01B-7C19A9AF4E86}"/>
                    </a:ext>
                  </a:extLst>
                </p14:cNvPr>
                <p14:cNvContentPartPr/>
                <p14:nvPr/>
              </p14:nvContentPartPr>
              <p14:xfrm>
                <a:off x="10219500" y="1231020"/>
                <a:ext cx="225000" cy="162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F0044CC-9973-5EB5-F01B-7C19A9AF4E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15180" y="1226700"/>
                  <a:ext cx="233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E989DC6-D5F3-C3B0-54D6-1329EC2EA632}"/>
                    </a:ext>
                  </a:extLst>
                </p14:cNvPr>
                <p14:cNvContentPartPr/>
                <p14:nvPr/>
              </p14:nvContentPartPr>
              <p14:xfrm>
                <a:off x="10452060" y="1246140"/>
                <a:ext cx="90000" cy="117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E989DC6-D5F3-C3B0-54D6-1329EC2EA6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47740" y="1241820"/>
                  <a:ext cx="98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363A272-2F93-ED7E-DB1D-B83BCDFDDCD3}"/>
                    </a:ext>
                  </a:extLst>
                </p14:cNvPr>
                <p14:cNvContentPartPr/>
                <p14:nvPr/>
              </p14:nvContentPartPr>
              <p14:xfrm>
                <a:off x="10606140" y="1203300"/>
                <a:ext cx="65520" cy="141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363A272-2F93-ED7E-DB1D-B83BCDFDDC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01820" y="1198980"/>
                  <a:ext cx="74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985C1D4-D02E-8242-7B21-1B3295373640}"/>
                    </a:ext>
                  </a:extLst>
                </p14:cNvPr>
                <p14:cNvContentPartPr/>
                <p14:nvPr/>
              </p14:nvContentPartPr>
              <p14:xfrm>
                <a:off x="10662660" y="1211580"/>
                <a:ext cx="148320" cy="114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985C1D4-D02E-8242-7B21-1B32953736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58340" y="1207260"/>
                  <a:ext cx="156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BF26CA9-A827-D4F1-39DD-AA14248A4A86}"/>
                    </a:ext>
                  </a:extLst>
                </p14:cNvPr>
                <p14:cNvContentPartPr/>
                <p14:nvPr/>
              </p14:nvContentPartPr>
              <p14:xfrm>
                <a:off x="10796940" y="1109340"/>
                <a:ext cx="120960" cy="279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BF26CA9-A827-D4F1-39DD-AA14248A4A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92620" y="1105020"/>
                  <a:ext cx="129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E30F029-F841-0B66-80C9-937FEE92C157}"/>
                    </a:ext>
                  </a:extLst>
                </p14:cNvPr>
                <p14:cNvContentPartPr/>
                <p14:nvPr/>
              </p14:nvContentPartPr>
              <p14:xfrm>
                <a:off x="10944540" y="1193220"/>
                <a:ext cx="182160" cy="31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E30F029-F841-0B66-80C9-937FEE92C15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40220" y="1188900"/>
                  <a:ext cx="190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5BDD638-AE1C-B3BE-0257-270BC34BCE24}"/>
                    </a:ext>
                  </a:extLst>
                </p14:cNvPr>
                <p14:cNvContentPartPr/>
                <p14:nvPr/>
              </p14:nvContentPartPr>
              <p14:xfrm>
                <a:off x="10942380" y="1241820"/>
                <a:ext cx="120240" cy="28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5BDD638-AE1C-B3BE-0257-270BC34BCE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38060" y="1237500"/>
                  <a:ext cx="128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0349209-B018-A731-2EBF-02F48852C066}"/>
                    </a:ext>
                  </a:extLst>
                </p14:cNvPr>
                <p14:cNvContentPartPr/>
                <p14:nvPr/>
              </p14:nvContentPartPr>
              <p14:xfrm>
                <a:off x="11148300" y="1407420"/>
                <a:ext cx="19440" cy="24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0349209-B018-A731-2EBF-02F48852C0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43980" y="1403100"/>
                  <a:ext cx="28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78716F6-BB05-7B1D-5232-7D512F69CC06}"/>
                    </a:ext>
                  </a:extLst>
                </p14:cNvPr>
                <p14:cNvContentPartPr/>
                <p14:nvPr/>
              </p14:nvContentPartPr>
              <p14:xfrm>
                <a:off x="11229660" y="1114740"/>
                <a:ext cx="173160" cy="252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78716F6-BB05-7B1D-5232-7D512F69CC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25340" y="1110420"/>
                  <a:ext cx="181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C281D40-4A56-B6B9-4816-E78170E150F4}"/>
                    </a:ext>
                  </a:extLst>
                </p14:cNvPr>
                <p14:cNvContentPartPr/>
                <p14:nvPr/>
              </p14:nvContentPartPr>
              <p14:xfrm>
                <a:off x="11406060" y="1099980"/>
                <a:ext cx="139680" cy="243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C281D40-4A56-B6B9-4816-E78170E150F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01740" y="1095660"/>
                  <a:ext cx="148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D2592B7-1D03-C6B9-A2D3-3A2E371C5023}"/>
                    </a:ext>
                  </a:extLst>
                </p14:cNvPr>
                <p14:cNvContentPartPr/>
                <p14:nvPr/>
              </p14:nvContentPartPr>
              <p14:xfrm>
                <a:off x="9024300" y="943740"/>
                <a:ext cx="6120" cy="6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D2592B7-1D03-C6B9-A2D3-3A2E371C50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19980" y="939420"/>
                  <a:ext cx="147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13E1652-7C40-2075-F93A-C64F4FCE7F2F}"/>
                    </a:ext>
                  </a:extLst>
                </p14:cNvPr>
                <p14:cNvContentPartPr/>
                <p14:nvPr/>
              </p14:nvContentPartPr>
              <p14:xfrm>
                <a:off x="9043020" y="871740"/>
                <a:ext cx="56160" cy="189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13E1652-7C40-2075-F93A-C64F4FCE7F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38700" y="867420"/>
                  <a:ext cx="64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2CEC63A-3269-FD61-14AE-3AC732B31C41}"/>
                    </a:ext>
                  </a:extLst>
                </p14:cNvPr>
                <p14:cNvContentPartPr/>
                <p14:nvPr/>
              </p14:nvContentPartPr>
              <p14:xfrm>
                <a:off x="9082260" y="855540"/>
                <a:ext cx="65520" cy="100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2CEC63A-3269-FD61-14AE-3AC732B31C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77940" y="851220"/>
                  <a:ext cx="74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72EB29D-7CEE-D580-EFEE-844F30D60ECA}"/>
                    </a:ext>
                  </a:extLst>
                </p14:cNvPr>
                <p14:cNvContentPartPr/>
                <p14:nvPr/>
              </p14:nvContentPartPr>
              <p14:xfrm>
                <a:off x="9349740" y="1015740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72EB29D-7CEE-D580-EFEE-844F30D60E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45420" y="10114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156ADEE-3ACF-0217-533C-04D956ADF80F}"/>
                    </a:ext>
                  </a:extLst>
                </p14:cNvPr>
                <p14:cNvContentPartPr/>
                <p14:nvPr/>
              </p14:nvContentPartPr>
              <p14:xfrm>
                <a:off x="9341820" y="1007820"/>
                <a:ext cx="3960" cy="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156ADEE-3ACF-0217-533C-04D956ADF8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37500" y="1003500"/>
                  <a:ext cx="1260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C32342F-3064-05BA-BBCE-E7B1A82B449B}"/>
                    </a:ext>
                  </a:extLst>
                </p14:cNvPr>
                <p14:cNvContentPartPr/>
                <p14:nvPr/>
              </p14:nvContentPartPr>
              <p14:xfrm>
                <a:off x="9264780" y="854100"/>
                <a:ext cx="126720" cy="25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C32342F-3064-05BA-BBCE-E7B1A82B44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60460" y="849780"/>
                  <a:ext cx="135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FCC5CA-C8E6-2034-C064-85F4FCD9AA10}"/>
                    </a:ext>
                  </a:extLst>
                </p14:cNvPr>
                <p14:cNvContentPartPr/>
                <p14:nvPr/>
              </p14:nvContentPartPr>
              <p14:xfrm>
                <a:off x="9409140" y="878220"/>
                <a:ext cx="124200" cy="207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FCC5CA-C8E6-2034-C064-85F4FCD9AA1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04820" y="873900"/>
                  <a:ext cx="132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20A1948-ECA5-04C5-8D0D-4B4CE861F61E}"/>
                    </a:ext>
                  </a:extLst>
                </p14:cNvPr>
                <p14:cNvContentPartPr/>
                <p14:nvPr/>
              </p14:nvContentPartPr>
              <p14:xfrm>
                <a:off x="9577620" y="913140"/>
                <a:ext cx="20160" cy="142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20A1948-ECA5-04C5-8D0D-4B4CE861F6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73300" y="908820"/>
                  <a:ext cx="28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7B96243-DEE4-6F9F-D46E-822A914146C4}"/>
                    </a:ext>
                  </a:extLst>
                </p14:cNvPr>
                <p14:cNvContentPartPr/>
                <p14:nvPr/>
              </p14:nvContentPartPr>
              <p14:xfrm>
                <a:off x="9594180" y="922860"/>
                <a:ext cx="140400" cy="142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7B96243-DEE4-6F9F-D46E-822A914146C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89860" y="918540"/>
                  <a:ext cx="149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760FD62-EA65-4201-0B0C-2170F6F18F73}"/>
                    </a:ext>
                  </a:extLst>
                </p14:cNvPr>
                <p14:cNvContentPartPr/>
                <p14:nvPr/>
              </p14:nvContentPartPr>
              <p14:xfrm>
                <a:off x="9730260" y="921060"/>
                <a:ext cx="126720" cy="138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760FD62-EA65-4201-0B0C-2170F6F18F7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25940" y="916740"/>
                  <a:ext cx="135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AEF8BBC-1831-1FF7-52D1-C4358EBFD7B3}"/>
                    </a:ext>
                  </a:extLst>
                </p14:cNvPr>
                <p14:cNvContentPartPr/>
                <p14:nvPr/>
              </p14:nvContentPartPr>
              <p14:xfrm>
                <a:off x="9898380" y="933660"/>
                <a:ext cx="157320" cy="115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AEF8BBC-1831-1FF7-52D1-C4358EBFD7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94060" y="929340"/>
                  <a:ext cx="165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D73728C-C981-283D-6428-52776E7FE4FA}"/>
                    </a:ext>
                  </a:extLst>
                </p14:cNvPr>
                <p14:cNvContentPartPr/>
                <p14:nvPr/>
              </p14:nvContentPartPr>
              <p14:xfrm>
                <a:off x="10108620" y="895500"/>
                <a:ext cx="57240" cy="173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D73728C-C981-283D-6428-52776E7FE4F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04300" y="891180"/>
                  <a:ext cx="65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4A2D6E8-F111-83DB-59C9-7419187EA81A}"/>
                    </a:ext>
                  </a:extLst>
                </p14:cNvPr>
                <p14:cNvContentPartPr/>
                <p14:nvPr/>
              </p14:nvContentPartPr>
              <p14:xfrm>
                <a:off x="10186740" y="934740"/>
                <a:ext cx="140040" cy="125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4A2D6E8-F111-83DB-59C9-7419187EA8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82420" y="930420"/>
                  <a:ext cx="148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CE5CE87-4A9B-8316-E688-2BE3A2DE3940}"/>
                    </a:ext>
                  </a:extLst>
                </p14:cNvPr>
                <p14:cNvContentPartPr/>
                <p14:nvPr/>
              </p14:nvContentPartPr>
              <p14:xfrm>
                <a:off x="10338660" y="861660"/>
                <a:ext cx="118080" cy="175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CE5CE87-4A9B-8316-E688-2BE3A2DE39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34340" y="857340"/>
                  <a:ext cx="126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CCA7D89-D1D4-F18E-BA17-A443056AC8BE}"/>
                    </a:ext>
                  </a:extLst>
                </p14:cNvPr>
                <p14:cNvContentPartPr/>
                <p14:nvPr/>
              </p14:nvContentPartPr>
              <p14:xfrm>
                <a:off x="10503540" y="903780"/>
                <a:ext cx="129240" cy="49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CCA7D89-D1D4-F18E-BA17-A443056AC8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99220" y="899460"/>
                  <a:ext cx="137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D895100-24BB-D936-AB4D-D87FECEE1253}"/>
                    </a:ext>
                  </a:extLst>
                </p14:cNvPr>
                <p14:cNvContentPartPr/>
                <p14:nvPr/>
              </p14:nvContentPartPr>
              <p14:xfrm>
                <a:off x="10516860" y="958500"/>
                <a:ext cx="133200" cy="47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D895100-24BB-D936-AB4D-D87FECEE125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12540" y="954180"/>
                  <a:ext cx="14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656BD41-05C2-9962-4BD4-E8F9320DECB2}"/>
                    </a:ext>
                  </a:extLst>
                </p14:cNvPr>
                <p14:cNvContentPartPr/>
                <p14:nvPr/>
              </p14:nvContentPartPr>
              <p14:xfrm>
                <a:off x="10789020" y="813420"/>
                <a:ext cx="9252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656BD41-05C2-9962-4BD4-E8F9320DECB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84700" y="809100"/>
                  <a:ext cx="101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0A732E5-925B-D0F2-D45B-839ED072B032}"/>
                    </a:ext>
                  </a:extLst>
                </p14:cNvPr>
                <p14:cNvContentPartPr/>
                <p14:nvPr/>
              </p14:nvContentPartPr>
              <p14:xfrm>
                <a:off x="10906740" y="926820"/>
                <a:ext cx="30960" cy="54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0A732E5-925B-D0F2-D45B-839ED072B0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02420" y="922500"/>
                  <a:ext cx="39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A139E4-B906-2976-F956-524F612A46A7}"/>
                    </a:ext>
                  </a:extLst>
                </p14:cNvPr>
                <p14:cNvContentPartPr/>
                <p14:nvPr/>
              </p14:nvContentPartPr>
              <p14:xfrm>
                <a:off x="11001420" y="828180"/>
                <a:ext cx="145800" cy="123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A139E4-B906-2976-F956-524F612A46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97100" y="823860"/>
                  <a:ext cx="154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5FF878E-6D5D-1490-9B55-713E32B0E285}"/>
                    </a:ext>
                  </a:extLst>
                </p14:cNvPr>
                <p14:cNvContentPartPr/>
                <p14:nvPr/>
              </p14:nvContentPartPr>
              <p14:xfrm>
                <a:off x="11189700" y="771300"/>
                <a:ext cx="40680" cy="244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5FF878E-6D5D-1490-9B55-713E32B0E2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85380" y="766980"/>
                  <a:ext cx="4932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B550E40-B814-1F85-ADE4-22819C5D9FB3}"/>
                  </a:ext>
                </a:extLst>
              </p14:cNvPr>
              <p14:cNvContentPartPr/>
              <p14:nvPr/>
            </p14:nvContentPartPr>
            <p14:xfrm>
              <a:off x="185991" y="3479996"/>
              <a:ext cx="459000" cy="7632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B550E40-B814-1F85-ADE4-22819C5D9FB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81671" y="3475676"/>
                <a:ext cx="46764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C353572-FC28-AD04-034C-5E56D932954C}"/>
                  </a:ext>
                </a:extLst>
              </p14:cNvPr>
              <p14:cNvContentPartPr/>
              <p14:nvPr/>
            </p14:nvContentPartPr>
            <p14:xfrm>
              <a:off x="10037031" y="3472796"/>
              <a:ext cx="514080" cy="6951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C353572-FC28-AD04-034C-5E56D932954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032711" y="3468476"/>
                <a:ext cx="52272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06CA19E-C6EB-48E1-0E77-31BF90BEF325}"/>
                  </a:ext>
                </a:extLst>
              </p14:cNvPr>
              <p14:cNvContentPartPr/>
              <p14:nvPr/>
            </p14:nvContentPartPr>
            <p14:xfrm>
              <a:off x="3350751" y="3760796"/>
              <a:ext cx="1306080" cy="1512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06CA19E-C6EB-48E1-0E77-31BF90BEF32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346431" y="3756476"/>
                <a:ext cx="13147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098B0C9-8391-DBEC-E3DB-B7C7627DC3DD}"/>
                  </a:ext>
                </a:extLst>
              </p14:cNvPr>
              <p14:cNvContentPartPr/>
              <p14:nvPr/>
            </p14:nvContentPartPr>
            <p14:xfrm>
              <a:off x="4012791" y="4565396"/>
              <a:ext cx="1422000" cy="93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098B0C9-8391-DBEC-E3DB-B7C7627DC3D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008471" y="4561076"/>
                <a:ext cx="143064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195BFD1-1EEE-A79B-5DEA-267B5EC4DD8E}"/>
              </a:ext>
            </a:extLst>
          </p:cNvPr>
          <p:cNvGrpSpPr/>
          <p:nvPr/>
        </p:nvGrpSpPr>
        <p:grpSpPr>
          <a:xfrm>
            <a:off x="5148622" y="986679"/>
            <a:ext cx="668520" cy="632421"/>
            <a:chOff x="5148622" y="986679"/>
            <a:chExt cx="668520" cy="63242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798089-AF1D-6F4F-43C6-1F90C460B774}"/>
                    </a:ext>
                  </a:extLst>
                </p14:cNvPr>
                <p14:cNvContentPartPr/>
                <p14:nvPr/>
              </p14:nvContentPartPr>
              <p14:xfrm>
                <a:off x="5521590" y="1451700"/>
                <a:ext cx="49320" cy="167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798089-AF1D-6F4F-43C6-1F90C460B77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17270" y="1447380"/>
                  <a:ext cx="57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994E43-7AC4-7447-A614-7C378004FD1C}"/>
                    </a:ext>
                  </a:extLst>
                </p14:cNvPr>
                <p14:cNvContentPartPr/>
                <p14:nvPr/>
              </p14:nvContentPartPr>
              <p14:xfrm>
                <a:off x="5546430" y="1423980"/>
                <a:ext cx="87480" cy="116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994E43-7AC4-7447-A614-7C378004FD1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42110" y="1419660"/>
                  <a:ext cx="96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EE68F2-F9F6-E004-32B1-4EA3F19C84EF}"/>
                    </a:ext>
                  </a:extLst>
                </p14:cNvPr>
                <p14:cNvContentPartPr/>
                <p14:nvPr/>
              </p14:nvContentPartPr>
              <p14:xfrm>
                <a:off x="5671710" y="1402380"/>
                <a:ext cx="10476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EE68F2-F9F6-E004-32B1-4EA3F19C84E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67390" y="1398060"/>
                  <a:ext cx="113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C1A93D5-FFD0-6259-5BB4-E2BDBB02DCE6}"/>
                    </a:ext>
                  </a:extLst>
                </p14:cNvPr>
                <p14:cNvContentPartPr/>
                <p14:nvPr/>
              </p14:nvContentPartPr>
              <p14:xfrm>
                <a:off x="5148622" y="1114839"/>
                <a:ext cx="253440" cy="247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C1A93D5-FFD0-6259-5BB4-E2BDBB02DCE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44302" y="1110519"/>
                  <a:ext cx="262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36E800C-2E88-0F57-7B86-DC5C97F9CEB9}"/>
                    </a:ext>
                  </a:extLst>
                </p14:cNvPr>
                <p14:cNvContentPartPr/>
                <p14:nvPr/>
              </p14:nvContentPartPr>
              <p14:xfrm>
                <a:off x="5424382" y="1098279"/>
                <a:ext cx="94680" cy="152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36E800C-2E88-0F57-7B86-DC5C97F9CE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20062" y="1093959"/>
                  <a:ext cx="1033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FA6ADB8-263B-D943-7C2C-EBCE6374A5B2}"/>
                    </a:ext>
                  </a:extLst>
                </p14:cNvPr>
                <p14:cNvContentPartPr/>
                <p14:nvPr/>
              </p14:nvContentPartPr>
              <p14:xfrm>
                <a:off x="5519422" y="1026279"/>
                <a:ext cx="46800" cy="187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FA6ADB8-263B-D943-7C2C-EBCE6374A5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15102" y="1021959"/>
                  <a:ext cx="55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FEEF439-ABBA-6578-AA6B-3E95E727E590}"/>
                    </a:ext>
                  </a:extLst>
                </p14:cNvPr>
                <p14:cNvContentPartPr/>
                <p14:nvPr/>
              </p14:nvContentPartPr>
              <p14:xfrm>
                <a:off x="5506462" y="1072719"/>
                <a:ext cx="155880" cy="122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FEEF439-ABBA-6578-AA6B-3E95E727E5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02142" y="1068399"/>
                  <a:ext cx="164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82D7AEB-0C17-0541-3F57-3DCB6A7E6346}"/>
                    </a:ext>
                  </a:extLst>
                </p14:cNvPr>
                <p14:cNvContentPartPr/>
                <p14:nvPr/>
              </p14:nvContentPartPr>
              <p14:xfrm>
                <a:off x="5654422" y="1062279"/>
                <a:ext cx="162720" cy="114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82D7AEB-0C17-0541-3F57-3DCB6A7E634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50102" y="1057959"/>
                  <a:ext cx="171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FDF040-9289-F799-D3B9-20F5222C8082}"/>
                    </a:ext>
                  </a:extLst>
                </p14:cNvPr>
                <p14:cNvContentPartPr/>
                <p14:nvPr/>
              </p14:nvContentPartPr>
              <p14:xfrm>
                <a:off x="5588542" y="986679"/>
                <a:ext cx="35280" cy="26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FDF040-9289-F799-D3B9-20F5222C80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4222" y="982359"/>
                  <a:ext cx="439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9D88A43-711F-0199-358D-7EE6AA18CFBB}"/>
              </a:ext>
            </a:extLst>
          </p:cNvPr>
          <p:cNvGrpSpPr/>
          <p:nvPr/>
        </p:nvGrpSpPr>
        <p:grpSpPr>
          <a:xfrm>
            <a:off x="6225385" y="892423"/>
            <a:ext cx="1377360" cy="323280"/>
            <a:chOff x="6225385" y="892423"/>
            <a:chExt cx="13773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9A13FD3-7786-21CD-B827-E11FF2FF3D9E}"/>
                    </a:ext>
                  </a:extLst>
                </p14:cNvPr>
                <p14:cNvContentPartPr/>
                <p14:nvPr/>
              </p14:nvContentPartPr>
              <p14:xfrm>
                <a:off x="6225385" y="1006903"/>
                <a:ext cx="93960" cy="208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9A13FD3-7786-21CD-B827-E11FF2FF3D9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21065" y="1002583"/>
                  <a:ext cx="102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629625-F318-F975-E35D-8E512AD86EC8}"/>
                    </a:ext>
                  </a:extLst>
                </p14:cNvPr>
                <p14:cNvContentPartPr/>
                <p14:nvPr/>
              </p14:nvContentPartPr>
              <p14:xfrm>
                <a:off x="6349225" y="1081423"/>
                <a:ext cx="40320" cy="118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629625-F318-F975-E35D-8E512AD86EC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44905" y="1077103"/>
                  <a:ext cx="489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764CA42-B50E-3684-639E-FD0771F23604}"/>
                    </a:ext>
                  </a:extLst>
                </p14:cNvPr>
                <p14:cNvContentPartPr/>
                <p14:nvPr/>
              </p14:nvContentPartPr>
              <p14:xfrm>
                <a:off x="6340225" y="1047583"/>
                <a:ext cx="20520" cy="23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764CA42-B50E-3684-639E-FD0771F236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35905" y="1043263"/>
                  <a:ext cx="29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D27ECD1-DCAF-46AB-13B5-61D074CDCABB}"/>
                    </a:ext>
                  </a:extLst>
                </p14:cNvPr>
                <p14:cNvContentPartPr/>
                <p14:nvPr/>
              </p14:nvContentPartPr>
              <p14:xfrm>
                <a:off x="6406825" y="1072063"/>
                <a:ext cx="45000" cy="123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D27ECD1-DCAF-46AB-13B5-61D074CDCAB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02505" y="1067743"/>
                  <a:ext cx="536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0BEA48C-DC65-A74B-DA7E-0EB8694F3C6F}"/>
                    </a:ext>
                  </a:extLst>
                </p14:cNvPr>
                <p14:cNvContentPartPr/>
                <p14:nvPr/>
              </p14:nvContentPartPr>
              <p14:xfrm>
                <a:off x="6487105" y="1050463"/>
                <a:ext cx="95040" cy="138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0BEA48C-DC65-A74B-DA7E-0EB8694F3C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82785" y="1046143"/>
                  <a:ext cx="103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F917E45-09FE-FF31-2B3E-1D614C44DD23}"/>
                    </a:ext>
                  </a:extLst>
                </p14:cNvPr>
                <p14:cNvContentPartPr/>
                <p14:nvPr/>
              </p14:nvContentPartPr>
              <p14:xfrm>
                <a:off x="6608785" y="1035343"/>
                <a:ext cx="87840" cy="157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F917E45-09FE-FF31-2B3E-1D614C44DD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04465" y="1031023"/>
                  <a:ext cx="96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DFCAC1-2A95-4CFC-8091-AC9D176F85D2}"/>
                    </a:ext>
                  </a:extLst>
                </p14:cNvPr>
                <p14:cNvContentPartPr/>
                <p14:nvPr/>
              </p14:nvContentPartPr>
              <p14:xfrm>
                <a:off x="6707065" y="1040383"/>
                <a:ext cx="33480" cy="139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DFCAC1-2A95-4CFC-8091-AC9D176F85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02745" y="1036063"/>
                  <a:ext cx="42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580EC1A-EF96-BC74-DD42-E7B9DA17EE42}"/>
                    </a:ext>
                  </a:extLst>
                </p14:cNvPr>
                <p14:cNvContentPartPr/>
                <p14:nvPr/>
              </p14:nvContentPartPr>
              <p14:xfrm>
                <a:off x="6757105" y="1034983"/>
                <a:ext cx="95040" cy="105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580EC1A-EF96-BC74-DD42-E7B9DA17EE4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52785" y="1030663"/>
                  <a:ext cx="103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35934F5-7897-86C6-4788-122AFFCE5E83}"/>
                    </a:ext>
                  </a:extLst>
                </p14:cNvPr>
                <p14:cNvContentPartPr/>
                <p14:nvPr/>
              </p14:nvContentPartPr>
              <p14:xfrm>
                <a:off x="6848185" y="955063"/>
                <a:ext cx="102600" cy="236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35934F5-7897-86C6-4788-122AFFCE5E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43865" y="950743"/>
                  <a:ext cx="111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223ED95-93BC-46C6-D605-A8577D549739}"/>
                    </a:ext>
                  </a:extLst>
                </p14:cNvPr>
                <p14:cNvContentPartPr/>
                <p14:nvPr/>
              </p14:nvContentPartPr>
              <p14:xfrm>
                <a:off x="6993985" y="994663"/>
                <a:ext cx="113760" cy="30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223ED95-93BC-46C6-D605-A8577D54973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89665" y="990343"/>
                  <a:ext cx="122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CC620F5-42E4-4072-6ECC-BF02C302FFA4}"/>
                    </a:ext>
                  </a:extLst>
                </p14:cNvPr>
                <p14:cNvContentPartPr/>
                <p14:nvPr/>
              </p14:nvContentPartPr>
              <p14:xfrm>
                <a:off x="7057345" y="1077823"/>
                <a:ext cx="84600" cy="35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CC620F5-42E4-4072-6ECC-BF02C302FFA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53025" y="1073503"/>
                  <a:ext cx="93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F950CEA-35C3-98B8-34AF-5F2BB1C3FD9C}"/>
                    </a:ext>
                  </a:extLst>
                </p14:cNvPr>
                <p14:cNvContentPartPr/>
                <p14:nvPr/>
              </p14:nvContentPartPr>
              <p14:xfrm>
                <a:off x="7184785" y="962983"/>
                <a:ext cx="92520" cy="198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F950CEA-35C3-98B8-34AF-5F2BB1C3FD9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80465" y="958663"/>
                  <a:ext cx="101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E6C5679-0EC2-19A4-AEAB-F562DA8E836F}"/>
                    </a:ext>
                  </a:extLst>
                </p14:cNvPr>
                <p14:cNvContentPartPr/>
                <p14:nvPr/>
              </p14:nvContentPartPr>
              <p14:xfrm>
                <a:off x="7336705" y="1092223"/>
                <a:ext cx="7200" cy="38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E6C5679-0EC2-19A4-AEAB-F562DA8E836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32385" y="1087903"/>
                  <a:ext cx="15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86E73C4-EF8A-39FA-B8B6-8A340D864CA7}"/>
                    </a:ext>
                  </a:extLst>
                </p14:cNvPr>
                <p14:cNvContentPartPr/>
                <p14:nvPr/>
              </p14:nvContentPartPr>
              <p14:xfrm>
                <a:off x="7380625" y="942463"/>
                <a:ext cx="81360" cy="166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86E73C4-EF8A-39FA-B8B6-8A340D864CA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76305" y="938143"/>
                  <a:ext cx="90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3A5A92B-CD4B-07C5-E028-DED133A4BA6D}"/>
                    </a:ext>
                  </a:extLst>
                </p14:cNvPr>
                <p14:cNvContentPartPr/>
                <p14:nvPr/>
              </p14:nvContentPartPr>
              <p14:xfrm>
                <a:off x="7510225" y="892423"/>
                <a:ext cx="92520" cy="207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3A5A92B-CD4B-07C5-E028-DED133A4BA6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05905" y="888103"/>
                  <a:ext cx="10116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83CB0B3-C2E4-0C5D-C5E8-B6CAAE9FA7C6}"/>
              </a:ext>
            </a:extLst>
          </p:cNvPr>
          <p:cNvGrpSpPr/>
          <p:nvPr/>
        </p:nvGrpSpPr>
        <p:grpSpPr>
          <a:xfrm>
            <a:off x="5815835" y="1312386"/>
            <a:ext cx="885960" cy="370080"/>
            <a:chOff x="5815835" y="1312386"/>
            <a:chExt cx="88596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C318C18-FF16-49AC-F37A-2C1A074BD19D}"/>
                    </a:ext>
                  </a:extLst>
                </p14:cNvPr>
                <p14:cNvContentPartPr/>
                <p14:nvPr/>
              </p14:nvContentPartPr>
              <p14:xfrm>
                <a:off x="5828075" y="1504626"/>
                <a:ext cx="36720" cy="177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C318C18-FF16-49AC-F37A-2C1A074BD1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23755" y="1500306"/>
                  <a:ext cx="45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BFACD11-F4E0-F045-5F23-F4542A5C32BE}"/>
                    </a:ext>
                  </a:extLst>
                </p14:cNvPr>
                <p14:cNvContentPartPr/>
                <p14:nvPr/>
              </p14:nvContentPartPr>
              <p14:xfrm>
                <a:off x="5815835" y="1438386"/>
                <a:ext cx="112320" cy="134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BFACD11-F4E0-F045-5F23-F4542A5C32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11515" y="1434066"/>
                  <a:ext cx="120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B9F6E35-7302-0D9E-624D-E66F209594AB}"/>
                    </a:ext>
                  </a:extLst>
                </p14:cNvPr>
                <p14:cNvContentPartPr/>
                <p14:nvPr/>
              </p14:nvContentPartPr>
              <p14:xfrm>
                <a:off x="5997275" y="1440906"/>
                <a:ext cx="59400" cy="112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B9F6E35-7302-0D9E-624D-E66F209594A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92955" y="1436586"/>
                  <a:ext cx="68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E039D50-9C1A-FADD-D5C4-59E21FC07089}"/>
                    </a:ext>
                  </a:extLst>
                </p14:cNvPr>
                <p14:cNvContentPartPr/>
                <p14:nvPr/>
              </p14:nvContentPartPr>
              <p14:xfrm>
                <a:off x="6108515" y="1396626"/>
                <a:ext cx="65880" cy="164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E039D50-9C1A-FADD-D5C4-59E21FC0708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04195" y="1392306"/>
                  <a:ext cx="74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D8ED955-5EE6-42E5-8C22-7B28EB3E9908}"/>
                    </a:ext>
                  </a:extLst>
                </p14:cNvPr>
                <p14:cNvContentPartPr/>
                <p14:nvPr/>
              </p14:nvContentPartPr>
              <p14:xfrm>
                <a:off x="6256115" y="1436226"/>
                <a:ext cx="31680" cy="102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D8ED955-5EE6-42E5-8C22-7B28EB3E990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51795" y="1431906"/>
                  <a:ext cx="40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318DDEF-78D5-BBA3-2077-3C8E507894CC}"/>
                    </a:ext>
                  </a:extLst>
                </p14:cNvPr>
                <p14:cNvContentPartPr/>
                <p14:nvPr/>
              </p14:nvContentPartPr>
              <p14:xfrm>
                <a:off x="6300755" y="1336506"/>
                <a:ext cx="44280" cy="1861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318DDEF-78D5-BBA3-2077-3C8E507894C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296075" y="1332186"/>
                  <a:ext cx="52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7C8A543-4387-C3BB-473C-E322FB7FD950}"/>
                    </a:ext>
                  </a:extLst>
                </p14:cNvPr>
                <p14:cNvContentPartPr/>
                <p14:nvPr/>
              </p14:nvContentPartPr>
              <p14:xfrm>
                <a:off x="6293195" y="1374306"/>
                <a:ext cx="151560" cy="128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7C8A543-4387-C3BB-473C-E322FB7FD95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88875" y="1369986"/>
                  <a:ext cx="16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52830CB-7381-C323-FE98-CD1A8886AA19}"/>
                    </a:ext>
                  </a:extLst>
                </p14:cNvPr>
                <p14:cNvContentPartPr/>
                <p14:nvPr/>
              </p14:nvContentPartPr>
              <p14:xfrm>
                <a:off x="6398675" y="1312386"/>
                <a:ext cx="11160" cy="1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52830CB-7381-C323-FE98-CD1A8886AA1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94355" y="1308066"/>
                  <a:ext cx="19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81E6438-97D0-7570-8F2E-93BFE3A05E96}"/>
                    </a:ext>
                  </a:extLst>
                </p14:cNvPr>
                <p14:cNvContentPartPr/>
                <p14:nvPr/>
              </p14:nvContentPartPr>
              <p14:xfrm>
                <a:off x="6486875" y="1324266"/>
                <a:ext cx="99360" cy="133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81E6438-97D0-7570-8F2E-93BFE3A05E9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82555" y="1319946"/>
                  <a:ext cx="10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3051FC4-0528-5024-B243-DE7FB334ADB5}"/>
                    </a:ext>
                  </a:extLst>
                </p14:cNvPr>
                <p14:cNvContentPartPr/>
                <p14:nvPr/>
              </p14:nvContentPartPr>
              <p14:xfrm>
                <a:off x="6601355" y="1330026"/>
                <a:ext cx="360" cy="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3051FC4-0528-5024-B243-DE7FB334AD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97035" y="132570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2BB73D6-6D7B-7458-7A01-E3C8F3455893}"/>
                    </a:ext>
                  </a:extLst>
                </p14:cNvPr>
                <p14:cNvContentPartPr/>
                <p14:nvPr/>
              </p14:nvContentPartPr>
              <p14:xfrm>
                <a:off x="6608195" y="1329666"/>
                <a:ext cx="93600" cy="982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2BB73D6-6D7B-7458-7A01-E3C8F345589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603875" y="1325346"/>
                  <a:ext cx="10224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6E1B71C-A30F-B891-21A2-0B19F2B2D7B1}"/>
              </a:ext>
            </a:extLst>
          </p:cNvPr>
          <p:cNvGrpSpPr/>
          <p:nvPr/>
        </p:nvGrpSpPr>
        <p:grpSpPr>
          <a:xfrm>
            <a:off x="6900066" y="1460706"/>
            <a:ext cx="228240" cy="190440"/>
            <a:chOff x="6900066" y="1460706"/>
            <a:chExt cx="22824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D184C8B-DB70-20D9-EDC3-04195D267E9F}"/>
                    </a:ext>
                  </a:extLst>
                </p14:cNvPr>
                <p14:cNvContentPartPr/>
                <p14:nvPr/>
              </p14:nvContentPartPr>
              <p14:xfrm>
                <a:off x="6900066" y="1460706"/>
                <a:ext cx="106920" cy="190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D184C8B-DB70-20D9-EDC3-04195D267E9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895746" y="1456386"/>
                  <a:ext cx="115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4C62D91-0529-8027-C418-851208711102}"/>
                    </a:ext>
                  </a:extLst>
                </p14:cNvPr>
                <p14:cNvContentPartPr/>
                <p14:nvPr/>
              </p14:nvContentPartPr>
              <p14:xfrm>
                <a:off x="7018506" y="1467546"/>
                <a:ext cx="109800" cy="154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4C62D91-0529-8027-C418-85120871110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014186" y="1463226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7203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FD2C5-17ED-71EF-6A78-177A91B5DA74}"/>
              </a:ext>
            </a:extLst>
          </p:cNvPr>
          <p:cNvSpPr txBox="1"/>
          <p:nvPr/>
        </p:nvSpPr>
        <p:spPr>
          <a:xfrm>
            <a:off x="996696" y="320040"/>
            <a:ext cx="87552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 credit/To explore with AI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Use a simple classifier (e.g., logistic regression or a tiny neural network) trained on roll </a:t>
            </a:r>
          </a:p>
          <a:p>
            <a:r>
              <a:rPr lang="en-US" dirty="0"/>
              <a:t>sequences to predict whether a die is loaded. Compare its output to the Bayesian posterior.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1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519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</dc:creator>
  <cp:lastModifiedBy>Flemister, Abeoseh</cp:lastModifiedBy>
  <cp:revision>50</cp:revision>
  <dcterms:created xsi:type="dcterms:W3CDTF">2020-01-28T08:04:22Z</dcterms:created>
  <dcterms:modified xsi:type="dcterms:W3CDTF">2026-02-05T22:55:59Z</dcterms:modified>
</cp:coreProperties>
</file>