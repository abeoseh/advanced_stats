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ink/ink159.xml" ContentType="application/inkml+xml"/>
  <Override PartName="/ppt/ink/ink160.xml" ContentType="application/inkml+xml"/>
  <Override PartName="/ppt/ink/ink161.xml" ContentType="application/inkml+xml"/>
  <Override PartName="/ppt/ink/ink162.xml" ContentType="application/inkml+xml"/>
  <Override PartName="/ppt/ink/ink163.xml" ContentType="application/inkml+xml"/>
  <Override PartName="/ppt/ink/ink164.xml" ContentType="application/inkml+xml"/>
  <Override PartName="/ppt/ink/ink165.xml" ContentType="application/inkml+xml"/>
  <Override PartName="/ppt/ink/ink166.xml" ContentType="application/inkml+xml"/>
  <Override PartName="/ppt/ink/ink167.xml" ContentType="application/inkml+xml"/>
  <Override PartName="/ppt/ink/ink168.xml" ContentType="application/inkml+xml"/>
  <Override PartName="/ppt/ink/ink169.xml" ContentType="application/inkml+xml"/>
  <Override PartName="/ppt/ink/ink170.xml" ContentType="application/inkml+xml"/>
  <Override PartName="/ppt/ink/ink171.xml" ContentType="application/inkml+xml"/>
  <Override PartName="/ppt/ink/ink172.xml" ContentType="application/inkml+xml"/>
  <Override PartName="/ppt/ink/ink173.xml" ContentType="application/inkml+xml"/>
  <Override PartName="/ppt/ink/ink174.xml" ContentType="application/inkml+xml"/>
  <Override PartName="/ppt/ink/ink175.xml" ContentType="application/inkml+xml"/>
  <Override PartName="/ppt/ink/ink176.xml" ContentType="application/inkml+xml"/>
  <Override PartName="/ppt/ink/ink177.xml" ContentType="application/inkml+xml"/>
  <Override PartName="/ppt/ink/ink178.xml" ContentType="application/inkml+xml"/>
  <Override PartName="/ppt/ink/ink179.xml" ContentType="application/inkml+xml"/>
  <Override PartName="/ppt/ink/ink180.xml" ContentType="application/inkml+xml"/>
  <Override PartName="/ppt/ink/ink181.xml" ContentType="application/inkml+xml"/>
  <Override PartName="/ppt/ink/ink182.xml" ContentType="application/inkml+xml"/>
  <Override PartName="/ppt/ink/ink183.xml" ContentType="application/inkml+xml"/>
  <Override PartName="/ppt/ink/ink184.xml" ContentType="application/inkml+xml"/>
  <Override PartName="/ppt/ink/ink185.xml" ContentType="application/inkml+xml"/>
  <Override PartName="/ppt/ink/ink186.xml" ContentType="application/inkml+xml"/>
  <Override PartName="/ppt/ink/ink187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57" r:id="rId4"/>
    <p:sldId id="260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47" d="100"/>
          <a:sy n="47" d="100"/>
        </p:scale>
        <p:origin x="-76" y="4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35:42.33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162 20 512 0 0,'-1'1'46'0'0,"-1"0"0"0"0,0-1 0 0 0,0 1 0 0 0,0-1 0 0 0,-1 1-1 0 0,1-1 1 0 0,0 0 0 0 0,0 0 0 0 0,0 0 0 0 0,0 0 0 0 0,0 0 0 0 0,0-1 0 0 0,0 1 0 0 0,0 0-1 0 0,0-1 1 0 0,0 0 0 0 0,0 1 0 0 0,0-1 0 0 0,0 0 0 0 0,0 0 0 0 0,1 0 0 0 0,-1 0-1 0 0,0 0 1 0 0,0-1 0 0 0,1 1 0 0 0,-2-2 0 0 0,1 2-30 0 0,1 0 1 0 0,-1 0-1 0 0,0 0 0 0 0,1 0 1 0 0,-1 0-1 0 0,0 1 0 0 0,0-1 0 0 0,1 1 1 0 0,-1-1-1 0 0,0 1 0 0 0,0 0 1 0 0,0-1-1 0 0,0 1 0 0 0,0 0 0 0 0,1 0 1 0 0,-3 1-1 0 0,-36 4-802 0 0,24-2-385 0 0,3-1 1108 0 0,6 0 63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35:42.57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53 166 8 0 0,'-4'-4'469'0'0,"0"1"1"0"0,0-1-1 0 0,0 0 0 0 0,1 0 1 0 0,-1-1-1 0 0,1 1 0 0 0,0-1 0 0 0,0 0 1 0 0,1 0-1 0 0,-1 0 0 0 0,1 0 1 0 0,0 0-1 0 0,-1-7 0 0 0,1 5 284 0 0,0-1 0 0 0,0 1 0 0 0,1-1 0 0 0,0 0 0 0 0,1 0 0 0 0,-1 1 0 0 0,2-1 0 0 0,1-15 0 0 0,-2 23-657 0 0,0-1 1 0 0,0 1-1 0 0,0-1 1 0 0,0 1-1 0 0,0-1 1 0 0,0 1-1 0 0,1-1 1 0 0,-1 1-1 0 0,0-1 1 0 0,0 1-1 0 0,0-1 1 0 0,1 1-1 0 0,-1-1 1 0 0,0 1-1 0 0,0-1 1 0 0,1 1-1 0 0,-1 0 1 0 0,0-1-1 0 0,1 1 1 0 0,-1-1-1 0 0,1 1 1 0 0,-1 0-1 0 0,0 0 1 0 0,2-1-1 0 0,6 8 1480 0 0,3 20-250 0 0,4 67 645 0 0,5 164 0 0 0,-20-251-1934 0 0,1 33 152 0 0,-2-26-174 0 0,1-1 0 0 0,1 0-1 0 0,0 0 1 0 0,1 0 0 0 0,0 0 0 0 0,1 0 0 0 0,5 15 0 0 0,-8-28-36 0 0,0 0 1 0 0,0 1 0 0 0,0-1 0 0 0,0 0-1 0 0,0 0 1 0 0,0 1 0 0 0,0-1 0 0 0,0 0-1 0 0,1 0 1 0 0,-1 1 0 0 0,0-1-1 0 0,0 0 1 0 0,0 0 0 0 0,0 1 0 0 0,0-1-1 0 0,0 0 1 0 0,1 0 0 0 0,-1 0 0 0 0,0 1-1 0 0,0-1 1 0 0,0 0 0 0 0,0 0 0 0 0,1 0-1 0 0,-1 1 1 0 0,0-1 0 0 0,0 0 0 0 0,1 0-1 0 0,-1 0 1 0 0,0 0 0 0 0,0 0 0 0 0,1 0-1 0 0,-1 0 1 0 0,0 0 0 0 0,0 1 0 0 0,1-1-1 0 0,-1 0 1 0 0,0 0 0 0 0,0 0-1 0 0,1 0 1 0 0,-1 0 0 0 0,0 0 0 0 0,5-12-1319 0 0,-2-18-1557 0 0,-3-22-3862 0 0,0 33 5040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35:42.80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7 117 120 0 0,'-1'-1'252'0'0,"0"0"0"0"0,1 0-1 0 0,-1 0 1 0 0,1 0 0 0 0,-1 0 0 0 0,1 0-1 0 0,-1-1 1 0 0,1 1 0 0 0,-1 0 0 0 0,1 0-1 0 0,0 0 1 0 0,0 0 0 0 0,0-1 0 0 0,0 1-1 0 0,0 0 1 0 0,0 0 0 0 0,0 0 0 0 0,0-1-1 0 0,0 1 1 0 0,0 0 0 0 0,1 0 0 0 0,-1 0-1 0 0,0 0 1 0 0,1 0 0 0 0,-1 0 0 0 0,1-1-1 0 0,0 1 1 0 0,-1 0 0 0 0,1 0 0 0 0,0 0 0 0 0,-1 1-1 0 0,1-1 1 0 0,0 0 0 0 0,2-1 0 0 0,2-2 386 0 0,1 0 0 0 0,0 1 0 0 0,-1 0 0 0 0,2 0 1 0 0,7-2-1 0 0,2-1-451 0 0,8-5 488 0 0,1 1 0 0 0,0 2-1 0 0,40-9 1 0 0,-57 16-527 0 0,0 0-1 0 0,1 0 1 0 0,-1 1 0 0 0,1 0 0 0 0,-1 1-1 0 0,15 2 1 0 0,-18-2-86 0 0,0 1 1 0 0,-1-1-1 0 0,1 1 1 0 0,0 0-1 0 0,-1 0 1 0 0,0 1-1 0 0,1-1 1 0 0,-1 1-1 0 0,0 0 1 0 0,0 0-1 0 0,-1 0 1 0 0,6 7-1 0 0,-5-5-11 0 0,-1 0 1 0 0,1 0-1 0 0,-1 0 1 0 0,-1 1-1 0 0,1 0 0 0 0,-1 0 1 0 0,0-1-1 0 0,0 1 1 0 0,-1 0-1 0 0,0 0 0 0 0,0 1 1 0 0,0-1-1 0 0,-1 0 1 0 0,0 0-1 0 0,0 0 0 0 0,0 0 1 0 0,-1 1-1 0 0,0-1 0 0 0,-2 7 1 0 0,-1 5 38 0 0,-2 1 1 0 0,0-1-1 0 0,-1 0 1 0 0,-18 32-1 0 0,19-40-261 0 0,-1 0-1 0 0,0 0 0 0 0,-1 0 0 0 0,0-1 0 0 0,-1 0 1 0 0,0 0-1 0 0,0-1 0 0 0,-1 0 0 0 0,0-1 0 0 0,0 0 0 0 0,-17 8 1 0 0,24-14-910 0 0,-1 1-572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35:43.11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129 17 1448 0 0,'-5'-3'5282'0'0,"-11"-2"-5453"0"0,9 3 951 0 0,4 1-399 0 0,0 0 0 0 0,-1 0 0 0 0,0 0 0 0 0,1 0 1 0 0,-1 0-1 0 0,0 1 0 0 0,1 0 0 0 0,-1 0 0 0 0,0 0 0 0 0,1 0 0 0 0,-1 0 1 0 0,0 1-1 0 0,1 0 0 0 0,-7 1 0 0 0,8 0-274 0 0,0-1 1 0 0,-1 0-1 0 0,1 1 1 0 0,0 0-1 0 0,0-1 1 0 0,0 1-1 0 0,0 0 1 0 0,1 0-1 0 0,-1 0 1 0 0,0 0-1 0 0,1 0 1 0 0,0 1-1 0 0,-1-1 1 0 0,1 0-1 0 0,0 1 1 0 0,0-1-1 0 0,0 1 1 0 0,1-1-1 0 0,-1 1 1 0 0,0-1-1 0 0,1 4 1 0 0,-5 28 235 0 0,3 0 1 0 0,0-1 0 0 0,2 1-1 0 0,2 0 1 0 0,1 0 0 0 0,2-1-1 0 0,1 1 1 0 0,1-1 0 0 0,15 40-1 0 0,-18-62-244 0 0,1 0 0 0 0,0 0 0 0 0,0 0-1 0 0,1-1 1 0 0,1 0 0 0 0,9 13 0 0 0,-13-20-281 0 0,0 0 1 0 0,0 0 0 0 0,0 0-1 0 0,0-1 1 0 0,1 1 0 0 0,-1-1 0 0 0,1 0-1 0 0,-1 0 1 0 0,6 2 0 0 0,-6-3-465 0 0,0 0 1 0 0,0 0 0 0 0,0 0 0 0 0,0-1 0 0 0,0 0 0 0 0,1 1-1 0 0,-1-1 1 0 0,0-1 0 0 0,0 1 0 0 0,0 0 0 0 0,0-1 0 0 0,0 1-1 0 0,6-3 1 0 0,0 1-1321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35:54.47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24 185 512 0 0,'-11'-62'1749'0'0,"0"-1"4094"0"0,10 28-2525 0 0,2 26-1322 0 0,3 25-1124 0 0,1 31-347 0 0,28 167 579 0 0,-27-184-979 0 0,2 0 0 0 0,1 0 0 0 0,2-1 0 0 0,26 52 0 0 0,-36-78-110 0 0,1-1 1 0 0,-1 1-1 0 0,1-1 1 0 0,0 1 0 0 0,0-1-1 0 0,0 0 1 0 0,0 0-1 0 0,0 0 1 0 0,0 0 0 0 0,0 0-1 0 0,1 0 1 0 0,-1-1-1 0 0,1 1 1 0 0,3 1 0 0 0,-5-3-9 0 0,-1 0 0 0 0,1 0 0 0 0,0 1 0 0 0,0-1 0 0 0,0 0 0 0 0,0 0 0 0 0,0 0 0 0 0,0 0 0 0 0,-1 0 0 0 0,1 0 0 0 0,0-1 0 0 0,0 1 0 0 0,0 0 0 0 0,0 0 0 0 0,0-1 0 0 0,-1 1 0 0 0,1 0 0 0 0,0-1 1 0 0,1 0-1 0 0,-1 0 1 0 0,1 0 1 0 0,-1-1 0 0 0,0 1-1 0 0,0-1 1 0 0,1 1-1 0 0,-1-1 1 0 0,0 0 0 0 0,0 1-1 0 0,0-1 1 0 0,-1 0 0 0 0,2-3-1 0 0,3-10 21 0 0,-1-1 1 0 0,0 1-1 0 0,-2-1 0 0 0,2-27 0 0 0,-4-69 35 0 0,-2 49-24 0 0,1 1-24 0 0,2-65 38 0 0,0 123-55 0 0,-1 1-1 0 0,1 0 0 0 0,-1 0 0 0 0,1 0 0 0 0,0 0 0 0 0,0 0 0 0 0,2-3 0 0 0,-3 6 3 0 0,0 0 0 0 0,0 0 0 0 0,0 0-1 0 0,0-1 1 0 0,1 1 0 0 0,-1 0-1 0 0,0 0 1 0 0,0-1 0 0 0,0 1-1 0 0,0 0 1 0 0,1 0 0 0 0,-1 0 0 0 0,0-1-1 0 0,0 1 1 0 0,0 0 0 0 0,1 0-1 0 0,-1 0 1 0 0,0 0 0 0 0,0 0-1 0 0,1 0 1 0 0,-1-1 0 0 0,0 1-1 0 0,0 0 1 0 0,1 0 0 0 0,-1 0 0 0 0,0 0-1 0 0,0 0 1 0 0,1 0 0 0 0,-1 0-1 0 0,0 0 1 0 0,1 0 0 0 0,6 14 2 0 0,27 129 323 0 0,-24-91-229 0 0,21 63 0 0 0,-27-102-98 0 0,-2-6 2 0 0,0 0 0 0 0,0 0-1 0 0,1-1 1 0 0,-1 1 0 0 0,2-1 0 0 0,-1 0 0 0 0,1 1 0 0 0,0-2-1 0 0,0 1 1 0 0,6 7 0 0 0,-9-13-8 0 0,-1 0-1 0 0,0 0 1 0 0,1 1-1 0 0,-1-1 1 0 0,1 0-1 0 0,-1 0 1 0 0,0 0-1 0 0,1 1 1 0 0,-1-1-1 0 0,1 0 1 0 0,-1 0-1 0 0,1 0 1 0 0,-1 0-1 0 0,1 0 1 0 0,-1 0-1 0 0,1 0 1 0 0,-1 0 0 0 0,1 0-1 0 0,-1 0 1 0 0,0 0-1 0 0,1 0 1 0 0,-1 0-1 0 0,1-1 1 0 0,-1 1-1 0 0,1 0 1 0 0,-1 0-1 0 0,0 0 1 0 0,1-1-1 0 0,-1 1 1 0 0,1-1-1 0 0,11-14-779 0 0,-10 10-65 0 0,0-1 1 0 0,0 1-1 0 0,0 0 1 0 0,1-10-1 0 0,1-8-4664 0 0,-2 14 4205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35:54.96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42 619 8 0 0,'0'0'88'0'0,"0"1"1"0"0,0-1-1 0 0,0 0 0 0 0,0 1 1 0 0,0-1-1 0 0,0 1 0 0 0,0-1 1 0 0,0 1-1 0 0,0-1 0 0 0,0 0 0 0 0,0 1 1 0 0,0-1-1 0 0,0 1 0 0 0,0-1 1 0 0,0 1-1 0 0,0-1 0 0 0,-1 0 1 0 0,1 1-1 0 0,0-1 0 0 0,0 0 1 0 0,-1 1-1 0 0,1-1 0 0 0,0 1 1 0 0,0-1-1 0 0,-1 0 0 0 0,1 0 1 0 0,-1 1-1 0 0,-7-7 2347 0 0,-5-19 815 0 0,10 13-2554 0 0,2 0 1 0 0,0 0 0 0 0,0-16 0 0 0,-2-20-25 0 0,-1-2-122 0 0,1-1 0 0 0,5-65 0 0 0,-2 105-487 0 0,0 4-37 0 0,4-40 185 0 0,-4 43-172 0 0,1 0-1 0 0,0 0 0 0 0,-1 0 1 0 0,2 1-1 0 0,-1-1 1 0 0,0 1-1 0 0,1-1 0 0 0,-1 1 1 0 0,5-6-1 0 0,-6 8-30 0 0,1 0 1 0 0,-1 1-1 0 0,1-1 0 0 0,0 1 1 0 0,-1-1-1 0 0,1 1 0 0 0,-1 0 1 0 0,1-1-1 0 0,0 1 0 0 0,-1-1 1 0 0,1 1-1 0 0,0 0 0 0 0,0 0 0 0 0,-1-1 1 0 0,1 1-1 0 0,0 0 0 0 0,0 0 1 0 0,-1 0-1 0 0,1 0 0 0 0,0 0 1 0 0,0 0-1 0 0,0 0 0 0 0,-1 0 1 0 0,1 0-1 0 0,0 0 0 0 0,0 1 1 0 0,-1-1-1 0 0,1 0 0 0 0,0 0 1 0 0,-1 1-1 0 0,1-1 0 0 0,0 1 1 0 0,-1-1-1 0 0,1 0 0 0 0,0 1 1 0 0,-1-1-1 0 0,1 1 0 0 0,-1-1 1 0 0,1 1-1 0 0,-1 0 0 0 0,1-1 1 0 0,-1 1-1 0 0,1-1 0 0 0,-1 1 0 0 0,1 1 1 0 0,19 33 140 0 0,-18-32-158 0 0,24 53 161 0 0,-14-26-77 0 0,2 0-1 0 0,2 0 0 0 0,0-2 0 0 0,2 0 0 0 0,22 26 0 0 0,-25-35 111 0 0,-13-15-81 0 0,1 0 1 0 0,-1-1-1 0 0,1 1 1 0 0,0-1-1 0 0,0 0 1 0 0,1 0-1 0 0,-1 0 1 0 0,0 0-1 0 0,7 3 1 0 0,-9-9 45 0 0,0 0 1 0 0,0 0-1 0 0,0 0 1 0 0,0 0-1 0 0,0 0 1 0 0,-1-1 0 0 0,1-5-1 0 0,0-30 121 0 0,-2 0 0 0 0,-1 0 0 0 0,-8-44-1 0 0,1 18-302 0 0,0 0 49 0 0,4 42-183 0 0,2-1 0 0 0,1 1 1 0 0,1-41-1 0 0,0 49-730 0 0,1 10-3589 0 0,10 12 90 0 0,-5-2 2253 0 0,5 1 487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35:55.34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71 143 8 0 0,'-24'-32'307'0'0,"19"27"204"0"0,0 1 0 0 0,1-2 0 0 0,0 1 0 0 0,0 0 0 0 0,1-1 0 0 0,-1 0 0 0 0,1 0 0 0 0,0 0 0 0 0,1 0 0 0 0,0-1-1 0 0,0 1 1 0 0,0 0 0 0 0,-1-12 0 0 0,3 17-432 0 0,0 0 0 0 0,0 0 0 0 0,0 0 0 0 0,1 1 0 0 0,-1-1 0 0 0,0 0 0 0 0,1 0 0 0 0,-1 0 0 0 0,0 1 0 0 0,1-1 0 0 0,-1 0 0 0 0,1 0 0 0 0,-1 1 0 0 0,1-1 0 0 0,0 0 0 0 0,-1 1 0 0 0,1-1 0 0 0,0 1 0 0 0,-1-1 0 0 0,1 0 0 0 0,0 1 0 0 0,0 0 0 0 0,0-1 0 0 0,-1 1 0 0 0,1 0 0 0 0,0-1 0 0 0,0 1 0 0 0,0 0 0 0 0,0 0 0 0 0,0-1 0 0 0,-1 1 0 0 0,1 0 0 0 0,1 0 0 0 0,31 2 1547 0 0,-25 0-1450 0 0,0 1 0 0 0,0 0 0 0 0,0 1-1 0 0,0 0 1 0 0,-1 0 0 0 0,0 0 0 0 0,0 1 0 0 0,0 0 0 0 0,0 1 0 0 0,-1-1 0 0 0,1 1 0 0 0,-2 1 0 0 0,1-1-1 0 0,-1 1 1 0 0,9 14 0 0 0,-3-3-22 0 0,0 1-1 0 0,-1 1 0 0 0,-2 0 0 0 0,0 0 1 0 0,7 25-1 0 0,-2 12-46 0 0,-2-1-1 0 0,-3 2 1 0 0,-2-1 0 0 0,-3 1-1 0 0,-2 0 1 0 0,-3-1 0 0 0,-10 64-1 0 0,7-91 20 0 0,-17 56 0 0 0,17-74-710 0 0,0 1 0 0 0,0 0 0 0 0,-1-1 0 0 0,-1 0 0 0 0,0 0 0 0 0,-13 16 0 0 0,11-19-3144 0 0,5-6 2367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35:56.54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 1 512 0 0,'1'2'297'0'0,"-1"1"0"0"0,0 0 0 0 0,1-1 0 0 0,-1 1 0 0 0,0 0 0 0 0,0 0 0 0 0,-1-1 0 0 0,1 1 0 0 0,-2 4 0 0 0,2-6 25 0 0,-1 1 0 0 0,1 0 0 0 0,-1 0-1 0 0,1-1 1 0 0,0 1 0 0 0,0 0 0 0 0,-1 0 0 0 0,1-1 0 0 0,0 1-1 0 0,1 0 1 0 0,-1 0 0 0 0,0-1 0 0 0,0 1 0 0 0,1 0 0 0 0,-1-1-1 0 0,1 1 1 0 0,0 0 0 0 0,-1-1 0 0 0,1 1 0 0 0,0 0-1 0 0,2 2 1 0 0,1-1-74 0 0,1 0 0 0 0,0 1-1 0 0,0-2 1 0 0,0 1 0 0 0,0 0-1 0 0,0-1 1 0 0,1 0-1 0 0,-1 0 1 0 0,1-1 0 0 0,-1 0-1 0 0,1 1 1 0 0,-1-2 0 0 0,1 1-1 0 0,0-1 1 0 0,0 0 0 0 0,-1 0-1 0 0,1 0 1 0 0,11-3 0 0 0,4-1-201 0 0,-1-1-1 0 0,1 0 1 0 0,34-15 0 0 0,66-38-157 0 0,-107 56-923 0 0,-14 2 874 0 0,0 0-1 0 0,0 1 1 0 0,1-1-1 0 0,-1 0 1 0 0,0 0-1 0 0,0 1 0 0 0,0-1 1 0 0,1 0-1 0 0,-1 1 1 0 0,0-1-1 0 0,0 0 1 0 0,0 0-1 0 0,0 1 1 0 0,0-1-1 0 0,0 0 0 0 0,1 1 1 0 0,-1-1-1 0 0,0 0 1 0 0,0 1-1 0 0,0-1 1 0 0,0 0-1 0 0,0 1 1 0 0,0-1-1 0 0,-1 0 0 0 0,1 1 1 0 0,0-1-1 0 0,0 0 1 0 0,0 1-1 0 0,0-1 1 0 0,0 0-1 0 0,0 1 1 0 0,-1-1-1 0 0,1 0 0 0 0,0 1 1 0 0,0-1-1 0 0,0 0 1 0 0,-1 0-1 0 0,1 1 1 0 0,0-1-1 0 0,0 0 1 0 0,-1 0-1 0 0,-4 9-2426 0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35:56.71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1 8 0 0,'0'1'221'0'0,"0"0"0"0"0,0 0 1 0 0,0 0-1 0 0,0 0 0 0 0,1 0 0 0 0,-1 0 1 0 0,0-1-1 0 0,1 1 0 0 0,-1 0 0 0 0,0 0 0 0 0,1 0 1 0 0,-1 0-1 0 0,1 0 0 0 0,0-1 0 0 0,-1 1 1 0 0,1 0-1 0 0,0 0 0 0 0,-1-1 0 0 0,1 1 0 0 0,0 0 1 0 0,0-1-1 0 0,0 1 0 0 0,3 1 252 0 0,-1-1-1 0 0,0 1 1 0 0,0-1 0 0 0,1 0-1 0 0,-1 0 1 0 0,6 1 0 0 0,6 0 540 0 0,1 0 0 0 0,17-2 0 0 0,-28 0-864 0 0,56-3 611 0 0,-39 1-852 0 0,0 1 0 0 0,24 2 0 0 0,-27 4-1386 0 0,-7 3-3300 0 0,-12-7 2262 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35:58.47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184 7 512 0 0,'-12'-2'1590'0'0,"0"0"-1"0"0,-20 0 1 0 0,29 2-1095 0 0,-1 0 1 0 0,1 0 0 0 0,-1 0 0 0 0,1 0 0 0 0,-1 1-1 0 0,1 0 1 0 0,0 0 0 0 0,-1 0 0 0 0,1 0-1 0 0,0 0 1 0 0,0 1 0 0 0,0-1 0 0 0,0 1 0 0 0,-3 2-1 0 0,-6 6 793 0 0,7-6-1074 0 0,-1 0-1 0 0,1 1 0 0 0,-1 0 1 0 0,1 0-1 0 0,1 0 0 0 0,-1 1 0 0 0,1-1 1 0 0,0 1-1 0 0,0 0 0 0 0,1 1 1 0 0,-1-1-1 0 0,1 0 0 0 0,-2 11 1 0 0,4-17-225 0 0,1 0 1 0 0,0 0-1 0 0,0 1 1 0 0,0-1-1 0 0,0 0 1 0 0,0 1-1 0 0,0-1 1 0 0,0 0-1 0 0,0 0 1 0 0,0 1-1 0 0,1-1 1 0 0,-1 0-1 0 0,0 0 1 0 0,0 1-1 0 0,0-1 1 0 0,0 0-1 0 0,0 1 1 0 0,0-1-1 0 0,0 0 1 0 0,1 0-1 0 0,-1 0 1 0 0,0 1-1 0 0,0-1 1 0 0,0 0-1 0 0,1 0 1 0 0,-1 0-1 0 0,0 1 1 0 0,0-1-1 0 0,1 0 1 0 0,-1 0-1 0 0,0 0 1 0 0,0 0-1 0 0,1 0 1 0 0,-1 0-1 0 0,1 1 1 0 0,14-1-1588 0 0,-12 0 923 0 0,0-1 0 0 0,1 1 1 0 0,-1-1-1 0 0,0 0 0 0 0,0 0 1 0 0,6-3-1 0 0,3-5-1464 0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35:58.89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228 179 704 0 0,'-3'-6'676'0'0,"0"0"0"0"0,0 1 1 0 0,-1-1-1 0 0,1 1 0 0 0,-1 0 0 0 0,0 0 0 0 0,-1 0 0 0 0,1 0 0 0 0,-1 1 0 0 0,-8-7 0 0 0,0 1 816 0 0,5 3-933 0 0,-2 0 0 0 0,1 1 0 0 0,-1 0 0 0 0,-15-7 1 0 0,-9-5 410 0 0,33 17-949 0 0,0 1 0 0 0,0-1 0 0 0,0 1 0 0 0,0-1 0 0 0,0 1 0 0 0,0-1 0 0 0,0 1 0 0 0,-1 0 0 0 0,1-1-1 0 0,0 1 1 0 0,0 0 0 0 0,0 0 0 0 0,0 0 0 0 0,0 0 0 0 0,-1 0 0 0 0,1 0 0 0 0,0 0 0 0 0,0 0 0 0 0,0 0 0 0 0,0 1 0 0 0,0-1 0 0 0,-1 0 0 0 0,1 1 0 0 0,-2 0 0 0 0,1 1 5 0 0,1-1-1 0 0,-1 1 1 0 0,0 0 0 0 0,0 0 0 0 0,1-1 0 0 0,-1 1-1 0 0,1 0 1 0 0,0 0 0 0 0,-1 1 0 0 0,1-1 0 0 0,-1 3-1 0 0,-1 5 49 0 0,-1-1 0 0 0,2 1-1 0 0,0 0 1 0 0,-2 18-1 0 0,2-7 73 0 0,1 0-1 0 0,1 1 1 0 0,1-1-1 0 0,0 0 0 0 0,9 34 1 0 0,-10-54-143 0 0,0 0 0 0 0,0 0 0 0 0,0 1 0 0 0,1-1-1 0 0,-1 0 1 0 0,1 0 0 0 0,-1 0 0 0 0,1 0 0 0 0,-1 0 0 0 0,1 0 0 0 0,0 0 0 0 0,-1 0 0 0 0,1-1 0 0 0,0 1 0 0 0,0 0 0 0 0,0 0 0 0 0,0 0 0 0 0,-1-1 0 0 0,1 1 0 0 0,0-1 0 0 0,0 1 0 0 0,0 0 0 0 0,0-1 0 0 0,1 0 0 0 0,-1 1 0 0 0,0-1 0 0 0,0 0 0 0 0,0 1 0 0 0,0-1 0 0 0,0 0 0 0 0,0 0 0 0 0,1 0 0 0 0,-1 0 0 0 0,0 0 0 0 0,0 0 0 0 0,2-1 0 0 0,0 1 1 0 0,0-1 1 0 0,-1 0 0 0 0,1 0 0 0 0,0 0 0 0 0,-1-1-1 0 0,1 1 1 0 0,-1-1 0 0 0,1 1 0 0 0,-1-1 0 0 0,0 0 0 0 0,0 0-1 0 0,1 0 1 0 0,2-4 0 0 0,8-12 17 0 0,-2 0 1 0 0,0-2-1 0 0,-1 1 1 0 0,12-34-1 0 0,20-86 153 0 0,-38 124-146 0 0,-4 14-21 0 0,1 0 1 0 0,-1 0-1 0 0,0 0 0 0 0,0 0 1 0 0,0 0-1 0 0,1 0 0 0 0,-1 0 0 0 0,0 1 1 0 0,1-1-1 0 0,-1 0 0 0 0,1 0 1 0 0,-1 0-1 0 0,1 1 0 0 0,-1-1 0 0 0,1 0 1 0 0,0 1-1 0 0,-1-1 0 0 0,1 0 1 0 0,0 0-1 0 0,0 1 1 0 0,-1 0 0 0 0,1 1 0 0 0,-1-1 0 0 0,1 0 1 0 0,-1 0-1 0 0,1 0 0 0 0,-1 1 0 0 0,0-1 0 0 0,1 0 0 0 0,-1 1 1 0 0,1-1-1 0 0,-1 0 0 0 0,0 1 0 0 0,1-1 0 0 0,-1 0 0 0 0,0 1 0 0 0,0-1 1 0 0,1 1-1 0 0,-1-1 0 0 0,0 1 0 0 0,0-1 0 0 0,1 0 0 0 0,-1 1 0 0 0,0 0 1 0 0,12 42 342 0 0,-10-36-341 0 0,31 160 732 0 0,-9-39-518 0 0,-22-122-280 0 0,8 34 131 0 0,-10-37-117 0 0,1-1 1 0 0,0 1-1 0 0,0-1 0 0 0,0 1 1 0 0,0-1-1 0 0,1 1 0 0 0,-1-1 1 0 0,1 0-1 0 0,-1 0 0 0 0,1 0 1 0 0,3 3-1 0 0,-4-5-271 0 0,1 0 1 0 0,-1-1-1 0 0,1 1 1 0 0,-1-1-1 0 0,1 1 1 0 0,-1-1-1 0 0,0 1 1 0 0,1-1-1 0 0,-1 0 1 0 0,0 1-1 0 0,1-1 1 0 0,-1 0-1 0 0,0 0 1 0 0,0 0-1 0 0,0 0 1 0 0,1-2-1 0 0,4-1-2190 0 0,0 0 1049 0 0,-2-2 128 0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35:59.27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178 31 1136 0 0,'-1'-1'262'0'0,"1"0"0"0"0,-1-1 0 0 0,0 1-1 0 0,-1 0 1 0 0,1 0 0 0 0,0 0 0 0 0,0 1 0 0 0,0-1-1 0 0,-1 0 1 0 0,1 0 0 0 0,0 1 0 0 0,-1-1 0 0 0,1 0-1 0 0,0 1 1 0 0,-1-1 0 0 0,1 1 0 0 0,-1 0 0 0 0,1 0-1 0 0,-1-1 1 0 0,-2 1 0 0 0,-34-2 2593 0 0,37 2-2505 0 0,-2 0-194 0 0,-1 0 0 0 0,1 1 1 0 0,0-1-1 0 0,0 1 0 0 0,0-1 0 0 0,0 1 0 0 0,0 0 0 0 0,0 0 0 0 0,0 0 0 0 0,1 1 0 0 0,-1-1 0 0 0,0 1 0 0 0,1-1 0 0 0,-1 1 0 0 0,-3 3 0 0 0,2-1-40 0 0,1 0 0 0 0,-1 1 0 0 0,1-1 1 0 0,0 0-1 0 0,0 1 0 0 0,0 0 0 0 0,1 0 0 0 0,-3 6 0 0 0,-1 8 25 0 0,0 0-1 0 0,2 1 0 0 0,-4 34 0 0 0,7-50-91 0 0,0 6 17 0 0,-2 29 93 0 0,3-37-147 0 0,0 0 1 0 0,0 0-1 0 0,0 1 1 0 0,1-1-1 0 0,-1 0 1 0 0,1 0-1 0 0,-1 0 0 0 0,1 0 1 0 0,0 0-1 0 0,0 0 1 0 0,0 0-1 0 0,0 0 1 0 0,0 0-1 0 0,0 0 1 0 0,2 1-1 0 0,-2-2-10 0 0,-1-1 0 0 0,1 1 0 0 0,0-1 0 0 0,-1 0 0 0 0,1 1 1 0 0,0-1-1 0 0,-1 0 0 0 0,1 0 0 0 0,0 1 0 0 0,-1-1 0 0 0,1 0 0 0 0,0 0 0 0 0,0 0 0 0 0,-1 0 0 0 0,1 0 0 0 0,0 0 0 0 0,-1 0 0 0 0,1 0 1 0 0,0 0-1 0 0,0 0 0 0 0,-1 0 0 0 0,1-1 0 0 0,0 1 0 0 0,0 0 0 0 0,-1 0 0 0 0,1-1 0 0 0,0 1 0 0 0,-1 0 0 0 0,1-1 0 0 0,-1 1 0 0 0,1-1 1 0 0,0 1-1 0 0,-1-1 0 0 0,1 1 0 0 0,-1-1 0 0 0,1 1 0 0 0,-1-1 0 0 0,0 0 0 0 0,1 0 0 0 0,17-27 157 0 0,-17 27-150 0 0,15-33 85 0 0,19-61 0 0 0,-5 13 62 0 0,-29 79-132 0 0,0 0 0 0 0,0 1 0 0 0,1-1 1 0 0,-1 1-1 0 0,0 0 0 0 0,1-1 0 0 0,0 1 0 0 0,-1 0 1 0 0,1 0-1 0 0,0 0 0 0 0,5-3 0 0 0,-7 4-11 0 0,1 1-1 0 0,-1 0 1 0 0,1 0-1 0 0,-1-1 1 0 0,1 1-1 0 0,-1 0 1 0 0,1 0-1 0 0,-1 0 0 0 0,1 0 1 0 0,-1 0-1 0 0,1 0 1 0 0,-1 0-1 0 0,1 0 1 0 0,0 0-1 0 0,-1 0 1 0 0,1 0-1 0 0,-1 0 1 0 0,1 0-1 0 0,-1 0 1 0 0,1 0-1 0 0,-1 1 1 0 0,2-1-1 0 0,-1 1 14 0 0,0 0 0 0 0,0 0 0 0 0,0 0 0 0 0,0 0 0 0 0,0 0 0 0 0,0 1 0 0 0,0-1 0 0 0,0 0 0 0 0,0 0 0 0 0,-1 1 0 0 0,1-1 0 0 0,0 2 0 0 0,11 32 274 0 0,-2 0 0 0 0,-1 0 0 0 0,-2 1 0 0 0,4 55-1 0 0,-8-61-193 0 0,4 70 407 0 0,-6-67-503 0 0,1 1 0 0 0,2-1 0 0 0,8 35 0 0 0,-11-49-660 0 0,-4-14-5921 0 0,8-7 4687 0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36:00.14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35 512 0 0,'4'-31'2597'0'0,"-5"31"-2545"0"0,1 0 1 0 0,0 0-1 0 0,0 0 0 0 0,0 0 0 0 0,0 0 0 0 0,0-1 0 0 0,0 1 0 0 0,0 0 0 0 0,0 0 0 0 0,0 0 0 0 0,0 0 1 0 0,0 0-1 0 0,0 0 0 0 0,0 0 0 0 0,0-1 0 0 0,0 1 0 0 0,0 0 0 0 0,0 0 0 0 0,0 0 0 0 0,0 0 0 0 0,1 0 0 0 0,-1 0 1 0 0,0 0-1 0 0,0 0 0 0 0,0-1 0 0 0,0 1 0 0 0,0 0 0 0 0,0 0 0 0 0,0 0 0 0 0,0 0 0 0 0,0 0 0 0 0,0 0 1 0 0,0 0-1 0 0,1 0 0 0 0,-1 0 0 0 0,0 0 0 0 0,0 0 0 0 0,0 0 0 0 0,0 0 0 0 0,0 0 0 0 0,0-1 0 0 0,0 1 0 0 0,0 0 1 0 0,1 0-1 0 0,-1 0 0 0 0,0 0 0 0 0,0 0 0 0 0,0 0 0 0 0,0 0 0 0 0,0 0 0 0 0,0 0 0 0 0,0 1 0 0 0,1-1 1 0 0,-1 0-1 0 0,0 0 0 0 0,0 0 0 0 0,0 0 0 0 0,4 17 1967 0 0,8 62 316 0 0,-4-36-1357 0 0,2 58 0 0 0,-6-44-440 0 0,17 95 1 0 0,-19-134-435 0 0,2 7-943 0 0,-4-25 801 0 0,0 0 0 0 0,0 1 0 0 0,0-1 1 0 0,1 0-1 0 0,-1 0 0 0 0,0 0 0 0 0,0 0 0 0 0,0 0 0 0 0,0 0 0 0 0,0 0 0 0 0,0 1 1 0 0,0-1-1 0 0,0 0 0 0 0,0 0 0 0 0,1 0 0 0 0,-1 0 0 0 0,0 0 0 0 0,0 0 0 0 0,0 0 0 0 0,0 0 1 0 0,0 0-1 0 0,0 0 0 0 0,1 0 0 0 0,-1 0 0 0 0,0 0 0 0 0,0 0 0 0 0,0 0 0 0 0,0 0 1 0 0,0 0-1 0 0,0 0 0 0 0,1 0 0 0 0,-1 0 0 0 0,0 0 0 0 0,0 0 0 0 0,0 0 0 0 0,0 0 0 0 0,0 0 1 0 0,0 0-1 0 0,1 0 0 0 0,-1 0 0 0 0,0 0 0 0 0,0 0 0 0 0,0 0 0 0 0,0-1 0 0 0,9-10-3038 0 0,-2 0 1619 0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36:00.41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0 116 696 0 0,'1'-3'283'0'0,"-1"0"-1"0"0,1 0 0 0 0,0 0 1 0 0,0 0-1 0 0,0 0 1 0 0,0 0-1 0 0,0 0 0 0 0,1 1 1 0 0,-1-1-1 0 0,1 0 1 0 0,0 1-1 0 0,-1 0 0 0 0,1-1 1 0 0,1 1-1 0 0,-1 0 1 0 0,0 0-1 0 0,0 0 1 0 0,1 0-1 0 0,-1 0 0 0 0,6-2 1 0 0,17-6 911 0 0,6-4-106 0 0,-23 9-916 0 0,1 0 1 0 0,-1 1 0 0 0,1 0-1 0 0,0 0 1 0 0,1 1 0 0 0,-1 0-1 0 0,0 0 1 0 0,1 1 0 0 0,0 1 0 0 0,0 0-1 0 0,-1 0 1 0 0,1 1 0 0 0,0 0-1 0 0,0 0 1 0 0,17 4 0 0 0,-24-3-150 0 0,0 0 0 0 0,-1 0 0 0 0,1 1 1 0 0,0-1-1 0 0,-1 1 0 0 0,0-1 0 0 0,1 1 1 0 0,-1 0-1 0 0,0 0 0 0 0,0 0 0 0 0,0 0 0 0 0,0 0 1 0 0,0 1-1 0 0,0-1 0 0 0,-1 1 0 0 0,1-1 1 0 0,-1 1-1 0 0,1 0 0 0 0,-1-1 0 0 0,0 1 0 0 0,0 0 1 0 0,-1 0-1 0 0,1 0 0 0 0,0 0 0 0 0,-1 3 0 0 0,2 4 66 0 0,-1 0-1 0 0,0 0 1 0 0,-1 0-1 0 0,0 0 1 0 0,-1 1-1 0 0,-2 11 1 0 0,0-8-45 0 0,-1 0 0 0 0,0-1 1 0 0,-1 1-1 0 0,0-1 0 0 0,-1 1 1 0 0,-1-2-1 0 0,0 1 0 0 0,-1-1 1 0 0,0 0-1 0 0,-1 0 1 0 0,0-1-1 0 0,-1-1 0 0 0,0 1 1 0 0,-1-2-1 0 0,-15 12 0 0 0,23-19-104 0 0,-1 0-1 0 0,0 1 1 0 0,-1-1 0 0 0,1-1-1 0 0,0 1 1 0 0,0-1-1 0 0,-1 0 1 0 0,1 0 0 0 0,-8 1-1 0 0,10-4-2563 0 0,6-2 655 0 0,6-2-295 0 0,-2 0 959 0 0,1 0 108 0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36:00.62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48 1 200 0 0,'0'6'582'0'0,"1"-1"1"0"0,-1 1-1 0 0,-1 0 1 0 0,1-1-1 0 0,-1 1 1 0 0,0-1-1 0 0,0 1 0 0 0,-3 7 1 0 0,-1 11 966 0 0,-23 173 3791 0 0,23-135-4327 0 0,3 0 1 0 0,10 115-1 0 0,-7-164-922 0 0,1 0-1 0 0,1-1 1 0 0,0 0-1 0 0,1 1 1 0 0,0-1-1 0 0,0 0 0 0 0,13 20 1 0 0,-14-26-77 0 0,0-2-1 0 0,1 1 1 0 0,0 0 0 0 0,0-1-1 0 0,0 1 1 0 0,0-1 0 0 0,1 0 0 0 0,-1-1-1 0 0,1 1 1 0 0,0-1 0 0 0,0 0-1 0 0,1 0 1 0 0,-1-1 0 0 0,1 1 0 0 0,-1-1-1 0 0,1 0 1 0 0,0-1 0 0 0,10 2-1 0 0,-8-2-55 0 0,0 0 0 0 0,0 0-1 0 0,0-1 1 0 0,1-1 0 0 0,-1 1-1 0 0,0-1 1 0 0,0-1 0 0 0,13-3-1 0 0,-16 3-525 0 0,1 0 0 0 0,0-1 0 0 0,-1 0 0 0 0,0 0 0 0 0,0 0 0 0 0,0 0 0 0 0,8-8 0 0 0,-3 1-1852 0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36:00.96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19 33 152 0 0,'-11'-20'1510'0'0,"3"8"1861"0"0,14 22 1010 0 0,-1 1-3847 0 0,-1 0-1 0 0,-1 0 1 0 0,0 0-1 0 0,3 20 1 0 0,-6-31-516 0 0,48 322 3637 0 0,-46-311-3548 0 0,-1 0 0 0 0,2 0 0 0 0,-1 0 0 0 0,1 0 0 0 0,8 17-1 0 0,-10-26-94 0 0,0 0-1 0 0,0 0 1 0 0,0 0-1 0 0,1-1 1 0 0,-1 1-1 0 0,0 0 1 0 0,1 0-1 0 0,-1-1 1 0 0,1 1-1 0 0,-1-1 1 0 0,1 0-1 0 0,0 1 1 0 0,0-1 0 0 0,-1 0-1 0 0,1 0 1 0 0,0 0-1 0 0,0 0 1 0 0,0 0-1 0 0,0-1 1 0 0,0 1-1 0 0,1-1 1 0 0,-1 1-1 0 0,0-1 1 0 0,0 0-1 0 0,0 1 1 0 0,0-1-1 0 0,0 0 1 0 0,1-1-1 0 0,-1 1 1 0 0,0 0-1 0 0,0 0 1 0 0,0-1-1 0 0,0 0 1 0 0,0 1-1 0 0,0-1 1 0 0,4-2-1 0 0,8-4-78 0 0,1-1 0 0 0,-1 0 1 0 0,19-16-1 0 0,-20 14-1664 0 0,1 0 0 0 0,29-15 0 0 0,-40 24 1058 0 0,0-1-1 0 0,0 0 0 0 0,0 0 0 0 0,0 0 0 0 0,-1 0 1 0 0,5-4-1 0 0,1-2-1928 0 0,-1 1 294 0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36:01.20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15 8 0 0,'1'-1'137'0'0,"0"0"1"0"0,-1 0-1 0 0,1 0 1 0 0,0 0-1 0 0,0 0 0 0 0,-1 0 1 0 0,1 1-1 0 0,0-1 0 0 0,0 0 1 0 0,0 0-1 0 0,0 1 1 0 0,0-1-1 0 0,0 0 0 0 0,0 1 1 0 0,0-1-1 0 0,0 1 1 0 0,1 0-1 0 0,-1-1 0 0 0,0 1 1 0 0,0 0-1 0 0,0 0 1 0 0,0-1-1 0 0,1 1 0 0 0,-1 0 1 0 0,0 0-1 0 0,0 0 0 0 0,0 1 1 0 0,1-1-1 0 0,-1 0 1 0 0,0 0-1 0 0,0 1 0 0 0,0-1 1 0 0,0 0-1 0 0,1 1 1 0 0,-1-1-1 0 0,2 2 0 0 0,4 1 595 0 0,0 1 0 0 0,1 0 0 0 0,-1 0 0 0 0,7 7 0 0 0,10 8 36 0 0,0 2 0 0 0,-2 1-1 0 0,-1 1 1 0 0,-1 1-1 0 0,34 51 1 0 0,-26-28-398 0 0,-1 2-1 0 0,29 78 1 0 0,-48-105-319 0 0,-1 1 1 0 0,-1 0-1 0 0,4 35 1 0 0,1 72-57 0 0,-10-96-106 0 0,1-5-434 0 0,-3 31-1 0 0,0-50-1580 0 0,0 0 0 0 0,-1 0-1 0 0,-4 15 1 0 0,4-24 783 0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36:01.51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54 616 0 0,'7'0'4089'0'0,"-7"0"-3912"0"0,1 1-1 0 0,0-1 0 0 0,0 0 1 0 0,-1 0-1 0 0,1 0 0 0 0,0 0 1 0 0,0 0-1 0 0,0 0 0 0 0,-1-1 0 0 0,1 1 1 0 0,0 0-1 0 0,0 0 0 0 0,-1 0 1 0 0,1-1-1 0 0,0 1 0 0 0,0 0 1 0 0,-1-1-1 0 0,1 1 0 0 0,0-1 1 0 0,-1 1-1 0 0,1-1 0 0 0,0 0 1 0 0,9-5 441 0 0,-1 1 1 0 0,1 0 0 0 0,0 0 0 0 0,0 1-1 0 0,0 1 1 0 0,0-1 0 0 0,22-2 0 0 0,-9 0-426 0 0,-18 5-143 0 0,0 0-1 0 0,0 0 0 0 0,0 0 1 0 0,0 1-1 0 0,4-1 0 0 0,-8 1-187 0 0,0 0 1 0 0,0 1-1 0 0,0-1 0 0 0,0 0 1 0 0,-1 0-1 0 0,1 0 0 0 0,0 0 0 0 0,0 1 1 0 0,0-1-1 0 0,-1 0 0 0 0,1 1 1 0 0,0-1-1 0 0,0 0 0 0 0,-1 1 1 0 0,1-1-1 0 0,0 1 0 0 0,-1 0 0 0 0,1-1 1 0 0,-1 1-1 0 0,1-1 0 0 0,-1 1 1 0 0,1 0-1 0 0,-1-1 0 0 0,1 1 0 0 0,-1 0 1 0 0,1 0-1 0 0,-1-1 0 0 0,0 1 1 0 0,1 0-1 0 0,-1 0 0 0 0,0-1 1 0 0,0 1-1 0 0,0 0 0 0 0,0 0 0 0 0,0 0 1 0 0,0 0-1 0 0,0 1 0 0 0,0 2-2772 0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36:01.67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16 8 0 0,'2'2'807'0'0,"0"0"-1"0"0,0-1 1 0 0,0 1 0 0 0,0 0-1 0 0,0-1 1 0 0,1 0 0 0 0,-1 1 0 0 0,1-1-1 0 0,-1 0 1 0 0,1 0 0 0 0,0-1-1 0 0,-1 1 1 0 0,1 0 0 0 0,4 0-1 0 0,2-1-104 0 0,-1-1 0 0 0,1 1-1 0 0,11-3 1 0 0,12-1-560 0 0,-24 3-201 0 0,0 1 0 0 0,0-2 0 0 0,-1 1 0 0 0,1-1 0 0 0,0 0 1 0 0,-1 0-1 0 0,1-1 0 0 0,8-5 0 0 0,-14 7-313 0 0,0 0-1 0 0,1 0 0 0 0,-1 1 1 0 0,0-1-1 0 0,0 0 1 0 0,0 1-1 0 0,0 0 0 0 0,0-1 1 0 0,1 1-1 0 0,-1 0 1 0 0,0 0-1 0 0,0 0 1 0 0,1 0-1 0 0,-1 1 0 0 0,3 0 1 0 0,8 0-2457 0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36:02.70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63 1 608 0 0,'-1'0'325'0'0,"0"0"0"0"0,0 0 0 0 0,0 0 1 0 0,0 0-1 0 0,0 0 0 0 0,0 0 0 0 0,0 0 0 0 0,-1 1 0 0 0,1-1 0 0 0,0 0 0 0 0,0 1 1 0 0,0-1-1 0 0,0 0 0 0 0,0 1 0 0 0,0 0 0 0 0,0-1 0 0 0,0 1 0 0 0,0-1 0 0 0,1 1 1 0 0,-1 0-1 0 0,0 0 0 0 0,0 0 0 0 0,1-1 0 0 0,-1 1 0 0 0,0 0 0 0 0,1 0 0 0 0,-1 0 1 0 0,1 0-1 0 0,-1 0 0 0 0,0 2 0 0 0,-16 39 4125 0 0,12-29-2778 0 0,2-7-1205 0 0,2-3-402 0 0,0-1-1 0 0,-1 1 0 0 0,1 0 1 0 0,0-1-1 0 0,0 1 0 0 0,1 0 1 0 0,-1 0-1 0 0,0 0 1 0 0,1-1-1 0 0,0 1 0 0 0,0 0 1 0 0,0 4-1 0 0,0-7-130 0 0,0 1-1 0 0,0-1 1 0 0,1 0-1 0 0,-1 1 1 0 0,0-1-1 0 0,1 0 1 0 0,-1 1 0 0 0,0-1-1 0 0,1 0 1 0 0,-1 0-1 0 0,0 1 1 0 0,1-1-1 0 0,-1 0 1 0 0,0 0-1 0 0,1 0 1 0 0,-1 0-1 0 0,1 1 1 0 0,-1-1-1 0 0,1 0 1 0 0,-1 0-1 0 0,0 0 1 0 0,1 0 0 0 0,-1 0-1 0 0,1 0 1 0 0,-1 0-1 0 0,1 0 1 0 0,-1 0-1 0 0,0 0 1 0 0,1 0-1 0 0,-1-1 1 0 0,1 1-1 0 0,-1 0 1 0 0,0 0-1 0 0,1 0 1 0 0,-1 0 0 0 0,1-1-1 0 0,-1 1 1 0 0,1 0-1 0 0,13-11-5439 0 0,-7 4 3285 0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36:03.01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87 16 472 0 0,'1'0'133'0'0,"-1"-1"0"0"0,0 1 1 0 0,0-1-1 0 0,0 1 0 0 0,0-1 0 0 0,0 1 0 0 0,0-1 1 0 0,0 1-1 0 0,0-1 0 0 0,0 0 0 0 0,0 1 0 0 0,0-1 1 0 0,0 1-1 0 0,0-1 0 0 0,-1 1 0 0 0,1-1 0 0 0,0 1 1 0 0,0-1-1 0 0,-1 1 0 0 0,1 0 0 0 0,0-1 0 0 0,0 1 1 0 0,-1-1-1 0 0,1 1 0 0 0,-1-1 0 0 0,1 1 0 0 0,0 0 1 0 0,-1-1-1 0 0,1 1 0 0 0,-1 0 0 0 0,1 0 0 0 0,-1-1 1 0 0,1 1-1 0 0,-1 0 0 0 0,1 0 0 0 0,-1 0 0 0 0,1-1 1 0 0,-1 1-1 0 0,1 0 0 0 0,-1 0 0 0 0,1 0 0 0 0,-1 0 1 0 0,1 0-1 0 0,-1 0 0 0 0,1 0 0 0 0,-1 0 0 0 0,1 0 1 0 0,-1 0-1 0 0,1 1 0 0 0,-1-1 0 0 0,1 0 0 0 0,-1 0 1 0 0,1 0-1 0 0,-1 1 0 0 0,1-1 0 0 0,-1 0 0 0 0,1 0 1 0 0,-1 1-1 0 0,1-1 0 0 0,0 0 0 0 0,-1 1 0 0 0,1-1 1 0 0,-1 1-1 0 0,-3 2 360 0 0,1-1 0 0 0,-1 1 0 0 0,1 0 1 0 0,0 1-1 0 0,0-1 0 0 0,-5 6 0 0 0,3 2-264 0 0,0-1 0 0 0,0 1 0 0 0,1 0 0 0 0,1 1-1 0 0,-1-1 1 0 0,2 0 0 0 0,-3 22 0 0 0,1 85 505 0 0,4-102-517 0 0,0-7-75 0 0,0 0 0 0 0,1 0-1 0 0,0-1 1 0 0,1 1 0 0 0,0 0 0 0 0,0-1-1 0 0,1 1 1 0 0,0-1 0 0 0,7 14 0 0 0,-8-18-56 0 0,1-1 0 0 0,-1 1-1 0 0,1 0 1 0 0,0-1 0 0 0,0 1 0 0 0,0-1 0 0 0,0 0 0 0 0,0 0 0 0 0,1 0 0 0 0,0-1 0 0 0,-1 1 0 0 0,1-1 0 0 0,0 0 0 0 0,0 0 0 0 0,1 0 0 0 0,-1 0 0 0 0,0-1-1 0 0,0 0 1 0 0,1 1 0 0 0,7-1 0 0 0,-8 0-40 0 0,1-1 0 0 0,-1 0 0 0 0,1 0 0 0 0,-1-1-1 0 0,1 1 1 0 0,-1-1 0 0 0,1 0 0 0 0,-1 0 0 0 0,0-1-1 0 0,1 1 1 0 0,-1-1 0 0 0,0 0 0 0 0,0 0 0 0 0,0 0-1 0 0,5-5 1 0 0,-3 2 25 0 0,0 0 0 0 0,0-1-1 0 0,-1 1 1 0 0,0-1 0 0 0,0-1 0 0 0,0 1-1 0 0,-1-1 1 0 0,5-10 0 0 0,-7 12-29 0 0,0 1 0 0 0,0-1 0 0 0,0 0 1 0 0,0 0-1 0 0,-1 1 0 0 0,0-1 0 0 0,0 0 0 0 0,0 0 1 0 0,-1-1-1 0 0,0 1 0 0 0,0 0 0 0 0,0 0 0 0 0,-1 0 1 0 0,1 0-1 0 0,-1 0 0 0 0,0 0 0 0 0,-1 0 0 0 0,1 0 1 0 0,-4-7-1 0 0,1 5-23 0 0,0 1 0 0 0,0 0 0 0 0,0 0 0 0 0,-1 0 0 0 0,0 1 0 0 0,0 0 0 0 0,0 0 1 0 0,-1 0-1 0 0,1 0 0 0 0,-1 1 0 0 0,0 0 0 0 0,-13-7 0 0 0,9 6-504 0 0,0-1 0 0 0,0 0 0 0 0,1-1-1 0 0,-15-13 1 0 0,24 18-43 0 0,1 0 0 0 0,-1 0 0 0 0,1 1 0 0 0,-1-1 0 0 0,1 0 0 0 0,0 1-1 0 0,0-1 1 0 0,0 0 0 0 0,0 1 0 0 0,0-1 0 0 0,0 1 0 0 0,3-3 0 0 0,4-1-1966 0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36:03.22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9 240 0 0,'1'-1'240'0'0,"0"0"0"0"0,0 1-1 0 0,0-1 1 0 0,0 0 0 0 0,0 1 0 0 0,0-1-1 0 0,0 0 1 0 0,0 1 0 0 0,0-1 0 0 0,0 1-1 0 0,0 0 1 0 0,1-1 0 0 0,-1 1 0 0 0,0 0-1 0 0,0 0 1 0 0,0 0 0 0 0,1 0-1 0 0,-1 0 1 0 0,0 0 0 0 0,0 0 0 0 0,0 0-1 0 0,0 0 1 0 0,2 1 0 0 0,-1 0 77 0 0,-1-1 0 0 0,1 1 1 0 0,-1 0-1 0 0,1 1 0 0 0,-1-1 0 0 0,0 0 1 0 0,0 0-1 0 0,0 1 0 0 0,0-1 0 0 0,1 0 1 0 0,-2 1-1 0 0,1-1 0 0 0,0 1 0 0 0,1 2 1 0 0,2 6 852 0 0,0 1 0 0 0,-1 1 1 0 0,4 21-1 0 0,-7-29-1187 0 0,25 236 4537 0 0,-19-154-3329 0 0,21 110 0 0 0,-27-196-1195 0 0,4 19-155 0 0,0 0-1 0 0,2 0 1 0 0,12 29 0 0 0,-19-48 100 0 0,1 0 1 0 0,0 0 0 0 0,0 0-1 0 0,0 0 1 0 0,0 1-1 0 0,0-1 1 0 0,1 0-1 0 0,-1 0 1 0 0,0 0-1 0 0,0 0 1 0 0,0 0-1 0 0,0 0 1 0 0,0 1-1 0 0,0-1 1 0 0,0 0-1 0 0,0 0 1 0 0,0 0-1 0 0,0 0 1 0 0,0 0-1 0 0,0 0 1 0 0,0 0-1 0 0,1 1 1 0 0,-1-1-1 0 0,0 0 1 0 0,0 0-1 0 0,0 0 1 0 0,0 0-1 0 0,0 0 1 0 0,0 0-1 0 0,0 0 1 0 0,1 0-1 0 0,-1 0 1 0 0,0 0-1 0 0,0 0 1 0 0,0 0-1 0 0,0 0 1 0 0,0 0-1 0 0,1 0 1 0 0,-1 0-1 0 0,0 0 1 0 0,0 0-1 0 0,0 0 1 0 0,0 0-1 0 0,0 0 1 0 0,0 0-1 0 0,1 0 1 0 0,-1 0-1 0 0,0 0 1 0 0,0 0-1 0 0,0 0 1 0 0,0 0-1 0 0,0 0 1 0 0,0 0-1 0 0,1 0 1 0 0,-1 0 0 0 0,0-1-1 0 0,2-6-7377 0 0,-2 5 4370 0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42:36.18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0 120 512 0 0,'10'-83'2911'0'0,"-10"81"-2793"0"0,0 1 0 0 0,0-1 0 0 0,0 0-1 0 0,1 0 1 0 0,-1 1 0 0 0,1-1 0 0 0,-1 0-1 0 0,1 1 1 0 0,-1-1 0 0 0,1 1-1 0 0,0-1 1 0 0,0 1 0 0 0,0-1 0 0 0,0 1-1 0 0,0 0 1 0 0,0-1 0 0 0,0 1 0 0 0,0 0-1 0 0,1 0 1 0 0,-1 0 0 0 0,3-2-1 0 0,-3 3-66 0 0,0-1-1 0 0,0 1 0 0 0,0-1 1 0 0,0 1-1 0 0,0 0 0 0 0,1-1 0 0 0,-1 1 1 0 0,0 0-1 0 0,0 0 0 0 0,0 0 1 0 0,1 0-1 0 0,-1 0 0 0 0,0 0 0 0 0,0 0 1 0 0,0 1-1 0 0,0-1 0 0 0,1 0 1 0 0,-1 1-1 0 0,0-1 0 0 0,0 1 0 0 0,0-1 1 0 0,0 1-1 0 0,0-1 0 0 0,0 1 0 0 0,0 0 1 0 0,0 0-1 0 0,0-1 0 0 0,0 1 1 0 0,-1 0-1 0 0,1 0 0 0 0,0 0 0 0 0,0 0 1 0 0,0 1-1 0 0,8 9 240 0 0,1-1 0 0 0,0 0 0 0 0,11 9-1 0 0,12 11 438 0 0,-29-27-692 0 0,1 0 0 0 0,-1-1 0 0 0,0 0 0 0 0,1 0 0 0 0,9 3 0 0 0,7 4 108 0 0,-20-9-137 0 0,4 2 25 0 0,0 0-1 0 0,1 1 0 0 0,-1 0 0 0 0,-1 0 0 0 0,1 0 0 0 0,0 0 0 0 0,-1 1 0 0 0,1 0 1 0 0,-1 0-1 0 0,0 0 0 0 0,-1 0 0 0 0,1 0 0 0 0,4 8 0 0 0,-5-7-19 0 0,-1 1 0 0 0,1 0 1 0 0,-1 0-1 0 0,0 0 0 0 0,-1 0 0 0 0,1 0 0 0 0,-1 0 0 0 0,0 1 0 0 0,-1-1 0 0 0,1 0 1 0 0,-1 0-1 0 0,-1 1 0 0 0,1-1 0 0 0,-1 0 0 0 0,0 1 0 0 0,0-1 0 0 0,-1 0 0 0 0,-3 9 0 0 0,-5 7 45 0 0,-1 1-1 0 0,0-2 0 0 0,-22 31 0 0 0,9-15 35 0 0,-23 31-51 0 0,-8 13 255 0 0,54-78-275 0 0,-1 1 1 0 0,0-1-1 0 0,1 1 1 0 0,0-1-1 0 0,0 1 0 0 0,0-1 1 0 0,0 1-1 0 0,0 0 0 0 0,1-1 1 0 0,-1 1-1 0 0,1 0 1 0 0,0-1-1 0 0,1 1 0 0 0,0 6 1 0 0,-1-8-10 0 0,1-1-1 0 0,-1 1 1 0 0,1 0 0 0 0,0-1 0 0 0,-1 1 0 0 0,1 0 0 0 0,0-1 0 0 0,0 1 0 0 0,0-1-1 0 0,0 1 1 0 0,1-1 0 0 0,-1 0 0 0 0,0 0 0 0 0,1 1 0 0 0,-1-1 0 0 0,0 0 0 0 0,1 0 0 0 0,-1 0-1 0 0,1 0 1 0 0,0-1 0 0 0,-1 1 0 0 0,1 0 0 0 0,0-1 0 0 0,-1 1 0 0 0,1-1 0 0 0,0 1-1 0 0,0-1 1 0 0,0 0 0 0 0,-1 0 0 0 0,1 0 0 0 0,2 0 0 0 0,1 0 0 0 0,1 0 0 0 0,-1 0 0 0 0,0 1 1 0 0,0 0-1 0 0,1 0 0 0 0,-1 0 0 0 0,0 1 0 0 0,0-1 1 0 0,0 1-1 0 0,0 0 0 0 0,-1 1 0 0 0,1-1 0 0 0,0 1 1 0 0,-1 0-1 0 0,0 0 0 0 0,0 0 0 0 0,0 1 1 0 0,0-1-1 0 0,4 6 0 0 0,6 7 22 0 0,-1-1-1 0 0,0 2 1 0 0,-1 0 0 0 0,10 19 0 0 0,-17-27 11 0 0,-2-1 1 0 0,1 1 0 0 0,-1 0 0 0 0,-1 0-1 0 0,1 0 1 0 0,-2 0 0 0 0,1 0 0 0 0,-1 1-1 0 0,0 11 1 0 0,-2 0 33 0 0,0 0-1 0 0,-2 0 1 0 0,-5 22 0 0 0,4-26 3 0 0,-2-1 1 0 0,-13 28 0 0 0,-2 6 16 0 0,-6 21 128 0 0,14-39-66 0 0,1 1 1 0 0,-13 60 0 0 0,22-76-82 0 0,1 0 1 0 0,0 0-1 0 0,1 1 1 0 0,2-1 0 0 0,-1 0-1 0 0,5 21 1 0 0,-3-26-10 0 0,1 0 1 0 0,1-1-1 0 0,0 1 0 0 0,0 0 1 0 0,1-1-1 0 0,0 0 1 0 0,1 0-1 0 0,1-1 1 0 0,11 15-1 0 0,1-1 29 0 0,-3-5 84 0 0,18 28 0 0 0,-29-39-163 0 0,-1 0 0 0 0,0 1 0 0 0,0 0-1 0 0,-1-1 1 0 0,0 1 0 0 0,3 19-1 0 0,-3-5-93 0 0,-1 41 1 0 0,-2-58 14 0 0,-6 18-634 0 0,5-22 276 0 0,0-1 1 0 0,1 1-1 0 0,-1 0 1 0 0,0 0-1 0 0,1-1 0 0 0,-1 1 1 0 0,1 0-1 0 0,0 0 1 0 0,0 0-1 0 0,0 0 1 0 0,0-1-1 0 0,0 4 0 0 0,4 1-1191 0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43:14.12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68 31 512 0 0,'-38'-5'-79'0'0,"36"5"54"0"0,0-1 1 0 0,0 1-1 0 0,0-1 1 0 0,1 0-1 0 0,-1 0 1 0 0,0 1-1 0 0,0-1 1 0 0,1 0-1 0 0,-1-1 1 0 0,0 1-1 0 0,1 0 1 0 0,-1 0-1 0 0,1-1 1 0 0,0 1-1 0 0,-1 0 1 0 0,0-3-1 0 0,2 4 49 0 0,0 0 0 0 0,0 0 0 0 0,0 0 1 0 0,0 0-1 0 0,1 0 0 0 0,-1 0 0 0 0,0 0 0 0 0,0 0 0 0 0,0 0 0 0 0,1 0 0 0 0,-1 0 1 0 0,0 0-1 0 0,0 0 0 0 0,0 0 0 0 0,0 0 0 0 0,1 0 0 0 0,-1 0 0 0 0,0 0 1 0 0,0 0-1 0 0,0 0 0 0 0,0 0 0 0 0,1 0 0 0 0,-1 0 0 0 0,0-1 0 0 0,0 1 0 0 0,0 0 1 0 0,0 0-1 0 0,1 0 0 0 0,-1 0 0 0 0,0 0 0 0 0,0 0 0 0 0,0-1 0 0 0,0 1 1 0 0,0 0-1 0 0,0 0 0 0 0,0 0 0 0 0,0 0 0 0 0,1-1 0 0 0,-1 1 0 0 0,0 0 0 0 0,0 0 1 0 0,0 0-1 0 0,0 0 0 0 0,0-1 0 0 0,0 1 0 0 0,0 0 0 0 0,0 0 0 0 0,0 0 1 0 0,0-1-1 0 0,0 1 0 0 0,0 0 0 0 0,0 0 0 0 0,0 0 0 0 0,0 0 0 0 0,0-1 1 0 0,-1 1-1 0 0,1 0 0 0 0,15 10 572 0 0,8 27 393 0 0,-17-25-802 0 0,2 0 1 0 0,0-1-1 0 0,0 1 1 0 0,1-2-1 0 0,0 1 1 0 0,15 12-1 0 0,-3-5 5 0 0,0 0-1 0 0,-1 1 1 0 0,19 25-1 0 0,-30-32-70 0 0,0 0 0 0 0,-1 1 1 0 0,0 0-1 0 0,-1 0 0 0 0,0 0 0 0 0,-2 1 0 0 0,7 20 0 0 0,-8-18-46 0 0,-1 0 1 0 0,0 1-1 0 0,-1 0 1 0 0,-1-1-1 0 0,-1 1 1 0 0,0 0-1 0 0,-1 0 1 0 0,-1 0-1 0 0,0-1 0 0 0,-1 1 1 0 0,-1-1-1 0 0,-1 0 1 0 0,-12 29-1 0 0,-43 70 662 0 0,35-69-488 0 0,14-26-156 0 0,0 0-1 0 0,2 1 1 0 0,1 1 0 0 0,-8 30 0 0 0,14-47-74 0 0,1 1 0 0 0,0 0 1 0 0,1 0-1 0 0,-1 0 0 0 0,1-1 0 0 0,0 1 0 0 0,1 0 1 0 0,-1 0-1 0 0,1 0 0 0 0,3 9 0 0 0,-3-12-6 0 0,0 0 0 0 0,0-1-1 0 0,1 1 1 0 0,0 0-1 0 0,-1-1 1 0 0,1 1 0 0 0,0-1-1 0 0,0 1 1 0 0,0-1-1 0 0,1 0 1 0 0,-1 0 0 0 0,0 0-1 0 0,1 0 1 0 0,0 0-1 0 0,-1 0 1 0 0,1-1 0 0 0,0 0-1 0 0,0 1 1 0 0,0-1-1 0 0,5 1 1 0 0,48 13 23 0 0,-47-14 5 0 0,-1 1 0 0 0,1 0 0 0 0,0 0 0 0 0,-1 1-1 0 0,0 0 1 0 0,1 0 0 0 0,-1 1 0 0 0,-1 0 0 0 0,1 0 0 0 0,8 7 0 0 0,-11-7-26 0 0,-1 0 1 0 0,0 0-1 0 0,0 0 1 0 0,-1 0-1 0 0,1 1 1 0 0,-1-1-1 0 0,0 1 1 0 0,0 0-1 0 0,-1 0 1 0 0,1 0-1 0 0,-1 0 1 0 0,0 0-1 0 0,-1 1 1 0 0,1-1-1 0 0,-1 1 1 0 0,1 9-1 0 0,-1 6 39 0 0,-1 0 0 0 0,0 0 0 0 0,-2 0 0 0 0,-1 0 0 0 0,-8 34-1 0 0,-38 102 193 0 0,41-134-240 0 0,-79 199 529 0 0,82-208-493 0 0,-7 23 16 0 0,12-35-47 0 0,-1 1-1 0 0,1-1 1 0 0,0 1 0 0 0,-1-1 0 0 0,1 0 0 0 0,0 1-1 0 0,1-1 1 0 0,-1 1 0 0 0,0-1 0 0 0,1 0-1 0 0,-1 1 1 0 0,1-1 0 0 0,1 3 0 0 0,0-2-8 0 0,0 0 1 0 0,0 0 0 0 0,0 0-1 0 0,1 0 1 0 0,-1-1 0 0 0,1 1-1 0 0,0-1 1 0 0,0 1 0 0 0,0-1-1 0 0,0 0 1 0 0,4 2-1 0 0,43 18-54 0 0,-26-12 128 0 0,4 0-63 0 0,27 14 106 0 0,-52-23-88 0 0,0 1 1 0 0,0-1-1 0 0,-1 1 0 0 0,1 0 0 0 0,-1 0 0 0 0,1 0 0 0 0,-1 1 0 0 0,0-1 0 0 0,0 0 1 0 0,0 1-1 0 0,0 0 0 0 0,0-1 0 0 0,0 1 0 0 0,2 5 0 0 0,-4-5 16 0 0,1 0 1 0 0,-1 0-1 0 0,1 1 0 0 0,-1-1 0 0 0,0 0 1 0 0,-1 0-1 0 0,1 0 0 0 0,0 0 0 0 0,-1 0 1 0 0,0 0-1 0 0,0 0 0 0 0,0 0 1 0 0,-1 4-1 0 0,-22 40 485 0 0,17-34-486 0 0,-28 49 351 0 0,8-14-198 0 0,-25 58 1 0 0,47-93-252 0 0,0 1 1 0 0,1-1-1 0 0,0 1 0 0 0,1 0 0 0 0,0 0 0 0 0,1 0 0 0 0,1 18 0 0 0,1-27-151 0 0,0-1 0 0 0,0 1-1 0 0,1-1 1 0 0,0 0 0 0 0,0 1-1 0 0,0-1 1 0 0,0 0 0 0 0,1 0 0 0 0,-1 0-1 0 0,1 1 1 0 0,1-2 0 0 0,-1 1-1 0 0,0 0 1 0 0,1 0 0 0 0,0-1-1 0 0,-1 1 1 0 0,1-1 0 0 0,1 0-1 0 0,-1 0 1 0 0,0 0 0 0 0,1-1-1 0 0,0 1 1 0 0,-1-1 0 0 0,1 0-1 0 0,0 1 1 0 0,0-2 0 0 0,6 3-1 0 0,4 1-788 0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42:40.15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8 33 512 0 0,'0'-2'40'0'0,"0"0"0"0"0,1 0 0 0 0,0 0 0 0 0,-1 0 0 0 0,1 1 0 0 0,0-1 0 0 0,0 0 0 0 0,0 0 0 0 0,0 1 0 0 0,0-1 0 0 0,0 0 0 0 0,0 1 0 0 0,1-1 0 0 0,-1 1 1 0 0,1 0-1 0 0,1-2 0 0 0,-2 2 35 0 0,-1 1 1 0 0,1 0 0 0 0,-1 0 0 0 0,1 0 0 0 0,0-1 0 0 0,-1 1 0 0 0,1 0-1 0 0,-1 0 1 0 0,1 0 0 0 0,-1 0 0 0 0,1 0 0 0 0,-1 0 0 0 0,1 0 0 0 0,0 0 0 0 0,-1 0-1 0 0,1 0 1 0 0,-1 0 0 0 0,1 0 0 0 0,-1 1 0 0 0,1-1 0 0 0,0 0 0 0 0,0 1-1 0 0,0-1 53 0 0,0 1 1 0 0,0 0-1 0 0,0 0 0 0 0,0 0 0 0 0,0 0 0 0 0,0 0 0 0 0,-1 0 0 0 0,1 1 0 0 0,0-1 0 0 0,0 0 0 0 0,-1 0 0 0 0,1 0 0 0 0,0 2 0 0 0,12 36 478 0 0,-1 1-1 0 0,-3 0 1 0 0,-1 0-1 0 0,4 58 1 0 0,53 278 1550 0 0,-63-369-2157 0 0,2 10 67 0 0,-1 0 0 0 0,3 34 0 0 0,-9-48-64 0 0,-3-7-17 0 0,-9-11-49 0 0,13 12 33 0 0,-7-8 12 0 0,0-1 0 0 0,1 0-1 0 0,1 0 1 0 0,0-1-1 0 0,1 0 1 0 0,0 0 0 0 0,1-1-1 0 0,-4-14 1 0 0,-5-13 35 0 0,-3-3-3 0 0,2 0 1 0 0,2-2 0 0 0,2 0-1 0 0,3 0 1 0 0,1 0 0 0 0,2-1-1 0 0,2-67 1 0 0,3 107-6 0 0,1-1 0 0 0,-1 1 1 0 0,2 0-1 0 0,-1 0 0 0 0,1 0 0 0 0,0 1 0 0 0,0-1 0 0 0,5-8 0 0 0,-6 12-7 0 0,1 1-1 0 0,-1-1 0 0 0,1 1 1 0 0,0 0-1 0 0,0 0 1 0 0,0 0-1 0 0,0 0 0 0 0,0 0 1 0 0,1 0-1 0 0,-1 0 0 0 0,1 1 1 0 0,-1-1-1 0 0,1 1 0 0 0,-1-1 1 0 0,1 1-1 0 0,0 0 0 0 0,0 0 1 0 0,0 1-1 0 0,-1-1 0 0 0,1 0 1 0 0,0 1-1 0 0,4 0 0 0 0,15-1 105 0 0,0 2-1 0 0,1 0 0 0 0,-1 2 0 0 0,0 0 0 0 0,0 2 0 0 0,-1 0 0 0 0,29 11 0 0 0,-46-14-79 0 0,0 0 1 0 0,0 0 0 0 0,0 0 0 0 0,0 0 0 0 0,0 1-1 0 0,0 0 1 0 0,-1-1 0 0 0,1 1 0 0 0,-1 1-1 0 0,0-1 1 0 0,0 0 0 0 0,0 1 0 0 0,0-1-1 0 0,0 1 1 0 0,-1 0 0 0 0,2 5 0 0 0,-1-2 10 0 0,-1-1 0 0 0,1 1 1 0 0,-2 0-1 0 0,1 0 0 0 0,-1 0 0 0 0,0 0 1 0 0,-1 0-1 0 0,1 0 0 0 0,-2 12 1 0 0,-1-5 3 0 0,0 0 0 0 0,-1-1 1 0 0,0 0-1 0 0,-1 0 1 0 0,0 0-1 0 0,-1 0 1 0 0,-1 0-1 0 0,0-1 0 0 0,-1 0 1 0 0,-11 16-1 0 0,11-19-24 0 0,-1 0-1 0 0,0 0 0 0 0,0-1 1 0 0,0-1-1 0 0,-20 14 0 0 0,24-18-26 0 0,1-1 0 0 0,-1 0 0 0 0,0 0 0 0 0,0-1 0 0 0,0 1 0 0 0,0-1 0 0 0,0 0 0 0 0,-1 0 0 0 0,1 0 0 0 0,0 0-1 0 0,0-1 1 0 0,-1 0 0 0 0,1 0 0 0 0,0 0 0 0 0,-1 0 0 0 0,1-1 0 0 0,0 1 0 0 0,-1-1 0 0 0,-6-3 0 0 0,10 4-56 0 0,0 0-1 0 0,0 0 1 0 0,0-1 0 0 0,0 1 0 0 0,0-1-1 0 0,0 1 1 0 0,0-1 0 0 0,0 1 0 0 0,0-1-1 0 0,0 0 1 0 0,0 0 0 0 0,0 1-1 0 0,0-1 1 0 0,0 0 0 0 0,0 0 0 0 0,1 0-1 0 0,-1 0 1 0 0,0 0 0 0 0,1 0 0 0 0,-1 0-1 0 0,0 0 1 0 0,1 0 0 0 0,0 0 0 0 0,-1 0-1 0 0,1 0 1 0 0,0-1 0 0 0,-1 1 0 0 0,1 0-1 0 0,0 0 1 0 0,0 0 0 0 0,0 0-1 0 0,0-1 1 0 0,0 1 0 0 0,0 0 0 0 0,0 0-1 0 0,1 0 1 0 0,-1-1 0 0 0,0 1 0 0 0,1 0-1 0 0,-1 0 1 0 0,0 0 0 0 0,1 0 0 0 0,0 0-1 0 0,-1 0 1 0 0,1 0 0 0 0,0 0 0 0 0,-1 0-1 0 0,1 0 1 0 0,0 0 0 0 0,0 0-1 0 0,0 1 1 0 0,0-1 0 0 0,0 0 0 0 0,1 0-1 0 0,7-8-1356 0 0,-7-1-179 0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42:40.51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190 41 8 0 0,'0'-3'481'0'0,"0"-1"0"0"0,0 0 0 0 0,0 1 0 0 0,-1-1 0 0 0,1 0 0 0 0,-3-4 0 0 0,3 7-368 0 0,0 1 0 0 0,-1-1 0 0 0,1 0-1 0 0,0 1 1 0 0,-1-1 0 0 0,1 1 0 0 0,0-1 0 0 0,-1 1 0 0 0,1-1 0 0 0,-1 1 0 0 0,1-1 0 0 0,-1 1 0 0 0,1-1 0 0 0,-1 1 0 0 0,1 0 0 0 0,-1-1 0 0 0,0 1 0 0 0,1 0 0 0 0,-1-1-1 0 0,1 1 1 0 0,-1 0 0 0 0,0 0 0 0 0,1 0 0 0 0,-1-1 0 0 0,0 1 0 0 0,1 0 0 0 0,-1 0 0 0 0,0 0 0 0 0,1 0 0 0 0,-1 0 0 0 0,0 0 0 0 0,1 0 0 0 0,-1 1 0 0 0,0-1 0 0 0,1 0 0 0 0,-1 0-1 0 0,0 0 1 0 0,1 1 0 0 0,-1-1 0 0 0,1 0 0 0 0,-1 1 0 0 0,-1 0 0 0 0,-22 22 1626 0 0,14-15-1563 0 0,0 1 0 0 0,1 0 1 0 0,0 0-1 0 0,0 1 0 0 0,1 0 0 0 0,0 0 0 0 0,1 1 0 0 0,0 0 0 0 0,1 0 0 0 0,0 1 1 0 0,1 0-1 0 0,0 0 0 0 0,1 0 0 0 0,-6 26 0 0 0,2 9 188 0 0,2 0-1 0 0,-1 80 1 0 0,5-85-221 0 0,2-1 0 0 0,1 1 0 0 0,3-1 0 0 0,17 79 0 0 0,-20-115-137 0 0,1 0 1 0 0,-1-1 0 0 0,1 0-1 0 0,0 1 1 0 0,1-1 0 0 0,-1 0-1 0 0,1 0 1 0 0,0 0 0 0 0,0-1-1 0 0,0 1 1 0 0,0-1 0 0 0,6 6-1 0 0,-7-8-12 0 0,-1-1 0 0 0,1 1-1 0 0,-1 0 1 0 0,1 0 0 0 0,-1 0 0 0 0,1-1-1 0 0,0 1 1 0 0,0-1 0 0 0,-1 1 0 0 0,1-1-1 0 0,0 0 1 0 0,0 0 0 0 0,0 0 0 0 0,-1 0-1 0 0,1 0 1 0 0,0 0 0 0 0,0 0 0 0 0,-1-1-1 0 0,1 1 1 0 0,0 0 0 0 0,0-1 0 0 0,-1 0-1 0 0,1 1 1 0 0,0-1 0 0 0,-1 0 0 0 0,1 0-1 0 0,-1 0 1 0 0,1 0 0 0 0,-1 0 0 0 0,1 0-1 0 0,-1 0 1 0 0,0-1 0 0 0,0 1 0 0 0,0 0-1 0 0,2-3 1 0 0,6-8-631 0 0,0-1-1 0 0,-1 0 1 0 0,-1 0-1 0 0,0-1 1 0 0,0 0-1 0 0,7-26 1 0 0,-5 17-2314 0 0,13-28 0 0 0,-10 35 1917 0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42:40.96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7 8 0 0,'0'-1'28'0'0,"0"1"0"0"0,0 0 0 0 0,0 0 0 0 0,0 0 0 0 0,0-1 0 0 0,0 1 0 0 0,0 0 0 0 0,0 0 0 0 0,0-1 0 0 0,0 1 0 0 0,1 0 0 0 0,-1 0-1 0 0,0-1 1 0 0,0 1 0 0 0,0 0 0 0 0,0 0 0 0 0,0 0 0 0 0,0-1 0 0 0,1 1 0 0 0,-1 0 0 0 0,0 0 0 0 0,0 0 0 0 0,0 0 0 0 0,1 0 0 0 0,-1-1 0 0 0,0 1 0 0 0,0 0 0 0 0,0 0 0 0 0,1 0 0 0 0,-1 0 0 0 0,0 0 0 0 0,0 0 0 0 0,1 0 0 0 0,-1 0 0 0 0,0 0 0 0 0,0 0 0 0 0,1 0 0 0 0,-1 0-1 0 0,0 0 1 0 0,0 0 0 0 0,1 0 0 0 0,-1 0 0 0 0,1 0 107 0 0,-1 0 0 0 0,1 0 0 0 0,-1 1-1 0 0,0-1 1 0 0,1 0 0 0 0,-1 0 0 0 0,1 1-1 0 0,-1-1 1 0 0,0 0 0 0 0,1 1 0 0 0,-1-1-1 0 0,0 0 1 0 0,0 1 0 0 0,1-1 0 0 0,-1 0-1 0 0,0 1 1 0 0,0-1 0 0 0,1 1 0 0 0,-1-1 0 0 0,0 1-1 0 0,0-1 1 0 0,0 0 0 0 0,0 1 0 0 0,0-1-1 0 0,1 1 1 0 0,-1-1 0 0 0,0 1 0 0 0,0-1-1 0 0,-1 1 1 0 0,-2 41 1896 0 0,0 12-940 0 0,5 33-550 0 0,7 72 24 0 0,-5-121-361 0 0,-3-24-85 0 0,1 0 0 0 0,0 0 0 0 0,1-1 0 0 0,0 1 1 0 0,8 21-1 0 0,-3-17 15 0 0,-5-12-82 0 0,-1 0-1 0 0,1 0 1 0 0,0 0 0 0 0,0 0-1 0 0,1-1 1 0 0,5 7 0 0 0,-8-11-35 0 0,1 1 0 0 0,0-1 0 0 0,-1 1 0 0 0,1-1 0 0 0,0 0 0 0 0,0 0 0 0 0,0 0 0 0 0,0 0 0 0 0,0 0 0 0 0,0-1 0 0 0,0 1 0 0 0,0 0 0 0 0,0-1 0 0 0,0 0 0 0 0,1 1 0 0 0,-1-1 0 0 0,0 0 0 0 0,0 0 0 0 0,0 0 0 0 0,1-1 0 0 0,-1 1 0 0 0,0 0 0 0 0,3-2 0 0 0,-1 1-2 0 0,0-1 0 0 0,-1 1 0 0 0,1-1 0 0 0,0 0 0 0 0,-1-1 0 0 0,1 1 0 0 0,-1 0 0 0 0,1-1 0 0 0,-1 0 0 0 0,0 0 0 0 0,3-4 0 0 0,2-2-19 0 0,-1 0 0 0 0,11-19 0 0 0,-9 14 31 0 0,-2-2-1 0 0,0 1 1 0 0,0-1 0 0 0,-2 0 0 0 0,0 0 0 0 0,-1 0 0 0 0,3-20-1 0 0,-6 25-33 0 0,0 1-1 0 0,-1-1 0 0 0,0 0 0 0 0,0 0 1 0 0,-4-16-1 0 0,3 25 21 0 0,0-1 0 0 0,-1 1-1 0 0,1-1 1 0 0,-1 1 0 0 0,1-1 0 0 0,-1 1 0 0 0,0 0 0 0 0,-2-2-1 0 0,4 4-9 0 0,0-1 0 0 0,-1 1-1 0 0,1-1 1 0 0,0 1 0 0 0,-1 0-1 0 0,1-1 1 0 0,0 1 0 0 0,-1 0-1 0 0,1-1 1 0 0,-1 1 0 0 0,1 0-1 0 0,0 0 1 0 0,-1-1-1 0 0,1 1 1 0 0,-1 0 0 0 0,1 0-1 0 0,-1 0 1 0 0,1 0 0 0 0,-1-1-1 0 0,1 1 1 0 0,-1 0 0 0 0,1 0-1 0 0,-1 0 1 0 0,1 0 0 0 0,-1 0-1 0 0,1 0 1 0 0,-1 0 0 0 0,1 1-1 0 0,-1-1 1 0 0,1 0 0 0 0,-1 0-1 0 0,1 0 1 0 0,-1 0-1 0 0,1 1 1 0 0,-1-1 0 0 0,1 0-1 0 0,0 0 1 0 0,-1 1 0 0 0,1-1-1 0 0,-1 0 1 0 0,1 1 0 0 0,0-1-1 0 0,-1 1 1 0 0,1-1 0 0 0,0 0-1 0 0,-1 1 1 0 0,1-1 0 0 0,0 1-1 0 0,-1 0 1 0 0,-7 12 36 0 0,7-12-39 0 0,0 1 0 0 0,-1 0 0 0 0,1 0 0 0 0,0-1 0 0 0,0 1 0 0 0,0 0 0 0 0,1 0 0 0 0,-1 0 0 0 0,0 0 0 0 0,0 3 0 0 0,-4 30 138 0 0,0 61 1 0 0,4-49-72 0 0,2 69 282 0 0,0-105-360 0 0,0 1 0 0 0,1 0 0 0 0,0-1-1 0 0,1 1 1 0 0,1-1 0 0 0,0 0 0 0 0,9 19 0 0 0,-13-29-20 0 0,1 0 0 0 0,0 0 0 0 0,-1 0 0 0 0,1 0 0 0 0,0 0 1 0 0,0 0-1 0 0,0 0 0 0 0,-1 0 0 0 0,1 0 0 0 0,0-1 0 0 0,0 1 1 0 0,0 0-1 0 0,0-1 0 0 0,1 1 0 0 0,-1 0 0 0 0,0-1 0 0 0,0 0 1 0 0,0 1-1 0 0,0-1 0 0 0,0 0 0 0 0,1 1 0 0 0,-1-1 0 0 0,0 0 1 0 0,2 0-1 0 0,1 0-313 0 0,-1-1 0 0 0,1 1 0 0 0,-1-1 0 0 0,1 0-1 0 0,-1 0 1 0 0,0-1 0 0 0,4-1 0 0 0,6-4-1229 0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42:41.25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46 41 8 0 0,'-5'-18'941'0'0,"5"16"-469"0"0,0 0 0 0 0,-1 0 0 0 0,1 0 0 0 0,-1 1 0 0 0,1-1 0 0 0,-1 0-1 0 0,0 0 1 0 0,0 0 0 0 0,0 1 0 0 0,-2-4 0 0 0,1 9 112 0 0,1 1 1 0 0,-1-1-1 0 0,1 1 0 0 0,0-1 1 0 0,0 1-1 0 0,0 7 0 0 0,0-8-278 0 0,-3 37 519 0 0,1 79 1 0 0,3-84-558 0 0,-14 340 153 0 0,14-347-1745 0 0,0-29 1203 0 0,0-1-1 0 0,0 1 0 0 0,1 0 1 0 0,-1 0-1 0 0,0-1 0 0 0,0 1 1 0 0,0 0-1 0 0,1 0 0 0 0,-1-1 1 0 0,0 1-1 0 0,0 0 0 0 0,1 0 1 0 0,-1 0-1 0 0,0 0 1 0 0,0-1-1 0 0,1 1 0 0 0,-1 0 1 0 0,0 0-1 0 0,1 0 0 0 0,-1 0 1 0 0,0 0-1 0 0,0 0 0 0 0,1 0 1 0 0,-1 0-1 0 0,0 0 1 0 0,1 0-1 0 0,-1 0 0 0 0,0 0 1 0 0,1 0-1 0 0,-1 0 0 0 0,0 0 1 0 0,1 0-1 0 0,-1 0 0 0 0,0 0 1 0 0,0 0-1 0 0,1 0 0 0 0,-1 1 1 0 0,0-1-1 0 0,0 0 1 0 0,1 0-1 0 0,-1 0 0 0 0,0 0 1 0 0,0 1-1 0 0,1-1 0 0 0,-1 0 1 0 0,0 0-1 0 0,0 1 0 0 0,0-1 1 0 0,1 0-1 0 0,-1 0 1 0 0,0 1-1 0 0,0-1 0 0 0,0 0 1 0 0,0 0-1 0 0,0 1 0 0 0,0-1 1 0 0,1 0-1 0 0,-1 1 0 0 0,0-1 1 0 0,0 0-1 0 0,0 1 0 0 0,0-1 1 0 0,2-4-751 0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42:41.54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39 8 0 0,'3'-9'96'0'0,"4"-11"-174"0"0,-7 20 210 0 0,0-1 0 0 0,1 1 0 0 0,-1-1-1 0 0,0 0 1 0 0,0 1 0 0 0,1-1 0 0 0,-1 1-1 0 0,1-1 1 0 0,-1 1 0 0 0,1-1 0 0 0,-1 1-1 0 0,1-1 1 0 0,-1 1 0 0 0,1 0 0 0 0,-1-1 0 0 0,1 1-1 0 0,-1 0 1 0 0,1-1 0 0 0,-1 1 0 0 0,1 0-1 0 0,0 0 1 0 0,-1-1 0 0 0,2 1 0 0 0,-1 1 44 0 0,0-1 1 0 0,0 1-1 0 0,-1-1 1 0 0,1 1-1 0 0,0 0 1 0 0,-1 0-1 0 0,1-1 0 0 0,0 1 1 0 0,-1 0-1 0 0,1 0 1 0 0,-1 0-1 0 0,1-1 1 0 0,-1 1-1 0 0,1 0 1 0 0,-1 0-1 0 0,0 0 1 0 0,0 0-1 0 0,1 1 1 0 0,6 22 481 0 0,-6-21-454 0 0,2 14 207 0 0,0-1-1 0 0,0 25 0 0 0,1 0 12 0 0,1 8 141 0 0,-4-27-239 0 0,1 1-1 0 0,2-1 1 0 0,0 0 0 0 0,1 0 0 0 0,1 0 0 0 0,10 23 0 0 0,-14-42-282 0 0,0 1 0 0 0,0-1 0 0 0,0 0 1 0 0,1-1-1 0 0,-1 1 0 0 0,1 0 1 0 0,-1-1-1 0 0,1 1 0 0 0,0-1 0 0 0,0 0 1 0 0,0 0-1 0 0,1 0 0 0 0,-1 0 1 0 0,0-1-1 0 0,1 1 0 0 0,-1-1 0 0 0,1 0 1 0 0,6 1-1 0 0,4 1-23 0 0,1-1 0 0 0,0-1 0 0 0,19-1 0 0 0,-26 0-6 0 0,-5 0-49 0 0,0 0 1 0 0,0-1 0 0 0,0 1 0 0 0,0-1-1 0 0,-1 1 1 0 0,1-1 0 0 0,0 0-1 0 0,0 0 1 0 0,0-1 0 0 0,-1 1-1 0 0,1-1 1 0 0,0 1 0 0 0,-1-1-1 0 0,4-2 1 0 0,2-4-1051 0 0,-1 1-1 0 0,12-17 0 0 0,-3 5-2501 0 0,-5 7 2636 0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42:41.84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7 1 8 0 0,'-1'0'83'0'0,"0"1"0"0"0,1 0 0 0 0,-1-1 0 0 0,1 1 0 0 0,-1 0 0 0 0,1 0 1 0 0,-1 0-1 0 0,1 0 0 0 0,0 0 0 0 0,-1-1 0 0 0,1 1 0 0 0,0 0 0 0 0,0 0 0 0 0,0 0 0 0 0,0 0 0 0 0,-1 0 0 0 0,1 0 0 0 0,1 0 0 0 0,-1 0 0 0 0,0 0 1 0 0,0 0-1 0 0,0 0 0 0 0,0 0 0 0 0,1-1 0 0 0,-1 1 0 0 0,0 0 0 0 0,1 0 0 0 0,-1 0 0 0 0,0 0 0 0 0,1 0 0 0 0,0-1 0 0 0,-1 1 0 0 0,1 0 1 0 0,-1-1-1 0 0,2 2 0 0 0,3 4 848 0 0,0-2 1 0 0,1 1-1 0 0,10 7 0 0 0,-10-7-411 0 0,145 95 4015 0 0,-126-82-4051 0 0,-1 2 0 0 0,0 0 0 0 0,21 25 1 0 0,-38-37-394 0 0,0 1 1 0 0,-1-1-1 0 0,-1 1 0 0 0,1 0 1 0 0,-1 0-1 0 0,-1 1 1 0 0,0-1-1 0 0,0 1 1 0 0,-1 0-1 0 0,0 0 1 0 0,-1 1-1 0 0,3 20 1 0 0,-4-2-62 0 0,-1 0 0 0 0,-1 0 1 0 0,-1 0-1 0 0,-1 0 0 0 0,-2 0 1 0 0,-1 0-1 0 0,-2-1 1 0 0,-15 40-1 0 0,22-66-47 0 0,-69 149-1 0 0,60-134-321 0 0,0 0-1 0 0,-2-1 1 0 0,0-1 0 0 0,-1 1 0 0 0,0-2-1 0 0,-20 17 1 0 0,31-29 125 0 0,0-1-1 0 0,0 1 1 0 0,0-1 0 0 0,0 0-1 0 0,1 0 1 0 0,-2 0-1 0 0,1 0 1 0 0,0-1 0 0 0,0 1-1 0 0,0 0 1 0 0,0-1 0 0 0,0 1-1 0 0,-1-1 1 0 0,1 0-1 0 0,-2 0 1 0 0,-3 1-832 0 0,-5 1-84 0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42:45.27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38 60 512 0 0,'-36'45'132'0'0,"35"-46"40"0"0,1 1 1 0 0,0-1-1 0 0,0 0 0 0 0,-1 1 1 0 0,1-1-1 0 0,0 0 0 0 0,0 1 0 0 0,0-1 1 0 0,0 0-1 0 0,0 1 0 0 0,0-1 0 0 0,0 0 1 0 0,0 0-1 0 0,0 1 0 0 0,1-1 1 0 0,-1 0-1 0 0,0 1 0 0 0,0-1 0 0 0,0 0 1 0 0,1 1-1 0 0,-1-2 0 0 0,6-4 185 0 0,0 0 0 0 0,1 0 0 0 0,-1 1 0 0 0,1 0 0 0 0,0 0-1 0 0,0 1 1 0 0,1-1 0 0 0,-1 1 0 0 0,16-5 0 0 0,4 0 314 0 0,45-9 0 0 0,-53 15-560 0 0,0 1 1 0 0,0 1-1 0 0,0 1 1 0 0,0 0 0 0 0,26 5-1 0 0,-12-2 10 0 0,-23-3-137 0 0,-4 1 28 0 0,1-1 0 0 0,-1 1 0 0 0,0 0 1 0 0,12 3-1 0 0,-18-4-20 0 0,1 0 0 0 0,0 0 0 0 0,0 1 1 0 0,0-1-1 0 0,-1 0 0 0 0,1 1 0 0 0,0-1 0 0 0,-1 1 1 0 0,1-1-1 0 0,0 1 0 0 0,-1-1 0 0 0,1 1 0 0 0,-1-1 1 0 0,1 1-1 0 0,-1 0 0 0 0,1-1 0 0 0,-1 1 0 0 0,1 0 1 0 0,-1-1-1 0 0,1 1 0 0 0,-1 0 0 0 0,0 0 0 0 0,0-1 1 0 0,1 1-1 0 0,-1 0 0 0 0,0 0 0 0 0,0 0 0 0 0,0-1 1 0 0,0 1-1 0 0,0 0 0 0 0,0 0 0 0 0,0 0 0 0 0,0-1 1 0 0,0 1-1 0 0,0 0 0 0 0,0 0 0 0 0,-1 0 0 0 0,1-1 1 0 0,0 1-1 0 0,-1 0 0 0 0,1 0 0 0 0,0-1 0 0 0,-1 1 1 0 0,0 1-1 0 0,1-1-56 0 0,-1 0 1 0 0,0 0-1 0 0,0 0 1 0 0,0 0-1 0 0,0 0 1 0 0,0 0-1 0 0,0 0 1 0 0,-1 0-1 0 0,1 0 1 0 0,0 0-1 0 0,-2 0 1 0 0,-10 11-2731 0 0,-4 4-678 0 0,8-11 2119 0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42:45.53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14 1 8 0 0,'-2'2'175'0'0,"1"1"0"0"0,-1 0-1 0 0,1-1 1 0 0,-1 1 0 0 0,1 0 0 0 0,0 0 0 0 0,0 0 0 0 0,0 0-1 0 0,0 0 1 0 0,1 0 0 0 0,-1 1 0 0 0,1-1 0 0 0,0 0 0 0 0,0 0-1 0 0,0 0 1 0 0,0 0 0 0 0,1 1 0 0 0,-1-1 0 0 0,1 0-1 0 0,0 0 1 0 0,0 0 0 0 0,0 0 0 0 0,0 0 0 0 0,0 0 0 0 0,1-1-1 0 0,0 1 1 0 0,-1 0 0 0 0,1-1 0 0 0,0 1 0 0 0,0-1 0 0 0,4 5-1 0 0,0-2 203 0 0,-1 0 0 0 0,1-1 0 0 0,0 1 0 0 0,0-1-1 0 0,1 0 1 0 0,-1-1 0 0 0,1 0 0 0 0,0 0 0 0 0,0 0-1 0 0,0-1 1 0 0,0 0 0 0 0,12 2 0 0 0,-9-3-169 0 0,-1 0 1 0 0,1-1-1 0 0,-1 0 1 0 0,1 0-1 0 0,-1-1 0 0 0,0 0 1 0 0,16-5-1 0 0,-20 5-209 0 0,-1-1 1 0 0,1 0-1 0 0,-1 0 0 0 0,1 0 1 0 0,-1 0-1 0 0,0-1 0 0 0,0 0 0 0 0,0 0 1 0 0,-1 0-1 0 0,1 0 0 0 0,-1 0 1 0 0,1-1-1 0 0,-1 1 0 0 0,0-1 0 0 0,-1 0 1 0 0,5-8-1 0 0,-6 11-128 0 0,0-1 0 0 0,0 1 0 0 0,0-1 0 0 0,-1 1 0 0 0,1-1-1 0 0,0 0 1 0 0,-1 1 0 0 0,0-1 0 0 0,1 0 0 0 0,-1 0 0 0 0,0 1 0 0 0,0-1 0 0 0,0 0 0 0 0,0 0 0 0 0,0 1 0 0 0,0-1 0 0 0,-1 0-1 0 0,0-3 1 0 0,1 5 11 0 0,0-1 0 0 0,-1 1 0 0 0,1-1 0 0 0,0 0 0 0 0,0 1-1 0 0,0-1 1 0 0,0 0 0 0 0,0 1 0 0 0,0-1 0 0 0,0 0 0 0 0,0 1 0 0 0,0-1-1 0 0,0 0 1 0 0,0 1 0 0 0,0-1 0 0 0,0 0 0 0 0,0 1 0 0 0,1-1-1 0 0,-1 0 1 0 0,0 1 0 0 0,1-1 0 0 0,-1 0 0 0 0,0 1 0 0 0,1-1-1 0 0,-1 1 1 0 0,0-1 0 0 0,1 1 0 0 0,-1-1 0 0 0,1 1 0 0 0,-1-1-1 0 0,1 1 1 0 0,-1 0 0 0 0,1-1 0 0 0,0 1 0 0 0,7-3-737 0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42:46.05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179 117 8 0 0,'-31'-38'1842'0'0,"26"30"-1208"0"0,-1 0 0 0 0,0 0 1 0 0,-1 1-1 0 0,0 0 0 0 0,-8-6 1 0 0,14 12-572 0 0,-5-3 337 0 0,0-1 0 0 0,0 1 0 0 0,-12-5 0 0 0,17 8-367 0 0,0 1 1 0 0,0-1 0 0 0,0 1 0 0 0,0-1-1 0 0,0 1 1 0 0,0 0 0 0 0,-1-1 0 0 0,1 1-1 0 0,0 0 1 0 0,0 0 0 0 0,0 0-1 0 0,-1 0 1 0 0,1 0 0 0 0,0 0 0 0 0,0 0-1 0 0,0 0 1 0 0,-1 1 0 0 0,1-1-1 0 0,0 0 1 0 0,0 1 0 0 0,0-1 0 0 0,0 1-1 0 0,0-1 1 0 0,0 1 0 0 0,0-1-1 0 0,0 1 1 0 0,0 0 0 0 0,0 0 0 0 0,0-1-1 0 0,0 1 1 0 0,-1 1 0 0 0,-2 5 20 0 0,1-1 1 0 0,-1 1-1 0 0,1 0 0 0 0,0 0 1 0 0,1 0-1 0 0,0 0 1 0 0,0 1-1 0 0,0-1 0 0 0,1 1 1 0 0,0 9-1 0 0,0 14 105 0 0,3 37 0 0 0,0-27-79 0 0,16 193 433 0 0,-10-186-246 0 0,2 1-1 0 0,27 80 0 0 0,-35-123-228 0 0,0 0-1 0 0,1 1 0 0 0,0-1 0 0 0,0-1 1 0 0,0 1-1 0 0,1 0 0 0 0,0-1 0 0 0,0 0 1 0 0,1 0-1 0 0,-1 0 0 0 0,1 0 0 0 0,0-1 0 0 0,10 8 1 0 0,-14-12-27 0 0,0 1 0 0 0,1-1 0 0 0,-1 0 0 0 0,0 0 1 0 0,0 0-1 0 0,0 0 0 0 0,0 0 0 0 0,0 0 0 0 0,0 0 1 0 0,0-1-1 0 0,1 1 0 0 0,-1 0 0 0 0,0 0 0 0 0,0-1 1 0 0,0 1-1 0 0,0-1 0 0 0,0 1 0 0 0,0-1 0 0 0,0 1 1 0 0,0-1-1 0 0,0 0 0 0 0,-1 0 0 0 0,1 1 0 0 0,0-1 1 0 0,0 0-1 0 0,0 0 0 0 0,-1 0 0 0 0,1 0 0 0 0,-1 0 0 0 0,2-1 1 0 0,18-32 114 0 0,-13 18-96 0 0,-1 0-1 0 0,0 0 0 0 0,-1-1 1 0 0,-1 0-1 0 0,-1 0 1 0 0,0 0-1 0 0,-1 0 1 0 0,-1-33-1 0 0,-2 37-7 0 0,0 0 0 0 0,-1 0 0 0 0,0 0 0 0 0,-1 0 0 0 0,-1 1 0 0 0,0 0 0 0 0,-1-1 0 0 0,0 1 0 0 0,0 1 0 0 0,-2-1 0 0 0,1 1 0 0 0,-12-15 0 0 0,11 18-63 0 0,0 1 10 0 0,1-1 0 0 0,0 0 0 0 0,0 0 0 0 0,1-1 0 0 0,0 1 1 0 0,1-1-1 0 0,-5-12 0 0 0,9 21-6 0 0,-1 0 0 0 0,1 0 0 0 0,0-1 0 0 0,0 1 0 0 0,0 0 0 0 0,0 0 0 0 0,0 0 0 0 0,0 0 0 0 0,-1-1 0 0 0,1 1 0 0 0,0 0 0 0 0,0 0 1 0 0,0 0-1 0 0,0 0 0 0 0,0-1 0 0 0,0 1 0 0 0,0 0 0 0 0,0 0 0 0 0,0 0 0 0 0,0 0 0 0 0,0-1 0 0 0,0 1 0 0 0,0 0 0 0 0,0 0 0 0 0,0 0 0 0 0,0-1 0 0 0,0 1 0 0 0,0 0 0 0 0,0 0 0 0 0,0 0 0 0 0,0 0 0 0 0,0-1 0 0 0,1 1 1 0 0,-1 0-1 0 0,0 0 0 0 0,0 0 0 0 0,0 0 0 0 0,0-1 0 0 0,0 1 0 0 0,0 0 0 0 0,0 0 0 0 0,1 0 0 0 0,-1 0 0 0 0,0 0 0 0 0,0 0 0 0 0,0 0 0 0 0,0-1 0 0 0,1 1 0 0 0,-1 0 0 0 0,0 0 0 0 0,0 0 0 0 0,0 0 0 0 0,1 0 0 0 0,-1 0 1 0 0,0 0-1 0 0,0 0 0 0 0,0 0 0 0 0,0 0 0 0 0,1 0 0 0 0,-1 0 0 0 0,0 0 0 0 0,0 0 0 0 0,1 0 0 0 0,9 8-4318 0 0,-7-6 3569 0 0,3 3-1624 0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42:46.28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 1 8 0 0,'12'111'6351'0'0,"-12"-105"-6023"0"0,0-2-202 0 0,0 1 0 0 0,1 0-1 0 0,-2-1 1 0 0,1 1-1 0 0,0-1 1 0 0,-1 1 0 0 0,0-1-1 0 0,0 1 1 0 0,0-1 0 0 0,-1 1-1 0 0,0-1 1 0 0,-2 5-1 0 0,4-8-85 0 0,-2-16-530 0 0,2-19-2846 0 0,2 20 1651 0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42:46.59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3 8 0 0,'4'-3'15'0'0,"0"10"452"0"0,2 22 1200 0 0,0-5-106 0 0,-2-17-1094 0 0,0-1 0 0 0,1 0 0 0 0,0 1 0 0 0,0-2 0 0 0,1 1-1 0 0,-1-1 1 0 0,1 1 0 0 0,0-1 0 0 0,1-1 0 0 0,7 5 0 0 0,-7-6-140 0 0,0 1 0 0 0,1-1 1 0 0,-1 0-1 0 0,1-1 0 0 0,12 3 1 0 0,13 3 586 0 0,-8 0-465 0 0,-11-4-115 0 0,-1 1 0 0 0,1 0 0 0 0,-1 0 0 0 0,23 14 0 0 0,-32-16-285 0 0,-1-1 0 0 0,0 1-1 0 0,1 0 1 0 0,-1 0 0 0 0,0 0 0 0 0,0 1 0 0 0,-1-1-1 0 0,1 1 1 0 0,-1-1 0 0 0,1 1 0 0 0,-1 0-1 0 0,0 0 1 0 0,-1 0 0 0 0,1 0 0 0 0,-1 1-1 0 0,0-1 1 0 0,0 0 0 0 0,0 0 0 0 0,0 1-1 0 0,-1 5 1 0 0,0 6 8 0 0,-1 0 0 0 0,0 0-1 0 0,-2 0 1 0 0,0 0 0 0 0,-1 0 0 0 0,-6 16-1 0 0,0 5 26 0 0,9-35-85 0 0,0 1-1 0 0,0-1 1 0 0,0 0 0 0 0,0 1 0 0 0,0-1 0 0 0,0 0-1 0 0,-1 1 1 0 0,1-1 0 0 0,-1 0 0 0 0,1 0-1 0 0,-1 0 1 0 0,0-1 0 0 0,0 1 0 0 0,0 0-1 0 0,0-1 1 0 0,0 1 0 0 0,0-1 0 0 0,-1 0-1 0 0,1 1 1 0 0,0-1 0 0 0,-1 0 0 0 0,-4 1-1 0 0,6-2-42 0 0,-1 1 0 0 0,0-1-1 0 0,1 0 1 0 0,-1 0 0 0 0,0 0-1 0 0,1 0 1 0 0,-1 0-1 0 0,0-1 1 0 0,1 1 0 0 0,-1 0-1 0 0,0-1 1 0 0,1 1 0 0 0,-1-1-1 0 0,1 0 1 0 0,-1 1-1 0 0,1-1 1 0 0,-1 0 0 0 0,1 0-1 0 0,0 0 1 0 0,-1 0 0 0 0,1 0-1 0 0,0 0 1 0 0,0 0-1 0 0,0-1 1 0 0,0 1 0 0 0,0 0-1 0 0,0-1 1 0 0,0 1 0 0 0,0-1-1 0 0,0 1 1 0 0,1-1-1 0 0,-1 1 1 0 0,0-1 0 0 0,0-2-1 0 0,-22-97-9212 0 0,19 89 7263 0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42:46.76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0 208 8 0 0,'2'-5'169'0'0,"-1"0"1"0"0,1 0-1 0 0,0 0 0 0 0,1 0 0 0 0,-1 1 1 0 0,1-1-1 0 0,0 1 0 0 0,0-1 1 0 0,0 1-1 0 0,1 0 0 0 0,-1 1 1 0 0,1-1-1 0 0,0 0 0 0 0,0 1 0 0 0,0 0 1 0 0,1 0-1 0 0,-1 0 0 0 0,1 1 1 0 0,5-3-1 0 0,10-3 1215 0 0,0 1 0 0 0,0 1 1 0 0,33-6-1 0 0,3-1-608 0 0,-47 11-603 0 0,15-4-45 0 0,0-1 0 0 0,-1-2 1 0 0,0 0-1 0 0,39-22 0 0 0,-52 27-260 0 0,-9 4-57 0 0,0-1 1 0 0,0 1-1 0 0,0 0 1 0 0,0-1-1 0 0,0 1 1 0 0,0-1 0 0 0,0 1-1 0 0,0-1 1 0 0,0 0-1 0 0,0 1 1 0 0,0-1-1 0 0,1-1 1 0 0,-1-3-1478 0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42:47.46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29 0 512 0 0,'-2'1'25'0'0,"1"0"1"0"0,0-1-1 0 0,0 1 0 0 0,0 0 1 0 0,-1 0-1 0 0,1-1 0 0 0,0 1 1 0 0,0 0-1 0 0,0 0 0 0 0,0 0 1 0 0,0 0-1 0 0,0 1 0 0 0,1-1 1 0 0,-1 0-1 0 0,0 0 0 0 0,1 0 1 0 0,-1 1-1 0 0,0-1 0 0 0,1 0 1 0 0,0 1-1 0 0,-1 1 0 0 0,-8 34 606 0 0,9-12 582 0 0,6 39 0 0 0,0 12-202 0 0,-9 69 375 0 0,6 135 688 0 0,-3-258-1906 0 0,3 21-31 0 0,-3-41-137 0 0,0 0 1 0 0,0 0-1 0 0,1 0 1 0 0,-1 0-1 0 0,1 0 1 0 0,0-1-1 0 0,-1 1 1 0 0,1 0-1 0 0,0 0 1 0 0,0 0-1 0 0,0-1 1 0 0,0 1-1 0 0,0 0 1 0 0,1-1-1 0 0,1 3 1 0 0,-3-4-14 0 0,0 0-1 0 0,1 0 1 0 0,-1 0 0 0 0,0 1 0 0 0,1-1-1 0 0,-1 0 1 0 0,0 0 0 0 0,1 0 0 0 0,-1 0-1 0 0,0 0 1 0 0,1 0 0 0 0,-1 0 0 0 0,1 0-1 0 0,-1 0 1 0 0,0 0 0 0 0,1 0 0 0 0,-1 0-1 0 0,0 0 1 0 0,1 0 0 0 0,-1 0 0 0 0,0 0-1 0 0,1 0 1 0 0,-1 0 0 0 0,0 0 0 0 0,1-1-1 0 0,-1 1 1 0 0,0 0 0 0 0,1 0 0 0 0,-1 0-1 0 0,1-1 1 0 0,9-12-434 0 0,4-19-1010 0 0,-13 30 1147 0 0,7-18-1310 0 0,1-1-124 0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42:47.75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49 8 0 0,'0'-1'11'0'0,"0"-1"0"0"0,0 1 0 0 0,0-1 0 0 0,1 1 0 0 0,-1-1 0 0 0,0 1 0 0 0,1-1 1 0 0,-1 1-1 0 0,1 0 0 0 0,0-1 0 0 0,-1 1 0 0 0,1 0 0 0 0,0-1 0 0 0,0 1 0 0 0,0 0 0 0 0,0 0 0 0 0,0 0 0 0 0,0-1 0 0 0,1 0 0 0 0,1 0 165 0 0,0 0 0 0 0,0 1 0 0 0,0-1 0 0 0,0 0 0 0 0,1 1-1 0 0,-1 0 1 0 0,0 0 0 0 0,5-1 0 0 0,5 0 696 0 0,1 0-1 0 0,1 1 1 0 0,15 0 0 0 0,-25 1-734 0 0,2 0 8 0 0,0 0 1 0 0,-1 1-1 0 0,1-1 0 0 0,0 1 1 0 0,-1 1-1 0 0,1-1 0 0 0,-1 1 1 0 0,1 1-1 0 0,-1-1 0 0 0,0 1 0 0 0,10 5 1 0 0,-12-5-89 0 0,-1 0 1 0 0,0 0 0 0 0,1 0 0 0 0,-1 0-1 0 0,0 1 1 0 0,0-1 0 0 0,-1 1 0 0 0,1 0-1 0 0,-1-1 1 0 0,0 1 0 0 0,0 0-1 0 0,0 1 1 0 0,0-1 0 0 0,-1 0 0 0 0,1 0-1 0 0,-1 1 1 0 0,0-1 0 0 0,0 7-1 0 0,0 1 64 0 0,0 0 0 0 0,-1 0 0 0 0,0 0-1 0 0,-1-1 1 0 0,0 1 0 0 0,-1 0-1 0 0,0 0 1 0 0,-1-1 0 0 0,0 0-1 0 0,-1 1 1 0 0,-1-1 0 0 0,1-1-1 0 0,-2 1 1 0 0,1-1 0 0 0,-1 1 0 0 0,-1-2-1 0 0,0 1 1 0 0,-1-1 0 0 0,1 0-1 0 0,-2 0 1 0 0,1-1 0 0 0,-1 0-1 0 0,-14 9 1 0 0,15-11-123 0 0,-52 33 157 0 0,54-36-198 0 0,1 0-1 0 0,-1-1 1 0 0,0 1 0 0 0,0-1-1 0 0,0 0 1 0 0,0-1-1 0 0,-1 1 1 0 0,-12 0-1 0 0,19-2 29 0 0,0 0 1 0 0,0 0-1 0 0,0 0 0 0 0,0 0 0 0 0,0 0 0 0 0,0 0 0 0 0,0 0 0 0 0,-1 0 0 0 0,1 0 0 0 0,0 0 1 0 0,0 0-1 0 0,0 0 0 0 0,0 0 0 0 0,0 0 0 0 0,0 0 0 0 0,0 0 0 0 0,-1 0 0 0 0,1 0 0 0 0,0-1 1 0 0,0 1-1 0 0,0 0 0 0 0,0 0 0 0 0,0 0 0 0 0,0 0 0 0 0,0 0 0 0 0,0 0 0 0 0,0 0 0 0 0,-1 0 1 0 0,1 0-1 0 0,0 0 0 0 0,0-1 0 0 0,0 1 0 0 0,0 0 0 0 0,0 0 0 0 0,0 0 0 0 0,0 0 0 0 0,0 0 0 0 0,0 0 1 0 0,0-1-1 0 0,0 1 0 0 0,0 0 0 0 0,0 0 0 0 0,0 0 0 0 0,0 0 0 0 0,0 0 0 0 0,0 0 0 0 0,0 0 1 0 0,0-1-1 0 0,0 1 0 0 0,0 0 0 0 0,0 0 0 0 0,0 0 0 0 0,0 0 0 0 0,1 0 0 0 0,-1 0 0 0 0,7-10-938 0 0,11-8-1605 0 0,-7 9 1259 0 0,-1 2-38 0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42:47.99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66 24 8 0 0,'2'-5'12'0'0,"7"-12"31"0"0,-7 16 304 0 0,-3 11 449 0 0,-9 32 1054 0 0,-43 254 3668 0 0,39-59-3597 0 0,14-197-1629 0 0,1 1-1 0 0,3 0 1 0 0,15 70-1 0 0,-17-100-251 0 0,2 0 0 0 0,-1-1 0 0 0,1 1 0 0 0,1-1 0 0 0,0 0-1 0 0,0 0 1 0 0,12 16 0 0 0,-15-23-90 0 0,0-1 0 0 0,0 0 0 0 0,0 0-1 0 0,0 0 1 0 0,0 0 0 0 0,0 0 0 0 0,1 0 0 0 0,-1-1-1 0 0,1 1 1 0 0,-1-1 0 0 0,1 0 0 0 0,-1 0 0 0 0,1 0-1 0 0,0 0 1 0 0,0 0 0 0 0,0 0 0 0 0,-1-1 0 0 0,1 1 0 0 0,0-1-1 0 0,0 0 1 0 0,0 0 0 0 0,0 0 0 0 0,0 0 0 0 0,0 0-1 0 0,0-1 1 0 0,0 1 0 0 0,-1-1 0 0 0,1 0 0 0 0,0 0-1 0 0,0 0 1 0 0,-1 0 0 0 0,1 0 0 0 0,0-1 0 0 0,3-2 0 0 0,-3 2-514 0 0,1-1 0 0 0,0 0 0 0 0,-1 1 0 0 0,0-1 0 0 0,0-1 0 0 0,0 1 0 0 0,0 0 0 0 0,4-8 0 0 0,3-3-1751 0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42:49.10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7 1 8 0 0,'-3'21'2164'0'0,"1"0"1"0"0,1 30-1 0 0,47 331 2429 0 0,-44-367-4449 0 0,3 27-1 0 0,25 146 247 0 0,-26-175-279 0 0,-1-9-778 0 0,0-6-2340 0 0,-3-5 1480 0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42:49.83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20 28 8 0 0,'-11'-24'771'0'0,"10"21"2008"0"0,-1 13-467 0 0,2 1-1897 0 0,-6 100 1304 0 0,10 117-1 0 0,-1-183-1447 0 0,8 104 792 0 0,-8-128-830 0 0,1 1 1 0 0,1-1 0 0 0,1 0-1 0 0,15 34 1 0 0,-20-52-202 0 0,1 1-1 0 0,-1-1 1 0 0,1 0 0 0 0,0 0 0 0 0,0-1-1 0 0,0 1 1 0 0,0 0 0 0 0,1-1-1 0 0,-1 1 1 0 0,1-1 0 0 0,0 0 0 0 0,-1 0-1 0 0,1 0 1 0 0,0 0 0 0 0,0 0-1 0 0,5 2 1 0 0,-6-4-28 0 0,0 0 1 0 0,0 1-1 0 0,0-1 1 0 0,0 0-1 0 0,0 0 1 0 0,-1 0-1 0 0,1 0 0 0 0,0 0 1 0 0,0-1-1 0 0,0 1 1 0 0,0 0-1 0 0,0-1 1 0 0,0 0-1 0 0,0 1 0 0 0,-1-1 1 0 0,1 0-1 0 0,0 0 1 0 0,0 0-1 0 0,-1 0 0 0 0,1 0 1 0 0,-1 0-1 0 0,1-1 1 0 0,-1 1-1 0 0,1-1 1 0 0,-1 1-1 0 0,0-1 0 0 0,0 1 1 0 0,0-1-1 0 0,0 1 1 0 0,2-4-1 0 0,2-4 26 0 0,0-1 0 0 0,0 0-1 0 0,-1 0 1 0 0,0 0 0 0 0,-1 0 0 0 0,4-19-1 0 0,-3-1 26 0 0,1-33-1 0 0,-4 47-23 0 0,-3-183 19 0 0,-1 67 39 0 0,15 3-41 0 0,-11 125-50 0 0,0 0 1 0 0,0 0-1 0 0,1 0 1 0 0,-1 0-1 0 0,1 0 1 0 0,0 0-1 0 0,5-7 1 0 0,9 5-262 0 0,-15 5 116 0 0,1 5-1439 0 0,1 1 0 0 0,0 0 0 0 0,-1 0 0 0 0,0 0 0 0 0,2 10 0 0 0,-1-4 498 0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42:50.81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45 549 8 0 0,'-3'82'4751'0'0,"3"-89"-2588"0"0,0-21-207 0 0,0-26-697 0 0,0 40-906 0 0,1-55 1046 0 0,-13-98 0 0 0,3 89-1031 0 0,-4-28-12 0 0,10 71-255 0 0,3 28-56 0 0,-1-1 0 0 0,1 1 0 0 0,-4-13 1 0 0,3 15-55 0 0,3 5 28 0 0,7 7 132 0 0,-8-6-149 0 0,1 1 0 0 0,-1-1 0 0 0,1 0 0 0 0,-1 1 0 0 0,1-1 0 0 0,-1 0-1 0 0,1 0 1 0 0,0 0 0 0 0,0-1 0 0 0,0 1 0 0 0,-1 0 0 0 0,1-1 0 0 0,3 2 0 0 0,-5-2 11 0 0,1 0-22 0 0,-1-1 10 0 0,0 1 1 0 0,0 0-1 0 0,1 0 1 0 0,-1 0-1 0 0,0 0 0 0 0,0 0 1 0 0,0 0-1 0 0,0 0 1 0 0,1 0-1 0 0,-1-1 1 0 0,0 1-1 0 0,0 0 1 0 0,0 0-1 0 0,0 0 1 0 0,0 0-1 0 0,0 0 0 0 0,1-1 1 0 0,-1 1-1 0 0,0 0 1 0 0,0 0-1 0 0,0 0 1 0 0,0-1-1 0 0,0 1 1 0 0,0 0-1 0 0,0 0 1 0 0,0 0-1 0 0,0 0 0 0 0,0-1 1 0 0,0 1-1 0 0,0 0 1 0 0,0 0-1 0 0,0 0 1 0 0,0-1-1 0 0,0 1 1 0 0,0 0-1 0 0,0 0 1 0 0,0 0-1 0 0,0-1 0 0 0,0 1 1 0 0,0 0-1 0 0,-1 0 1 0 0,-3-14 14 0 0,1 3 1 0 0,3 11-18 0 0,0-1 0 0 0,0 1 0 0 0,0-1 0 0 0,0 1 0 0 0,0-1 0 0 0,0 1 0 0 0,0-1 0 0 0,0 1 0 0 0,0-1 0 0 0,0 1 0 0 0,0-1 0 0 0,0 1-1 0 0,0-1 1 0 0,0 1 0 0 0,0-1 0 0 0,0 1 0 0 0,0-1 0 0 0,-1 1 0 0 0,1-1 0 0 0,0 1 0 0 0,0-1 0 0 0,-1 1 0 0 0,1-1 0 0 0,0 1 0 0 0,-1 0 0 0 0,1-1-1 0 0,0 1 1 0 0,-1 0 0 0 0,1-1 0 0 0,-1 1 0 0 0,1 0 0 0 0,0-1 0 0 0,-1 1 0 0 0,1 0 0 0 0,-1 0 0 0 0,1 0 0 0 0,-2-1 0 0 0,1 2 5 0 0,1-1 0 0 0,-1 1 1 0 0,0 0-1 0 0,1-1 0 0 0,-1 1 0 0 0,1 0 1 0 0,-1-1-1 0 0,0 1 0 0 0,1 0 1 0 0,0 0-1 0 0,-1 0 0 0 0,1 0 1 0 0,-1-1-1 0 0,1 1 0 0 0,0 0 0 0 0,0 0 1 0 0,0 0-1 0 0,-1 0 0 0 0,1 0 1 0 0,0 0-1 0 0,0 0 0 0 0,0 0 1 0 0,0 0-1 0 0,1 1 0 0 0,1 124 75 0 0,-2 18 28 0 0,-2-61-168 0 0,-6 155 212 0 0,8-233-175 0 0,2 34 40 0 0,-2-36-21 0 0,1-1 1 0 0,-1 1-1 0 0,1 0 1 0 0,-1-1-1 0 0,1 1 1 0 0,0-1-1 0 0,0 0 1 0 0,0 1-1 0 0,0-1 1 0 0,0 0-1 0 0,0 1 1 0 0,3 1 0 0 0,-4-4 6 0 0,0 0 0 0 0,1 1 0 0 0,-1-1 0 0 0,1 0 1 0 0,-1 0-1 0 0,1 0 0 0 0,-1 0 0 0 0,1 0 0 0 0,-1 0 1 0 0,1 0-1 0 0,-1 0 0 0 0,0 0 0 0 0,1 0 0 0 0,-1 0 1 0 0,1 0-1 0 0,-1 0 0 0 0,1 0 0 0 0,-1 0 1 0 0,1 0-1 0 0,-1 0 0 0 0,1-1 0 0 0,-1 1 0 0 0,0 0 1 0 0,1 0-1 0 0,-1 0 0 0 0,1-1 0 0 0,-1 1 0 0 0,0 0 1 0 0,1-1-1 0 0,-1 1 0 0 0,0 0 0 0 0,1-1 0 0 0,-1 0 1 0 0,15-16-10 0 0,-10 12 100 0 0,-4 3-96 0 0,1 1 1 0 0,-1 0-1 0 0,1-1 1 0 0,-1 1-1 0 0,1 0 1 0 0,-1 0-1 0 0,1 0 0 0 0,0 0 1 0 0,0 0-1 0 0,0 0 1 0 0,0 1-1 0 0,0-1 1 0 0,-1 1-1 0 0,1-1 1 0 0,0 1-1 0 0,0 0 1 0 0,0-1-1 0 0,0 1 0 0 0,0 0 1 0 0,0 1-1 0 0,0-1 1 0 0,3 0-1 0 0,3 1 17 0 0,0 0 1 0 0,0 0-1 0 0,-1 1 0 0 0,13 4 0 0 0,20 3 65 0 0,-22-6-182 0 0,-13-2 115 0 0,0 0 1 0 0,0 0 0 0 0,1-1-1 0 0,-1 0 1 0 0,0 0 0 0 0,0 0 0 0 0,6-1-1 0 0,18-7-40 0 0,-25 6-157 0 0,0 0 1 0 0,0 0-1 0 0,0 0 0 0 0,0 0 0 0 0,0-1 0 0 0,-1 1 1 0 0,1-1-1 0 0,-1 0 0 0 0,0 0 0 0 0,4-4 0 0 0,0-1-2399 0 0,-3 4 484 0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42:51.29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115 18 8 0 0,'-1'0'93'0'0,"1"0"-1"0"0,0 0 1 0 0,-1 0 0 0 0,1 0-1 0 0,0 0 1 0 0,0 0-1 0 0,-1 0 1 0 0,1 0 0 0 0,0 0-1 0 0,-1 0 1 0 0,1 0 0 0 0,0 0-1 0 0,0-1 1 0 0,-1 1-1 0 0,1 0 1 0 0,0 0 0 0 0,0 0-1 0 0,-1 0 1 0 0,1-1 0 0 0,0 1-1 0 0,0 0 1 0 0,0 0-1 0 0,-1-1 1 0 0,1 1 0 0 0,0 0-1 0 0,0 0 1 0 0,0-1 0 0 0,0 1-1 0 0,0 0 1 0 0,0 0-1 0 0,-1-1 1 0 0,1 1 0 0 0,0 0-1 0 0,0 0 1 0 0,0-1 0 0 0,0 1-1 0 0,0 0 1 0 0,0-1-1 0 0,0 1 1 0 0,0 0 0 0 0,0-1-1 0 0,0 1 1 0 0,0 0 0 0 0,0 0-1 0 0,1-1 1 0 0,-1 1-1 0 0,0 0 1 0 0,0 0 0 0 0,0-1-1 0 0,0 1 1 0 0,0 0 0 0 0,1 0-1 0 0,-1-1 1 0 0,0 1-1 0 0,0 0 1 0 0,1-1 0 0 0,-1 1 10 0 0,0-1 0 0 0,1 1 1 0 0,-1-1-1 0 0,1 1 0 0 0,-1 0 1 0 0,1-1-1 0 0,0 1 0 0 0,-1 0 1 0 0,1-1-1 0 0,-1 1 0 0 0,1 0 1 0 0,0-1-1 0 0,-1 1 0 0 0,1 0 0 0 0,-1 0 1 0 0,1 0-1 0 0,0 0 0 0 0,-1 0 1 0 0,1 0-1 0 0,0 0 0 0 0,-1 0 1 0 0,1 0-1 0 0,0 0 0 0 0,-1 0 1 0 0,1 0-1 0 0,0 0 0 0 0,-1 0 1 0 0,1 1-1 0 0,0-1 0 0 0,-1 0 1 0 0,1 1-1 0 0,-1-1 0 0 0,1 0 1 0 0,-1 1-1 0 0,2 0 0 0 0,4 3 183 0 0,-1 2 1 0 0,1-1-1 0 0,-1 1 0 0 0,0 0 0 0 0,0 0 0 0 0,0 0 1 0 0,-1 1-1 0 0,0-1 0 0 0,-1 1 0 0 0,5 9 0 0 0,1 7 331 0 0,12 47 1 0 0,-11-24-224 0 0,-3 0 1 0 0,-1 1-1 0 0,-3 1 1 0 0,-2-1 0 0 0,-1 0-1 0 0,-3 0 1 0 0,-2 0 0 0 0,-2 0-1 0 0,-2 0 1 0 0,-18 54-1 0 0,21-81-344 0 0,0-1 0 0 0,-2 0 0 0 0,0 0-1 0 0,-1 0 1 0 0,-1-1 0 0 0,-1-1 0 0 0,-1 1-1 0 0,0-2 1 0 0,-1 0 0 0 0,0 0 0 0 0,-2-1 0 0 0,-30 24-1 0 0,44-38-63 0 0,0 0 0 0 0,0 0 0 0 0,0-1 0 0 0,0 1 0 0 0,0-1 0 0 0,0 1 0 0 0,0-1 0 0 0,0 1 0 0 0,0-1 0 0 0,0 0 0 0 0,0 1 0 0 0,0-1 0 0 0,0 0 0 0 0,0 0 0 0 0,0 0 0 0 0,0 0 0 0 0,0 0 0 0 0,0 0 0 0 0,-2 0 0 0 0,3-1-35 0 0,-1 1 0 0 0,1 0 1 0 0,0-1-1 0 0,0 1 0 0 0,-1-1 0 0 0,1 1 0 0 0,0-1 1 0 0,0 1-1 0 0,-1-1 0 0 0,1 1 0 0 0,0-1 1 0 0,0 1-1 0 0,0-1 0 0 0,0 1 0 0 0,0-1 0 0 0,0 1 1 0 0,0-1-1 0 0,0 1 0 0 0,0-1 0 0 0,0 1 0 0 0,0-1 1 0 0,0 1-1 0 0,0-1 0 0 0,0 0 0 0 0,0 1 0 0 0,1-1 1 0 0,-1 1-1 0 0,0 0 0 0 0,0-1 0 0 0,0 1 0 0 0,1-1 1 0 0,-1 1-1 0 0,0-1 0 0 0,1 1 0 0 0,-1 0 1 0 0,1-1-1 0 0,-1 1 0 0 0,1-1 0 0 0,48-71-9240 0 0,-38 58 7857 0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42:51.61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68 8 0 0,'8'0'5408'0'0,"13"0"-2274"0"0,2-1-2175 0 0,-1-2 0 0 0,0-1 0 0 0,-1-1 0 0 0,1-1 0 0 0,38-15 0 0 0,13-4-373 0 0,-72 25-590 0 0,0-1 0 0 0,0 1 1 0 0,0 0-1 0 0,0-1 0 0 0,0 1 1 0 0,0 0-1 0 0,0 0 0 0 0,0 0 0 0 0,1 0 1 0 0,-1 0-1 0 0,0 0 0 0 0,0 0 1 0 0,0 0-1 0 0,0 0 0 0 0,0 0 0 0 0,0 0 1 0 0,0 1-1 0 0,0-1 0 0 0,0 0 1 0 0,0 1-1 0 0,0-1 0 0 0,0 1 0 0 0,0-1 1 0 0,0 1-1 0 0,0 0 0 0 0,0-1 1 0 0,1 2-1 0 0,-1 0-19 0 0,-1 0-1 0 0,1 0 1 0 0,-1-1-1 0 0,1 1 1 0 0,-1 0 0 0 0,0 0-1 0 0,1 0 1 0 0,-1 0-1 0 0,0 0 1 0 0,0 0 0 0 0,0-1-1 0 0,0 1 1 0 0,-1 0 0 0 0,1 0-1 0 0,-1 0 1 0 0,0 2-1 0 0,-2 3-664 0 0,0-1 0 0 0,0 1 0 0 0,-1-1 0 0 0,0 0 0 0 0,-1 0 0 0 0,1 0-1 0 0,-1 0 1 0 0,0-1 0 0 0,0 0 0 0 0,-1 0 0 0 0,-8 7 0 0 0,-1 1-1471 0 0,3-2 1228 0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42:51.82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16 1 8 0 0,'-3'3'13'0'0,"1"1"0"0"0,0 0 0 0 0,0 0 0 0 0,1 1 0 0 0,-1-1 0 0 0,-1 8 0 0 0,3-11 147 0 0,0 0 0 0 0,-1 0-1 0 0,1 0 1 0 0,0 0 0 0 0,0 0-1 0 0,0 0 1 0 0,0 0 0 0 0,1 0-1 0 0,-1-1 1 0 0,0 1 0 0 0,0 0-1 0 0,1 0 1 0 0,-1 0 0 0 0,0 0-1 0 0,1 0 1 0 0,-1 0 0 0 0,1 0-1 0 0,-1-1 1 0 0,1 1 0 0 0,-1 0-1 0 0,1 0 1 0 0,0-1 0 0 0,-1 1-1 0 0,1 0 1 0 0,0-1 0 0 0,0 1-1 0 0,-1-1 1 0 0,1 1 0 0 0,0-1-1 0 0,0 1 1 0 0,0-1 0 0 0,0 0-1 0 0,0 1 1 0 0,-1-1 0 0 0,1 0-1 0 0,0 0 1 0 0,2 1 0 0 0,12 1 805 0 0,0 0 1 0 0,1 0-1 0 0,-1-2 1 0 0,1 0 0 0 0,24-3-1 0 0,75-22-17 0 0,-94 20-844 0 0,-21 5-149 0 0,1 0 0 0 0,0 0 0 0 0,-1 0-1 0 0,1 0 1 0 0,0 0 0 0 0,-1 0 0 0 0,1 0 0 0 0,0 0 0 0 0,-1 0 0 0 0,1 1-1 0 0,-1-1 1 0 0,1 0 0 0 0,0 0 0 0 0,-1 1 0 0 0,1-1 0 0 0,-1 0-1 0 0,1 1 1 0 0,0-1 0 0 0,-1 1-62 0 0,1-1 0 0 0,-1 0 0 0 0,1 1 1 0 0,-1-1-1 0 0,0 0 0 0 0,1 0 0 0 0,-1 1 0 0 0,1-1 0 0 0,-1 0 0 0 0,0 0 0 0 0,1 0 1 0 0,-1 0-1 0 0,1 0 0 0 0,-1 0 0 0 0,1 0 0 0 0,-1 1 0 0 0,1-1 0 0 0,-1 0 0 0 0,0-1 1 0 0,1 1-1 0 0,-1 0 0 0 0,1 0 0 0 0,-1 0 0 0 0,1 0 0 0 0,-1 0 0 0 0,1 0 0 0 0,-1 0 1 0 0,0-1-1 0 0,1 1 0 0 0,-1 0 0 0 0,1 0 0 0 0,0-1 0 0 0,22-20-4242 0 0,-15 14 3160 0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42:52.19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95 56 8 0 0,'2'-6'-22'0'0,"2"-24"1208"0"0,-7 14 2580 0 0,2 15-3675 0 0,1 1 0 0 0,-1 0 0 0 0,1-1 0 0 0,-1 1 0 0 0,1 0-1 0 0,0 0 1 0 0,-1-1 0 0 0,1 1 0 0 0,-1 0 0 0 0,1 0 0 0 0,-1 0-1 0 0,1-1 1 0 0,-1 1 0 0 0,0 0 0 0 0,1 0 0 0 0,-1 0-1 0 0,1 0 1 0 0,-1 0 0 0 0,1 0 0 0 0,-1 0 0 0 0,1 0 0 0 0,-1 0-1 0 0,1 0 1 0 0,-1 0 0 0 0,1 1 0 0 0,-1-1 0 0 0,1 0 0 0 0,-1 0-1 0 0,1 1 1 0 0,-1-1 0 0 0,1 0 0 0 0,-1 0 0 0 0,1 1 0 0 0,-1-1-1 0 0,1 0 1 0 0,0 1 0 0 0,-1-1 0 0 0,1 1 0 0 0,0-1 0 0 0,-1 0-1 0 0,1 1 1 0 0,0-1 0 0 0,-1 1 0 0 0,-15 20 1068 0 0,7-4-902 0 0,1 0 0 0 0,1 0 0 0 0,0 1 0 0 0,1 0-1 0 0,1 0 1 0 0,1 1 0 0 0,-3 30 0 0 0,0 136 473 0 0,7-147-525 0 0,0-13-100 0 0,1 1 1 0 0,2 0-1 0 0,0-1 0 0 0,9 33 1 0 0,-9-48-63 0 0,0 0 0 0 0,1-1 0 0 0,0 0-1 0 0,1 0 1 0 0,0 0 0 0 0,6 9 0 0 0,-8-14-32 0 0,1 1 0 0 0,0-1-1 0 0,0 0 1 0 0,0 0 0 0 0,1 0 0 0 0,-1-1 0 0 0,1 1-1 0 0,0-1 1 0 0,0 0 0 0 0,0 0 0 0 0,8 2-1 0 0,-8-3 9 0 0,0 0-1 0 0,0-1 0 0 0,-1 0 0 0 0,1 0 1 0 0,0-1-1 0 0,0 1 0 0 0,0-1 1 0 0,0 0-1 0 0,0 0 0 0 0,0-1 0 0 0,0 0 1 0 0,0 0-1 0 0,8-2 0 0 0,-6 0 14 0 0,0 0-1 0 0,-1 0 0 0 0,1 0 0 0 0,-1-1 1 0 0,0 0-1 0 0,0-1 0 0 0,0 1 0 0 0,7-9 1 0 0,-2 1 27 0 0,0-1 1 0 0,-1 0 0 0 0,-1-1-1 0 0,0 0 1 0 0,-1-1 0 0 0,0 0 0 0 0,7-21-1 0 0,-10 22-5 0 0,-1 1-1 0 0,-1-1 1 0 0,0 0 0 0 0,0-1-1 0 0,-2 1 1 0 0,0 0 0 0 0,0-1-1 0 0,-2 1 1 0 0,-1-15 0 0 0,0 18-32 0 0,0 0 0 0 0,0 0 1 0 0,-1 0-1 0 0,-1 0 1 0 0,0 0-1 0 0,-1 0 1 0 0,1 1-1 0 0,-2 0 0 0 0,0 0 1 0 0,0 0-1 0 0,-14-15 1 0 0,-44-54-1096 0 0,62 71-310 0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42:52.42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27 1 352 0 0,'1'11'769'0'0,"1"-1"0"0"0,-2 1 0 0 0,1 0 0 0 0,-2 0 1 0 0,1 0-1 0 0,-1 0 0 0 0,-1 0 0 0 0,0-1 0 0 0,-1 1 0 0 0,1-1 0 0 0,-2 1 0 0 0,-5 11 0 0 0,9-22-772 0 0,0 0 0 0 0,0 0 1 0 0,0 0-1 0 0,0 0 0 0 0,0 0 0 0 0,0 0 0 0 0,0 0 0 0 0,0-1 0 0 0,0 1 0 0 0,0 0 0 0 0,0 0 1 0 0,0 0-1 0 0,0 0 0 0 0,0 0 0 0 0,0 0 0 0 0,0 0 0 0 0,0 0 0 0 0,0 0 0 0 0,0 0 1 0 0,0 0-1 0 0,0 0 0 0 0,0 0 0 0 0,0 0 0 0 0,0-1 0 0 0,0 1 0 0 0,0 0 0 0 0,0 0 0 0 0,0 0 1 0 0,-1 0-1 0 0,1 0 0 0 0,0 0 0 0 0,0 0 0 0 0,0 0 0 0 0,0 0 0 0 0,0 0 0 0 0,0 0 1 0 0,0 0-1 0 0,0 0 0 0 0,0 0 0 0 0,0 0 0 0 0,0 0 0 0 0,0 0 0 0 0,0 0 0 0 0,0 0 0 0 0,-1 0 1 0 0,1 0-1 0 0,0 0 0 0 0,0 0 0 0 0,0 0 0 0 0,0 0 0 0 0,0 0 0 0 0,0 0 0 0 0,0 0 0 0 0,0 0 1 0 0,0 0-1 0 0,0 0 0 0 0,0 0 0 0 0,0 0 0 0 0,0 0 0 0 0,0 0 0 0 0,0 0 0 0 0,-1 0 1 0 0,1 0-1 0 0,0 0 0 0 0,0 0 0 0 0,0 1 0 0 0,0-1 0 0 0,-2-11-1160 0 0,0-13-1689 0 0,4 10 1530 0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42:52.72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0 8 0 0,'-1'15'1273'0'0,"2"0"0"0"0,0 0 0 0 0,0 0 0 0 0,2 0 1 0 0,4 17-1 0 0,-6-27-1049 0 0,1-1 0 0 0,0 0 0 0 0,0 0 0 0 0,0 0 0 0 0,0 0 0 0 0,0 0 1 0 0,1 0-1 0 0,0-1 0 0 0,0 1 0 0 0,0-1 0 0 0,0 0 0 0 0,0 0 0 0 0,1 0 0 0 0,-1 0 1 0 0,1 0-1 0 0,0-1 0 0 0,0 0 0 0 0,0 1 0 0 0,0-1 0 0 0,0-1 0 0 0,7 3 0 0 0,22 5 741 0 0,61 20 1092 0 0,-82-24-1740 0 0,1 0-1 0 0,-1 1 1 0 0,0 1-1 0 0,0 0 1 0 0,11 9-1 0 0,-21-14-257 0 0,0-1 0 0 0,-1 1 0 0 0,1-1-1 0 0,-1 1 1 0 0,1-1 0 0 0,-1 1 0 0 0,0 0 0 0 0,0 0-1 0 0,0 0 1 0 0,0 0 0 0 0,0 0 0 0 0,0 0-1 0 0,0 0 1 0 0,0 0 0 0 0,-1 0 0 0 0,0 0-1 0 0,1 0 1 0 0,-1 3 0 0 0,0-1-10 0 0,0 0 0 0 0,0 0 0 0 0,-1 0 0 0 0,0 0 0 0 0,0 0 0 0 0,0 0 0 0 0,0 0 0 0 0,-1 0 0 0 0,-1 4 0 0 0,-5 6-14 0 0,-1 0 0 0 0,0 0 0 0 0,-19 21 0 0 0,28-35-35 0 0,-4 6-47 0 0,0-1 0 0 0,0 0-1 0 0,-1-1 1 0 0,1 1-1 0 0,-1-1 1 0 0,0 0 0 0 0,0 0-1 0 0,-1-1 1 0 0,1 1-1 0 0,-1-1 1 0 0,0-1 0 0 0,0 1-1 0 0,0-1 1 0 0,0 0-1 0 0,0 0 1 0 0,-1 0 0 0 0,1-1-1 0 0,0 0 1 0 0,-1-1-1 0 0,1 1 1 0 0,-7-1 0 0 0,10-1-114 0 0,1 0 1 0 0,0 0 0 0 0,0 0-1 0 0,0 0 1 0 0,0 0 0 0 0,0-1 0 0 0,0 1-1 0 0,0-1 1 0 0,0 1 0 0 0,0-1-1 0 0,0 1 1 0 0,1-1 0 0 0,-1 0 0 0 0,1 0-1 0 0,0 0 1 0 0,-2-3 0 0 0,-19-37-3566 0 0,21 39 3351 0 0,-17-47-6032 0 0,11 31 3790 0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42:52.91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1 301 8 0 0,'18'1'1276'0'0,"1"-2"1"0"0,-1 0-1 0 0,0-1 1 0 0,1-1-1 0 0,-1 0 1 0 0,0-2-1 0 0,22-7 1 0 0,-5-2-575 0 0,0-1 0 0 0,0-2 0 0 0,-2-1 0 0 0,0-1 1 0 0,-1-2-1 0 0,42-36 0 0 0,-72 55-724 0 0,42-44 297 0 0,-41 42-424 0 0,0 1 1 0 0,-1 0-1 0 0,0-1 0 0 0,1 1 0 0 0,-1-1 1 0 0,-1 0-1 0 0,1 0 0 0 0,0 0 1 0 0,-1 0-1 0 0,0 0 0 0 0,0 0 1 0 0,1-7-1 0 0,-3 4-2065 0 0,-3 4-297 0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44:33.63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68 667 8 0 0,'-7'27'-14'0'0,"7"-24"111"0"0,0 0 1 0 0,-1 0 0 0 0,1 0-1 0 0,-1 0 1 0 0,0 0 0 0 0,0-1 0 0 0,0 1-1 0 0,0 0 1 0 0,-2 2 0 0 0,-2 4 1063 0 0,8-11 315 0 0,-3 1-1445 0 0,0 1 0 0 0,0 0-1 0 0,1 0 1 0 0,-1 0 0 0 0,0-1-1 0 0,0 1 1 0 0,0 0-1 0 0,0 0 1 0 0,0 0 0 0 0,1-1-1 0 0,-1 1 1 0 0,0 0-1 0 0,0 0 1 0 0,0-1 0 0 0,0 1-1 0 0,0 0 1 0 0,0 0-1 0 0,0-1 1 0 0,0 1 0 0 0,0 0-1 0 0,0 0 1 0 0,0-1 0 0 0,0 1-1 0 0,0 0 1 0 0,0 0-1 0 0,0-1 1 0 0,0 1 0 0 0,0 0-1 0 0,-1 0 1 0 0,1-1-1 0 0,0 1 1 0 0,0 0 0 0 0,0 0-1 0 0,0-1 1 0 0,0 1 0 0 0,0 0-1 0 0,-1 0 1 0 0,1 0-1 0 0,0 0 1 0 0,0-1 0 0 0,0 1-1 0 0,-1 0 1 0 0,1 0-1 0 0,0 0 1 0 0,0 0 0 0 0,-1 0-1 0 0,1 0 1 0 0,0-1-1 0 0,0 1 1 0 0,-1 0 0 0 0,1 0-1 0 0,0 0 1 0 0,0 0 0 0 0,-1 0-1 0 0,1 0 1 0 0,0 0-1 0 0,0 0 1 0 0,-1 0 0 0 0,1 0-1 0 0,0 0 1 0 0,0 0 72 0 0,0 0 0 0 0,1-1 0 0 0,-1 1 1 0 0,0-1-1 0 0,1 1 0 0 0,-1-1 0 0 0,0 1 0 0 0,0-1 0 0 0,1 1 1 0 0,-1-1-1 0 0,0 1 0 0 0,0-1 0 0 0,0 1 0 0 0,0-1 1 0 0,1 1-1 0 0,-1-1 0 0 0,0 1 0 0 0,0-1 0 0 0,0 1 0 0 0,0-1 1 0 0,0 0-1 0 0,0 1 0 0 0,-1-1 0 0 0,1 1 0 0 0,0-1 1 0 0,0 1-1 0 0,0-1 0 0 0,-1 0 0 0 0,-5-26 366 0 0,4 20-133 0 0,-1-12 33 0 0,0 0 0 0 0,1-22 0 0 0,-4-24 272 0 0,-6-53-157 0 0,6 82-302 0 0,3-1-1 0 0,1 0 0 0 0,2-37 1 0 0,1 27 74 0 0,-1 31-147 0 0,1 13-64 0 0,-1 0-1 0 0,0-1 1 0 0,0 1-1 0 0,0 0 1 0 0,0 0-1 0 0,-1 0 1 0 0,-1-6-1 0 0,2 9-39 0 0,0-1 1 0 0,0 1-1 0 0,0-1 0 0 0,0 1 0 0 0,-1 0 1 0 0,1-1-1 0 0,0 1 0 0 0,0-1 0 0 0,0 1 1 0 0,0-1-1 0 0,0 1 0 0 0,0-1 0 0 0,1 1 1 0 0,-1 0-1 0 0,0-1 0 0 0,0 1 0 0 0,0-1 1 0 0,0 1-1 0 0,0 0 0 0 0,1-1 0 0 0,-1 1 1 0 0,0-1-1 0 0,0 1 0 0 0,1 0 0 0 0,-1-1 1 0 0,0 1-1 0 0,1 0 0 0 0,-1-1 0 0 0,0 1 1 0 0,1 0-1 0 0,-1 0 0 0 0,0-1 0 0 0,1 1 1 0 0,-1 0-1 0 0,1 0 0 0 0,-1 0 0 0 0,0 0 1 0 0,1-1-1 0 0,-1 1 0 0 0,1 0 0 0 0,-1 0 1 0 0,1 0-1 0 0,-1 0 0 0 0,1 0 0 0 0,-1 0 1 0 0,1 0-1 0 0,-1 0-7 0 0,3 0 49 0 0,11 29 265 0 0,15 104-94 0 0,-8-47-161 0 0,0 6 26 0 0,41 107-1 0 0,-54-177-92 0 0,0-3 47 0 0,-1 0 1 0 0,12 19 0 0 0,-15-32-10 0 0,-1-1 1 0 0,0 0 0 0 0,1 0-1 0 0,0-1 1 0 0,0 1-1 0 0,1-1 1 0 0,-1 0-1 0 0,1 0 1 0 0,0 0 0 0 0,0 0-1 0 0,7 3 1 0 0,-11-7-11 0 0,0 1 1 0 0,0-1 0 0 0,0 1-1 0 0,1-1 1 0 0,-1 1 0 0 0,0-1-1 0 0,0 0 1 0 0,0 0 0 0 0,0 1-1 0 0,0-1 1 0 0,0 0 0 0 0,0 0-1 0 0,1 0 1 0 0,-1 0 0 0 0,0 0-1 0 0,0-1 1 0 0,0 1 0 0 0,0 0-1 0 0,0 0 1 0 0,0-1 0 0 0,0 1-1 0 0,0-1 1 0 0,0 1 0 0 0,2-2-1 0 0,-1 1 12 0 0,-1-1-1 0 0,1 0 1 0 0,0 1-1 0 0,-1-1 1 0 0,0 0-1 0 0,1 0 1 0 0,-1 0-1 0 0,0 0 1 0 0,0 0-1 0 0,0 0 1 0 0,1-3-1 0 0,1-4 47 0 0,-1 1 0 0 0,0-1 0 0 0,-1 0 0 0 0,1 0 0 0 0,-1-10 0 0 0,-11-123 340 0 0,1 77-242 0 0,-21-68 0 0 0,-17-105 73 0 0,40 211-395 0 0,2 1-1 0 0,1 0 1 0 0,0-33-1 0 0,4 59 139 0 0,0-1-1 0 0,0 1 0 0 0,0 0 0 0 0,0 0 0 0 0,0 0 0 0 0,0-1 0 0 0,0 1 1 0 0,0 0-1 0 0,0 0 0 0 0,0 0 0 0 0,0-1 0 0 0,0 1 0 0 0,0 0 1 0 0,0 0-1 0 0,0 0 0 0 0,0-1 0 0 0,0 1 0 0 0,0 0 0 0 0,0 0 0 0 0,0 0 1 0 0,1-1-1 0 0,-1 1 0 0 0,0 0 0 0 0,0 0 0 0 0,0 0 0 0 0,0 0 0 0 0,0 0 1 0 0,1 0-1 0 0,-1-1 0 0 0,0 1 0 0 0,0 0 0 0 0,0 0 0 0 0,1 0 1 0 0,-1 0-1 0 0,0 0 0 0 0,0 0 0 0 0,0 0 0 0 0,0 0 0 0 0,1 0 0 0 0,-1 0 1 0 0,0 0-1 0 0,0 0 0 0 0,1 0 0 0 0,-1 0 0 0 0,12 6-1377 0 0,12 15-1961 0 0,-21-19 2715 0 0,32 23-3117 0 0,-8-8 1675 0 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44:34.09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44 41 8 0 0,'-1'-1'4'0'0,"0"-4"431"0"0,0 1 1 0 0,-1-1-1 0 0,0 1 0 0 0,0 0 0 0 0,0 0 1 0 0,0 0-1 0 0,-5-6 0 0 0,-7 46 3469 0 0,10-8-3370 0 0,0 0 1 0 0,2 0 0 0 0,2 36 0 0 0,0-37-337 0 0,5 252 1493 0 0,-2-225-1174 0 0,2 1 0 0 0,24 102 0 0 0,-27-147-460 0 0,1-1 0 0 0,0 0-1 0 0,1 0 1 0 0,0 0-1 0 0,0-1 1 0 0,1 1-1 0 0,0-1 1 0 0,1 0 0 0 0,0 0-1 0 0,9 9 1 0 0,-12-14-27 0 0,0 0 1 0 0,-1-1-1 0 0,1 0 1 0 0,0 1-1 0 0,1-1 1 0 0,-1 0-1 0 0,0-1 1 0 0,1 1-1 0 0,-1-1 0 0 0,1 1 1 0 0,-1-1-1 0 0,1 0 1 0 0,-1 0-1 0 0,1-1 1 0 0,0 1-1 0 0,0-1 1 0 0,-1 1-1 0 0,1-1 1 0 0,0-1-1 0 0,0 1 1 0 0,-1 0-1 0 0,1-1 1 0 0,0 0-1 0 0,-1 0 0 0 0,1 0 1 0 0,-1 0-1 0 0,1 0 1 0 0,-1-1-1 0 0,5-2 1 0 0,-1 0 6 0 0,-1-1 0 0 0,0 0 0 0 0,0 0 0 0 0,-1 0 0 0 0,1-1 0 0 0,-1 1 0 0 0,-1-1 0 0 0,1 0 0 0 0,-1-1 0 0 0,0 1 0 0 0,0-1 0 0 0,-1 0 0 0 0,1 0 0 0 0,-2 0 0 0 0,1 0 0 0 0,-1-1 0 0 0,0 1 0 0 0,-1-1 0 0 0,2-10-1 0 0,-1-1-13 0 0,-1 1-1 0 0,-1 0 0 0 0,0-1 0 0 0,-2 1 0 0 0,0-1 0 0 0,-9-35 1 0 0,10 51-13 0 0,0 0 1 0 0,0-1-1 0 0,-1 1 1 0 0,1 0-1 0 0,-1 0 1 0 0,0 0-1 0 0,0 0 1 0 0,0 1-1 0 0,0-1 1 0 0,-1 0-1 0 0,1 1 1 0 0,-1-1-1 0 0,1 1 1 0 0,-1 0-1 0 0,-5-3 1 0 0,7 4-6 0 0,0 1 0 0 0,0-1 0 0 0,0 1 0 0 0,0 0 0 0 0,0-1 0 0 0,-1 1-1 0 0,1 0 1 0 0,0 0 0 0 0,0-1 0 0 0,0 1 0 0 0,-1 0 0 0 0,1 0 0 0 0,0 0 0 0 0,0 1 0 0 0,0-1 0 0 0,-1 0 0 0 0,1 0 0 0 0,-2 1 0 0 0,2 0-3 0 0,-1 0 1 0 0,1 0-1 0 0,0 0 0 0 0,-1 0 1 0 0,1 0-1 0 0,0 0 0 0 0,0 1 1 0 0,0-1-1 0 0,0 0 0 0 0,0 1 1 0 0,0-1-1 0 0,0 1 0 0 0,0-1 0 0 0,1 1 1 0 0,-1-1-1 0 0,1 1 0 0 0,-1 1 1 0 0,-7 22 14 0 0,2 1 0 0 0,1-1 0 0 0,1 1 0 0 0,1 0 1 0 0,1 0-1 0 0,2 1 0 0 0,2 26 0 0 0,-2-51-39 0 0,1 0-1 0 0,-1 0 1 0 0,1 0-1 0 0,0 0 1 0 0,0-1-1 0 0,0 1 1 0 0,0 0-1 0 0,0 0 1 0 0,0 0-1 0 0,0-1 1 0 0,0 1 0 0 0,1-1-1 0 0,-1 1 1 0 0,1-1-1 0 0,-1 1 1 0 0,1-1-1 0 0,0 0 1 0 0,3 2-1 0 0,-4-2-111 0 0,0 0 0 0 0,0-1 0 0 0,1 1 0 0 0,-1-1 0 0 0,0 1 0 0 0,1-1 0 0 0,-1 1 0 0 0,0-1 0 0 0,1 0 0 0 0,-1 0 0 0 0,1 1 0 0 0,-1-1 0 0 0,0 0 0 0 0,1 0 0 0 0,-1-1 0 0 0,1 1 0 0 0,-1 0 0 0 0,0 0 0 0 0,1-1 0 0 0,-1 1 0 0 0,0-1 0 0 0,1 1 0 0 0,-1-1 0 0 0,0 1 0 0 0,1-1 0 0 0,-1 0 0 0 0,0 0 0 0 0,2-1 0 0 0,6-9-1705 0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44:07.02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2 321 512 0 0,'-1'-24'1662'0'0,"1"6"326"0"0,0 1 0 0 0,1 0-1 0 0,3-18 1 0 0,0-6-286 0 0,-4 35-1472 0 0,0 0 0 0 0,0-1 0 0 0,1 1 1 0 0,0 0-1 0 0,0 0 0 0 0,0-1 0 0 0,1 1 0 0 0,0 0 1 0 0,0 0-1 0 0,4-6 0 0 0,-6 12-188 0 0,1 0 1 0 0,-1 0-1 0 0,0 0 0 0 0,1 1 0 0 0,-1-1 1 0 0,1 0-1 0 0,-1 0 0 0 0,0 1 1 0 0,1-1-1 0 0,-1 0 0 0 0,0 1 0 0 0,1-1 1 0 0,-1 1-1 0 0,0-1 0 0 0,0 0 1 0 0,1 1-1 0 0,-1-1 0 0 0,0 1 0 0 0,0-1 1 0 0,0 0-1 0 0,0 1 0 0 0,1-1 1 0 0,-1 1-1 0 0,0-1 0 0 0,0 1 0 0 0,0-1 1 0 0,0 1-1 0 0,0-1 0 0 0,0 0 1 0 0,0 2-1 0 0,5 20 157 0 0,-5-21-151 0 0,10 57 584 0 0,2 68 0 0 0,2 13 127 0 0,-10-110-527 0 0,-1 39 0 0 0,-3-63-223 0 0,0 0 0 0 0,1 0 0 0 0,-1 0 1 0 0,1 0-1 0 0,0-1 0 0 0,3 10 0 0 0,-6-20-29 0 0,0-1-1 0 0,1 1 1 0 0,-1-1 0 0 0,1 0 0 0 0,0-8-1 0 0,-4-26-8 0 0,-16-58 29 0 0,18 82-3 0 0,0-1-1 0 0,1 0 0 0 0,1 0 1 0 0,0 0-1 0 0,2 0 0 0 0,0 0 1 0 0,1 0-1 0 0,0 0 0 0 0,2 0 1 0 0,0 0-1 0 0,11-26 0 0 0,-5 20-27 0 0,0 3 17 0 0,18-33 0 0 0,-25 48 17 0 0,1 1 0 0 0,0 0 0 0 0,0-1 0 0 0,0 1 0 0 0,1 1 0 0 0,-1-1 0 0 0,1 1 0 0 0,0 0 0 0 0,1 0 0 0 0,8-5 0 0 0,-10 8-2 0 0,0-1 0 0 0,0 1 0 0 0,0 0 1 0 0,0 0-1 0 0,0 1 0 0 0,1-1 0 0 0,-1 1 1 0 0,0 0-1 0 0,0 0 0 0 0,1 0 0 0 0,-1 1 1 0 0,0 0-1 0 0,0-1 0 0 0,1 1 0 0 0,-1 1 1 0 0,0-1-1 0 0,0 1 0 0 0,0-1 0 0 0,-1 1 1 0 0,1 0-1 0 0,0 1 0 0 0,-1-1 0 0 0,6 5 1 0 0,-1-1 4 0 0,0 1 0 0 0,0 0 1 0 0,-1 0-1 0 0,0 1 0 0 0,-1 0 0 0 0,0 0 1 0 0,0 0-1 0 0,9 19 0 0 0,-11-18-3 0 0,-1 1-1 0 0,0 0 0 0 0,0 0 1 0 0,-1 0-1 0 0,-1 0 0 0 0,1 0 1 0 0,-2 1-1 0 0,1-1 0 0 0,-2 0 1 0 0,1 1-1 0 0,-4 14 0 0 0,2-18 5 0 0,-1 0-1 0 0,1 0 0 0 0,-2-1 1 0 0,1 1-1 0 0,-1-1 0 0 0,0 0 1 0 0,0 0-1 0 0,0-1 1 0 0,-1 1-1 0 0,0-1 0 0 0,0 0 1 0 0,-1 0-1 0 0,1 0 0 0 0,-1-1 1 0 0,-9 6-1 0 0,6-5-38 0 0,0 0-1 0 0,-1-1 1 0 0,1 0-1 0 0,-1-1 1 0 0,0 0 0 0 0,0 0-1 0 0,0-1 1 0 0,0 0-1 0 0,0-1 1 0 0,-13 1 0 0 0,2-6-690 0 0,20 4 498 0 0,1 0-1 0 0,-1-1 1 0 0,0 1 0 0 0,0 0-1 0 0,0 0 1 0 0,1-1 0 0 0,-1 1-1 0 0,0 0 1 0 0,0-1 0 0 0,1 1-1 0 0,-1-1 1 0 0,0 1 0 0 0,1-1-1 0 0,-1 1 1 0 0,0-1-1 0 0,1 1 1 0 0,-1-1 0 0 0,1 0-1 0 0,-1 1 1 0 0,1-1 0 0 0,-1-1-1 0 0,1 2-51 0 0,0-1-1 0 0,1 0 1 0 0,-1 0 0 0 0,0 1-1 0 0,1-1 1 0 0,-1 0-1 0 0,1 1 1 0 0,-1-1-1 0 0,1 1 1 0 0,-1-1 0 0 0,1 1-1 0 0,-1-1 1 0 0,1 1-1 0 0,0-1 1 0 0,-1 1-1 0 0,1-1 1 0 0,0 1 0 0 0,-1 0-1 0 0,1-1 1 0 0,0 1-1 0 0,1-1 1 0 0,4-2-1094 0 0,1-3 53 0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44:07.32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62 94 8 0 0,'14'-55'644'0'0,"-11"18"3512"0"0,-3 37-4114 0 0,0 0 1 0 0,0 0-1 0 0,0 0 1 0 0,0 0-1 0 0,0 0 1 0 0,0 0-1 0 0,0 0 1 0 0,0 0-1 0 0,0 0 1 0 0,0 0-1 0 0,0 0 0 0 0,0 0 1 0 0,0 0-1 0 0,0-1 1 0 0,0 1-1 0 0,0 0 1 0 0,0 0-1 0 0,0 0 1 0 0,0 0-1 0 0,0 0 1 0 0,0 0-1 0 0,0 0 1 0 0,0 0-1 0 0,0 0 1 0 0,0 0-1 0 0,0 0 1 0 0,0 0-1 0 0,0 0 1 0 0,0 0-1 0 0,0 0 1 0 0,0-1-1 0 0,0 1 1 0 0,0 0-1 0 0,0 0 1 0 0,0 0-1 0 0,0 0 1 0 0,0 0-1 0 0,0 0 1 0 0,0 0-1 0 0,-1 0 1 0 0,1 0-1 0 0,0 0 0 0 0,0 0 1 0 0,0 0-1 0 0,0 0 1 0 0,0 0-1 0 0,0 0 1 0 0,0 0-1 0 0,0 0 1 0 0,0 0-1 0 0,0 0 1 0 0,0 0-1 0 0,0 0 1 0 0,0 0-1 0 0,-1 0 1 0 0,1 0-1 0 0,0 0 1 0 0,0 0-1 0 0,0 0 1 0 0,0 0-1 0 0,0 0 1 0 0,0 0-1 0 0,0 0 1 0 0,0 0-1 0 0,0 0 1 0 0,0 1-1 0 0,0-1 1 0 0,-6 6 1213 0 0,-3 8-344 0 0,-5 31 287 0 0,1 1 1 0 0,2 0-1 0 0,-7 72 1 0 0,12-49-93 0 0,6 121 0 0 0,3-163-1004 0 0,0-1 0 0 0,1 0 0 0 0,2 1 0 0 0,1-2 0 0 0,1 1 0 0 0,1-1 0 0 0,1 0 0 0 0,20 35 0 0 0,-27-54-75 0 0,1 0 0 0 0,0-1 0 0 0,0 0 0 0 0,0 1 0 0 0,1-1 0 0 0,0-1 0 0 0,0 1 0 0 0,0-1 0 0 0,0 0 0 0 0,1 0 0 0 0,10 5 0 0 0,-12-7-279 0 0,0 0 0 0 0,0-1 0 0 0,1 0 0 0 0,-1 0 1 0 0,1 0-1 0 0,-1 0 0 0 0,8 0 0 0 0,-8-1-624 0 0,1 0 1 0 0,0-1-1 0 0,-1 1 1 0 0,1-1-1 0 0,-1 0 1 0 0,1-1-1 0 0,-1 1 0 0 0,5-3 1 0 0,1 0-923 0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44:15.95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1 198 512 0 0,'1'-6'-44'0'0,"0"0"0"0"0,0 0 0 0 0,1 1 0 0 0,0-1 0 0 0,0 0-1 0 0,0 1 1 0 0,1-1 0 0 0,0 1 0 0 0,3-5 0 0 0,5-9 690 0 0,58-96 4969 0 0,-66 113-4074 0 0,-4 10-1066 0 0,-2 10-149 0 0,-5 7-85 0 0,2 0-1 0 0,1 1 1 0 0,-3 42 0 0 0,5 80 636 0 0,3-120-651 0 0,0-3 16 0 0,1 0 1 0 0,6 33 0 0 0,-5-51-182 0 0,-1 0-1 0 0,1 0 1 0 0,0 0 0 0 0,0 0 0 0 0,1 0-1 0 0,0-1 1 0 0,0 0 0 0 0,0 1 0 0 0,1-1 0 0 0,0 0-1 0 0,0-1 1 0 0,1 1 0 0 0,5 5 0 0 0,-7-9-52 0 0,-1 0 0 0 0,1 0 0 0 0,0 0 0 0 0,-1 0 0 0 0,1-1 0 0 0,0 1 1 0 0,0-1-1 0 0,1 0 0 0 0,-1 0 0 0 0,0 0 0 0 0,0 0 0 0 0,0 0 0 0 0,1-1 1 0 0,-1 1-1 0 0,0-1 0 0 0,1 0 0 0 0,3 0 0 0 0,-1-1 22 0 0,-1 0 1 0 0,0-1-1 0 0,0 1 0 0 0,0-1 0 0 0,0 0 1 0 0,0 0-1 0 0,0-1 0 0 0,0 1 0 0 0,8-7 1 0 0,-3 0 17 0 0,0 1-1 0 0,-1-1 1 0 0,0-1 0 0 0,0 0 0 0 0,-1 0-1 0 0,0 0 1 0 0,-1-1 0 0 0,7-13 0 0 0,-6 8 3 0 0,-1 0 0 0 0,-1-1 1 0 0,6-25-1 0 0,-10 35-33 0 0,0 0 0 0 0,-1 0 0 0 0,0-1 0 0 0,-1 1-1 0 0,0 0 1 0 0,0-1 0 0 0,0 1 0 0 0,-1 0 0 0 0,0-1 0 0 0,-1 1 0 0 0,-2-8 0 0 0,3 13-5 0 0,0-1 0 0 0,-1 1 0 0 0,1-1 0 0 0,-1 1 0 0 0,0 0 0 0 0,1 0 0 0 0,-1 0 1 0 0,0 0-1 0 0,-1 0 0 0 0,1 0 0 0 0,0 0 0 0 0,0 1 0 0 0,-1-1 0 0 0,1 1 0 0 0,-1-1 0 0 0,1 1 0 0 0,-1 0 0 0 0,0 0 0 0 0,1 0 0 0 0,-1 1 1 0 0,0-1-1 0 0,0 1 0 0 0,-5-1 0 0 0,6 1-13 0 0,0-1-1 0 0,-1 1 1 0 0,1 0 0 0 0,0 1 0 0 0,-1-1 0 0 0,1 0 0 0 0,0 1-1 0 0,0-1 1 0 0,-1 1 0 0 0,1 0 0 0 0,0 0 0 0 0,0-1 0 0 0,0 1-1 0 0,0 1 1 0 0,0-1 0 0 0,0 0 0 0 0,0 0 0 0 0,0 1 0 0 0,1-1-1 0 0,-1 1 1 0 0,0 0 0 0 0,1-1 0 0 0,-1 1 0 0 0,1 0 0 0 0,0 0-1 0 0,0 0 1 0 0,0 0 0 0 0,-1 0 0 0 0,0 4 0 0 0,-4 20 27 0 0,1 0 0 0 0,1 1 0 0 0,1-1 0 0 0,2 1 0 0 0,0 0 1 0 0,2 0-1 0 0,1 0 0 0 0,5 27 0 0 0,-6-50-18 0 0,0 0-1 0 0,0 0 1 0 0,0 0-1 0 0,1 0 1 0 0,-1 0-1 0 0,1 0 1 0 0,0-1 0 0 0,0 1-1 0 0,0-1 1 0 0,1 1-1 0 0,-1-1 1 0 0,4 4-1 0 0,-5-6-69 0 0,0 0 0 0 0,0 0 0 0 0,0 0 0 0 0,0 0 0 0 0,1-1 0 0 0,-1 1 0 0 0,0 0 0 0 0,1-1 0 0 0,-1 1-1 0 0,0-1 1 0 0,1 1 0 0 0,-1-1 0 0 0,1 1 0 0 0,-1-1 0 0 0,1 0 0 0 0,-1 0 0 0 0,1 0 0 0 0,-1 0 0 0 0,1 0 0 0 0,-1 0-1 0 0,0 0 1 0 0,1 0 0 0 0,-1-1 0 0 0,1 1 0 0 0,-1-1 0 0 0,1 1 0 0 0,-1-1 0 0 0,0 1 0 0 0,1-1 0 0 0,-1 0-1 0 0,0 0 1 0 0,0 1 0 0 0,1-1 0 0 0,-1 0 0 0 0,1-2 0 0 0,42-31-6673 0 0,-30 25 5331 0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44:16.70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1 150 8 0 0,'0'-1'2'0'0,"0"-20"97"0"0,0-1-1 0 0,1 0 1 0 0,1 1-1 0 0,10-41 1 0 0,-12 62-55 0 0,0 0 1 0 0,0 0 0 0 0,0 0-1 0 0,0 1 1 0 0,0-1-1 0 0,1 0 1 0 0,-1 0 0 0 0,0 0-1 0 0,0 0 1 0 0,0 0-1 0 0,0 1 1 0 0,0-1 0 0 0,0 0-1 0 0,0 0 1 0 0,0 0-1 0 0,1 0 1 0 0,-1 0 0 0 0,0 0-1 0 0,0 1 1 0 0,0-1-1 0 0,0 0 1 0 0,0 0 0 0 0,1 0-1 0 0,-1 0 1 0 0,0 0-1 0 0,0 0 1 0 0,0 0 0 0 0,0 0-1 0 0,1 0 1 0 0,-1 0-1 0 0,0 0 1 0 0,0 0 0 0 0,0 0-1 0 0,0 0 1 0 0,1 0-1 0 0,-1 0 1 0 0,0 0 0 0 0,0 0-1 0 0,0 0 1 0 0,0 0-1 0 0,1 0 1 0 0,-1 0-1 0 0,0 0 1 0 0,0 0 0 0 0,0 0-1 0 0,0-1 1 0 0,1 1-1 0 0,-1 0 1 0 0,0 0 0 0 0,0 0-1 0 0,0 0 1 0 0,0 0-1 0 0,0 0 1 0 0,0-1 0 0 0,0 1-1 0 0,1 0 1 0 0,-1 0-1 0 0,0 0 1 0 0,0 0 0 0 0,0 0-1 0 0,0-1 1 0 0,5 16 1069 0 0,26 193 3939 0 0,-8 109-2658 0 0,-18-224-1682 0 0,7 221-843 0 0,-7-318-3543 0 0,0-7 219 0 0,0 2 1897 0 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44:17.38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21 242 8 0 0,'-13'-48'527'0'0,"11"32"1172"0"0,0-1 1 0 0,0-22-1 0 0,1 39-1608 0 0,1-1-1 0 0,0 0 1 0 0,0 1-1 0 0,0-1 0 0 0,0 0 1 0 0,0 1-1 0 0,0-1 1 0 0,0 0-1 0 0,0 1 1 0 0,0-1-1 0 0,0 0 1 0 0,1 1-1 0 0,-1-1 0 0 0,0 0 1 0 0,0 1-1 0 0,1-1 1 0 0,-1 1-1 0 0,0-1 1 0 0,1 1-1 0 0,-1-1 0 0 0,0 1 1 0 0,1-1-1 0 0,-1 1 1 0 0,1-1-1 0 0,-1 1 1 0 0,1-1-1 0 0,-1 1 1 0 0,1-1-1 0 0,-1 1 0 0 0,2-1 1 0 0,-2 1-32 0 0,1 1 0 0 0,0-1 0 0 0,-1 0 0 0 0,1 0 1 0 0,-1 1-1 0 0,1-1 0 0 0,-1 0 0 0 0,1 1 0 0 0,-1-1 0 0 0,1 1 0 0 0,-1-1 0 0 0,1 1 1 0 0,-1-1-1 0 0,1 0 0 0 0,-1 1 0 0 0,0 0 0 0 0,1-1 0 0 0,-1 1 0 0 0,0-1 0 0 0,1 1 1 0 0,-1-1-1 0 0,0 1 0 0 0,0 0 0 0 0,0-1 0 0 0,1 1 0 0 0,-1 0 0 0 0,0-1 0 0 0,0 2 0 0 0,5 35 722 0 0,-1 0-1 0 0,-2 47 1 0 0,-1-26-307 0 0,0 26 219 0 0,-1-25 15 0 0,11 72 1 0 0,-8-109-531 0 0,-2-10-114 0 0,0 0 1 0 0,1 0 0 0 0,1 0 0 0 0,0 0 0 0 0,0 0 0 0 0,1-1-1 0 0,1 0 1 0 0,6 12 0 0 0,-10-21-57 0 0,0-1 0 0 0,-1 0-1 0 0,1 1 1 0 0,0-1 0 0 0,0 0 0 0 0,0 0 0 0 0,0 0 0 0 0,1 0-1 0 0,-1 0 1 0 0,0 0 0 0 0,0 0 0 0 0,1 0 0 0 0,-1-1-1 0 0,0 1 1 0 0,1 0 0 0 0,-1-1 0 0 0,1 1 0 0 0,-1-1-1 0 0,0 0 1 0 0,1 1 0 0 0,-1-1 0 0 0,3 0 0 0 0,-2 0-1 0 0,0 0 1 0 0,1-1 0 0 0,-1 1 0 0 0,0-1 0 0 0,0 0-1 0 0,0 0 1 0 0,0 0 0 0 0,0 0 0 0 0,0 0 0 0 0,0 0-1 0 0,0 0 1 0 0,0-1 0 0 0,2-1 0 0 0,3-5 5 0 0,1 0 0 0 0,-2 0 0 0 0,1-1 1 0 0,-1 0-1 0 0,5-9 0 0 0,6-13 42 0 0,-2-1 0 0 0,-1 0 0 0 0,-2-1 0 0 0,17-67 0 0 0,-20 52-16 0 0,-2 0 0 0 0,1-98 0 0 0,-8 104-39 0 0,3-82-32 0 0,3 90 43 0 0,-6 33-12 0 0,1 0 1 0 0,-1 0-1 0 0,0 0 1 0 0,0 0-1 0 0,1 0 1 0 0,-1 0-1 0 0,0 0 1 0 0,1 0-1 0 0,0 0 1 0 0,-1 0-1 0 0,1 0 1 0 0,-1 0-1 0 0,1 0 1 0 0,0 0 0 0 0,0 0-1 0 0,-1 0 1 0 0,1 1-1 0 0,0-1 1 0 0,0 0-1 0 0,0 1 1 0 0,0-1-1 0 0,0 0 1 0 0,0 1-1 0 0,1-1 1 0 0,-1 1-14 0 0,1 0 1 0 0,-1 0-1 0 0,0 1 0 0 0,0-1 1 0 0,0 0-1 0 0,0 1 0 0 0,0-1 1 0 0,0 1-1 0 0,0-1 0 0 0,0 1 1 0 0,0 0-1 0 0,0-1 0 0 0,0 1 1 0 0,0 0-1 0 0,0 0 0 0 0,-1 0 1 0 0,1-1-1 0 0,0 1 0 0 0,0 0 1 0 0,-1 0-1 0 0,1 0 0 0 0,-1 0 1 0 0,2 2-1 0 0,10 32-2107 0 0,-5-12-3281 0 0,-2-16 2596 0 0,-1 0-173 0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44:17.83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30 3 8 0 0,'0'0'112'0'0,"-1"0"0"0"0,1-1 1 0 0,-1 1-1 0 0,0 0 0 0 0,1-1 0 0 0,-1 1 1 0 0,0 0-1 0 0,0 0 0 0 0,1 0 0 0 0,-1-1 1 0 0,0 1-1 0 0,1 0 0 0 0,-1 0 0 0 0,0 0 0 0 0,0 0 1 0 0,1 0-1 0 0,-1 0 0 0 0,0 1 0 0 0,1-1 1 0 0,-1 0-1 0 0,0 0 0 0 0,1 0 0 0 0,-1 1 0 0 0,0-1 1 0 0,1 0-1 0 0,-1 1 0 0 0,0 0 0 0 0,0 0 169 0 0,0 0-1 0 0,0 0 1 0 0,0 1-1 0 0,0-1 1 0 0,0 0-1 0 0,1 1 0 0 0,-1-1 1 0 0,1 0-1 0 0,-1 1 1 0 0,1-1-1 0 0,0 1 0 0 0,-1 2 1 0 0,0 5 578 0 0,0 0-1 0 0,1 1 1 0 0,2 11-1 0 0,-2-19-1075 0 0,31 344 3347 0 0,-22-5-1072 0 0,-9-341-2049 0 0,0 0 1 0 0,1 1-1 0 0,-1-1 1 0 0,0 0-1 0 0,0 0 1 0 0,0 0 0 0 0,0 0-1 0 0,0 0 1 0 0,0 1-1 0 0,0-1 1 0 0,0 0-1 0 0,0 0 1 0 0,0 0 0 0 0,0 0-1 0 0,0 0 1 0 0,0 0-1 0 0,1 0 1 0 0,-1 0-1 0 0,0 1 1 0 0,0-1 0 0 0,0 0-1 0 0,0 0 1 0 0,0 0-1 0 0,0 0 1 0 0,1 0-1 0 0,-1 0 1 0 0,0 0 0 0 0,0 0-1 0 0,0 0 1 0 0,0 0-1 0 0,0 0 1 0 0,1 0-1 0 0,-1 0 1 0 0,0 0 0 0 0,0 0-1 0 0,0 0 1 0 0,0 0-1 0 0,0 0 1 0 0,0 0-1 0 0,1 0 1 0 0,-1 0 0 0 0,0 0-1 0 0,0 0 1 0 0,0 0-1 0 0,12-5 225 0 0,17-12-73 0 0,-22 13-110 0 0,5-2-16 0 0,-1 2 1 0 0,1-1 0 0 0,0 1 0 0 0,25-4-1 0 0,-21 4 3 0 0,0 0 0 0 0,18-7 0 0 0,1-7-31 0 0,14-6 104 0 0,-46 22-153 0 0,0 1 1 0 0,0 0-1 0 0,0 0 1 0 0,0 1-1 0 0,0-1 1 0 0,1 1-1 0 0,-1 0 1 0 0,0-1-1 0 0,0 1 1 0 0,0 1-1 0 0,0-1 1 0 0,1 0 0 0 0,3 2-1 0 0,-5-2-354 0 0,-1 1-1 0 0,0-1 1 0 0,1 0 0 0 0,-1 0 0 0 0,0 1-1 0 0,1-1 1 0 0,-1 0 0 0 0,1 0-1 0 0,-1 0 1 0 0,0-1 0 0 0,1 1-1 0 0,-1 0 1 0 0,1 0 0 0 0,-1-1-1 0 0,0 1 1 0 0,1-1 0 0 0,-1 1 0 0 0,0-1-1 0 0,0 0 1 0 0,1 1 0 0 0,-1-1-1 0 0,0 0 1 0 0,2-2 0 0 0,0-3-750 0 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44:18.12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8 26 8 0 0,'-6'-9'-950'0'0,"6"9"1084"0"0,-1-1-1 0 0,1 1 1 0 0,0-1-1 0 0,0 1 0 0 0,0-1 1 0 0,0 1-1 0 0,0-1 0 0 0,0 1 0 0 0,0-1 0 0 0,0 1 1 0 0,0-1-1 0 0,0 1 1 0 0,0-1-1 0 0,0 1 1 0 0,1-1-1 0 0,-1 1 0 0 0,0 0 1 0 0,0-1-1 0 0,0 1 1 0 0,1-1-1 0 0,-1 1 0 0 0,1-1 1 0 0,-1 0 113 0 0,1 1-1 0 0,0-1 1 0 0,-1 1 0 0 0,1-1 0 0 0,0 1 0 0 0,0 0 0 0 0,-1-1-1 0 0,1 1 1 0 0,0 0 0 0 0,0-1 0 0 0,0 1 0 0 0,-1 0 0 0 0,1 0-1 0 0,0 0 1 0 0,0 0 0 0 0,0 0 0 0 0,0 0 0 0 0,0 0-1 0 0,-1 0 1 0 0,1 0 0 0 0,0 0 0 0 0,0 0 0 0 0,0 0 0 0 0,1 1-1 0 0,6 2 282 0 0,27 8 1229 0 0,-1 1 0 0 0,64 34 1 0 0,-88-40-1652 0 0,0 1 0 0 0,0-1 0 0 0,-1 2 0 0 0,0-1 0 0 0,-1 1 1 0 0,0 0-1 0 0,0 1 0 0 0,-1 0 0 0 0,0 0 0 0 0,0 1 0 0 0,-1 0 1 0 0,-1 0-1 0 0,8 17 0 0 0,-6-6-18 0 0,-1 1 0 0 0,0-1 0 0 0,-2 1 0 0 0,0 0 0 0 0,-2 1 0 0 0,0 40 1 0 0,-4-18-2 0 0,-2-1 0 0 0,-15 66 0 0 0,8-63-136 0 0,-2 0 1 0 0,-2-1-1 0 0,-2 0 1 0 0,-3-2 0 0 0,-1 0-1 0 0,-35 54 1 0 0,14-38-1120 0 0,12-22-2982 0 0,21-27 1655 0 0,0-1-268 0 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44:19.37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11 94 8 0 0,'-1'1'129'0'0,"0"0"-1"0"0,1-1 1 0 0,-1 1 0 0 0,0 0 0 0 0,0 0-1 0 0,0 0 1 0 0,1 0 0 0 0,-1 0 0 0 0,0 0-1 0 0,1 0 1 0 0,-1 0 0 0 0,1 0 0 0 0,0 0-1 0 0,-1 0 1 0 0,1 0 0 0 0,0 0 0 0 0,-1 1-1 0 0,1-1 1 0 0,0 2 0 0 0,0-2 81 0 0,1 0 0 0 0,-1-1-1 0 0,1 1 1 0 0,0 0 0 0 0,-1-1 0 0 0,1 1 0 0 0,0 0-1 0 0,-1-1 1 0 0,1 1 0 0 0,0-1 0 0 0,-1 0 0 0 0,1 1 0 0 0,0-1-1 0 0,0 1 1 0 0,0-1 0 0 0,-1 0 0 0 0,1 0 0 0 0,0 1-1 0 0,0-1 1 0 0,0 0 0 0 0,0 0 0 0 0,0 0 0 0 0,-1 0 0 0 0,1 0-1 0 0,0 0 1 0 0,0 0 0 0 0,1-1 0 0 0,19 1 841 0 0,0-2 1 0 0,0-1-1 0 0,41-10 1 0 0,62-28-219 0 0,-66 21-431 0 0,-16 4-342 0 0,-31 11-66 0 0,1 0 0 0 0,0 1 0 0 0,0 0 1 0 0,1 1-1 0 0,-1 0 0 0 0,1 1 0 0 0,-1 0 0 0 0,1 1 0 0 0,14 0 0 0 0,-26 2-44 0 0,1-1 0 0 0,-1 0-1 0 0,1 0 1 0 0,-1 1 0 0 0,0-1 0 0 0,1 1-1 0 0,-1-1 1 0 0,0 1 0 0 0,1-1 0 0 0,-1 1-1 0 0,0 0 1 0 0,0 0 0 0 0,0 0-1 0 0,1-1 1 0 0,-1 1 0 0 0,0 0 0 0 0,0 1-1 0 0,-1-1 1 0 0,1 0 0 0 0,0 0-1 0 0,0 0 1 0 0,0 0 0 0 0,-1 1 0 0 0,2 1-1 0 0,-1 1-689 0 0,0 1 0 0 0,0-1 0 0 0,0 1 0 0 0,-1-1 0 0 0,1 1 0 0 0,-1 6 0 0 0,0 1-1298 0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44:19.58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51 8 0 0,'3'2'360'0'0,"0"0"1"0"0,0 0-1 0 0,0-1 1 0 0,0 1-1 0 0,0-1 1 0 0,1 0-1 0 0,-1 1 0 0 0,0-1 1 0 0,1-1-1 0 0,-1 1 1 0 0,1 0-1 0 0,5-1 1 0 0,44 0 3115 0 0,-29-3-2991 0 0,-1-1 0 0 0,0-2 0 0 0,-1 0 0 0 0,23-10 0 0 0,-16 6-282 0 0,-14 5-350 0 0,-5 1-288 0 0,-1 1 0 0 0,0 1-1 0 0,1-1 1 0 0,0 1-1 0 0,17-1 1 0 0,-20 3-522 0 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44:20.16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68 44 8 0 0,'-9'-8'117'0'0,"-9"-11"52"0"0,8 5 3082 0 0,10 14-3163 0 0,0 0 0 0 0,0 0 0 0 0,0 0 0 0 0,0 0 0 0 0,0 0 0 0 0,0-1 0 0 0,0 1 0 0 0,0 0 0 0 0,0 0 0 0 0,0 0 0 0 0,0 0 0 0 0,-1 0 0 0 0,1 0 0 0 0,0 0 0 0 0,0 0 0 0 0,0-1 0 0 0,0 1 0 0 0,0 0 0 0 0,0 0 1 0 0,-1 0-1 0 0,1 0 0 0 0,0 0 0 0 0,0 0 0 0 0,0 0 0 0 0,0 0 0 0 0,0 0 0 0 0,-1 0 0 0 0,1 0 0 0 0,0 0 0 0 0,0 0 0 0 0,0 0 0 0 0,0 0 0 0 0,0 0 0 0 0,-1 0 0 0 0,1 0 0 0 0,0 0 0 0 0,0 0 0 0 0,0 0 0 0 0,0 0 0 0 0,0 0 0 0 0,0 0 0 0 0,-1 1 0 0 0,1-1 0 0 0,0 0 1 0 0,0 0-1 0 0,0 0 0 0 0,-7 9 1580 0 0,-2 10-751 0 0,5 3-565 0 0,1-1 0 0 0,1 1 0 0 0,2-1 0 0 0,0 1 0 0 0,1 0 0 0 0,7 40 0 0 0,-1 0-103 0 0,-4-27-156 0 0,13 101-32 0 0,-14-122-116 0 0,1-1 0 0 0,1 0 0 0 0,0 0 0 0 0,1 0 0 0 0,1-1 1 0 0,-1 1-1 0 0,15 19 0 0 0,-19-30-54 0 0,0 0 1 0 0,1 0-1 0 0,-1 0 1 0 0,1 0-1 0 0,-1 0 0 0 0,1-1 1 0 0,-1 1-1 0 0,1-1 0 0 0,0 1 1 0 0,0-1-1 0 0,0 0 0 0 0,0 0 1 0 0,0 0-1 0 0,0 0 1 0 0,0 0-1 0 0,0 0 0 0 0,1 0 1 0 0,-1-1-1 0 0,0 1 0 0 0,0-1 1 0 0,4 1-1 0 0,-4-2-179 0 0,1 1-1 0 0,-1-1 1 0 0,0 0-1 0 0,1 0 1 0 0,-1 0-1 0 0,0 0 1 0 0,0 0 0 0 0,0 0-1 0 0,0 0 1 0 0,0-1-1 0 0,0 1 1 0 0,0-1-1 0 0,-1 1 1 0 0,1-1 0 0 0,0 0-1 0 0,-1 0 1 0 0,0 0-1 0 0,1 0 1 0 0,-1 0-1 0 0,1-2 1 0 0,5-8-686 0 0,1 2 284 0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44:20.37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85 78 8 0 0,'3'-16'582'0'0,"1"1"0"0"0,9-28 0 0 0,-10 40 2977 0 0,-2 11-1945 0 0,-2 16-240 0 0,1-23-1215 0 0,-25 238 4130 0 0,-33 121-3246 0 0,51-317-944 0 0,-1 13-256 0 0,-1 108-1 0 0,9-162 82 0 0,0 8-130 0 0,0-1 1 0 0,1 1-1 0 0,2 10 1 0 0,-3-18-62 0 0,0-1 0 0 0,1 1 0 0 0,-1 0 0 0 0,1 0 0 0 0,-1-1 0 0 0,1 1 0 0 0,0 0 1 0 0,0-1-1 0 0,0 1 0 0 0,0-1 0 0 0,0 1 0 0 0,0-1 0 0 0,0 1 0 0 0,0-1 0 0 0,0 0 0 0 0,1 1 0 0 0,-1-1 0 0 0,0 0 1 0 0,1 0-1 0 0,-1 0 0 0 0,1 0 0 0 0,0 0 0 0 0,2 1 0 0 0,6-1-2420 0 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44:20.79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57 0 264 0 0,'-3'5'421'0'0,"-1"1"0"0"0,1 0-1 0 0,1-1 1 0 0,-1 1 0 0 0,1 0 0 0 0,0 0-1 0 0,-2 10 1 0 0,-5 49 2335 0 0,5-34-1602 0 0,-5 28 17 0 0,3 0-1 0 0,2 1 0 0 0,3-1 1 0 0,7 62-1 0 0,-5-114-1110 0 0,0 0 0 0 0,0 0 0 0 0,1 0 0 0 0,0 0 0 0 0,0 0-1 0 0,1 0 1 0 0,0-1 0 0 0,0 1 0 0 0,1-1 0 0 0,-1 0 0 0 0,2 0 0 0 0,5 8 0 0 0,-7-11-37 0 0,0 0 1 0 0,1 0-1 0 0,-1-1 1 0 0,1 1-1 0 0,-1-1 1 0 0,1 0 0 0 0,0 0-1 0 0,0 0 1 0 0,0 0-1 0 0,0-1 1 0 0,0 1-1 0 0,0-1 1 0 0,1 0-1 0 0,-1-1 1 0 0,0 1 0 0 0,0-1-1 0 0,1 0 1 0 0,-1 0-1 0 0,0 0 1 0 0,1 0-1 0 0,-1-1 1 0 0,5-1-1 0 0,2 0 20 0 0,-1-1-1 0 0,0-1 0 0 0,0 0 1 0 0,-1 0-1 0 0,1-1 0 0 0,-1 0 0 0 0,0-1 1 0 0,-1 0-1 0 0,1 0 0 0 0,-1-1 0 0 0,0 0 1 0 0,-1-1-1 0 0,1 1 0 0 0,8-13 1 0 0,-3 1 78 0 0,0-1 0 0 0,-1 0 0 0 0,-1 0 1 0 0,-1-2-1 0 0,11-30 0 0 0,-17 40-14 0 0,-1-1-1 0 0,0 1 1 0 0,0-1-1 0 0,-2 1 1 0 0,1-1-1 0 0,-2 0 1 0 0,0 1-1 0 0,0-1 1 0 0,-1 0-1 0 0,0 0 1 0 0,-1 1-1 0 0,-1-1 1 0 0,-8-23-1 0 0,9 33-76 0 0,1-1 1 0 0,-1 1-1 0 0,0 0 0 0 0,0 1 1 0 0,0-1-1 0 0,0 0 0 0 0,-1 0 1 0 0,1 1-1 0 0,-1 0 0 0 0,0-1 0 0 0,1 1 1 0 0,-1 0-1 0 0,0 0 0 0 0,0 1 1 0 0,0-1-1 0 0,-6-2 0 0 0,7 4-19 0 0,-1-1 0 0 0,1 0 0 0 0,-1 1 0 0 0,1 0-1 0 0,0-1 1 0 0,-1 1 0 0 0,1 0 0 0 0,-1 0 0 0 0,1 1-1 0 0,-1-1 1 0 0,1 0 0 0 0,0 1 0 0 0,-1-1 0 0 0,1 1-1 0 0,0 0 1 0 0,-1 0 0 0 0,1 0 0 0 0,0 0 0 0 0,0 0 0 0 0,0 0-1 0 0,0 1 1 0 0,0-1 0 0 0,0 1 0 0 0,-2 2 0 0 0,-3 4-7 0 0,0 1 0 0 0,1 0 1 0 0,0 1-1 0 0,0-1 0 0 0,1 1 1 0 0,0 0-1 0 0,1 0 0 0 0,0 1 1 0 0,1-1-1 0 0,0 1 0 0 0,1 0 1 0 0,-2 14-1 0 0,0 10-41 0 0,2 0 0 0 0,3 54 0 0 0,-1-83 47 0 0,5 45 14 0 0,-4-49-33 0 0,-1 1-1 0 0,0-1 1 0 0,1 1 0 0 0,0-1 0 0 0,0 1-1 0 0,-1-1 1 0 0,2 0 0 0 0,-1 1-1 0 0,0-1 1 0 0,0 0 0 0 0,1 0-1 0 0,-1 0 1 0 0,1 0 0 0 0,-1 0 0 0 0,5 3-1 0 0,-5-4-77 0 0,1 0 0 0 0,-1 0 0 0 0,1-1-1 0 0,0 1 1 0 0,-1-1 0 0 0,1 1 0 0 0,0-1 0 0 0,0 0-1 0 0,-1 1 1 0 0,1-1 0 0 0,0 0 0 0 0,0 0 0 0 0,-1 0-1 0 0,1-1 1 0 0,0 1 0 0 0,0 0 0 0 0,-1-1 0 0 0,1 1-1 0 0,0-1 1 0 0,-1 1 0 0 0,1-1 0 0 0,-1 0 0 0 0,1 0-1 0 0,-1 0 1 0 0,1 0 0 0 0,1-1 0 0 0,2-2-747 0 0,-1 1 1 0 0,0-1 0 0 0,0 0 0 0 0,-1-1-1 0 0,1 1 1 0 0,-1-1 0 0 0,3-5 0 0 0,2-6-1695 0 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44:21.78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41 315 8 0 0,'-5'-53'1050'0'0,"-5"2"4938"0"0,10 51-5930 0 0,0 0 0 0 0,0 0 0 0 0,0 0 0 0 0,0 0 1 0 0,0 0-1 0 0,0 0 0 0 0,0 0 0 0 0,0 0 0 0 0,0 1 1 0 0,-1-1-1 0 0,1 0 0 0 0,0 0 0 0 0,0 0 0 0 0,0 0 1 0 0,0 0-1 0 0,0 0 0 0 0,0 0 0 0 0,0 0 1 0 0,0 0-1 0 0,0 0 0 0 0,0 0 0 0 0,0 0 0 0 0,0 0 1 0 0,0 0-1 0 0,0 0 0 0 0,0 0 0 0 0,0 0 0 0 0,0 0 1 0 0,0 0-1 0 0,-1 0 0 0 0,1 0 0 0 0,0 0 0 0 0,0 0 1 0 0,0 0-1 0 0,0 0 0 0 0,0 0 0 0 0,0 0 1 0 0,0 0-1 0 0,0 0 0 0 0,0 0 0 0 0,0 0 0 0 0,0 0 1 0 0,0 0-1 0 0,0 0 0 0 0,0-1 0 0 0,0 1 0 0 0,-3 12 807 0 0,1 15-265 0 0,5 10-19 0 0,1 1 0 0 0,2-1-1 0 0,10 37 1 0 0,-9-47-439 0 0,1 23 108 0 0,-6-38-213 0 0,-1 0-1 0 0,1 0 0 0 0,1 0 0 0 0,0-1 0 0 0,1 1 1 0 0,0-1-1 0 0,0 1 0 0 0,11 16 0 0 0,-15-28-36 0 0,0 1 1 0 0,0-1-1 0 0,0 1 1 0 0,1-1-1 0 0,-1 1 1 0 0,0-1-1 0 0,1 1 1 0 0,-1-1-1 0 0,0 1 0 0 0,1-1 1 0 0,-1 1-1 0 0,1-1 1 0 0,-1 1-1 0 0,1-1 1 0 0,-1 0-1 0 0,1 1 0 0 0,-1-1 1 0 0,1 0-1 0 0,-1 0 1 0 0,1 1-1 0 0,-1-1 1 0 0,1 0-1 0 0,-1 0 0 0 0,1 0 1 0 0,-1 1-1 0 0,1-1 1 0 0,0 0-1 0 0,-1 0 1 0 0,1 0-1 0 0,0 0 0 0 0,0-1 0 0 0,-1 0 0 0 0,1 0 0 0 0,-1 0-1 0 0,0 0 1 0 0,1 0 0 0 0,-1 0-1 0 0,0 0 1 0 0,0 0 0 0 0,1 0-1 0 0,-1 0 1 0 0,0 0 0 0 0,0 0-1 0 0,0 0 1 0 0,0 0 0 0 0,0-1-1 0 0,-6-42-79 0 0,-18-53 141 0 0,-18-104-57 0 0,38 174-11 0 0,1 0 0 0 0,2 0 0 0 0,1 0 0 0 0,1 0 0 0 0,7-40 0 0 0,-8 62 10 0 0,2 0 0 0 0,-1 1 0 0 0,0-1 0 0 0,1 0 0 0 0,0 1 0 0 0,0 0 0 0 0,1-1 0 0 0,-1 1 0 0 0,1 0 0 0 0,0 0 0 0 0,0 0 0 0 0,0 0 0 0 0,0 1 0 0 0,1-1 0 0 0,4-3 0 0 0,-5 6-2 0 0,-1-1-1 0 0,1 0 1 0 0,-1 1-1 0 0,1 0 1 0 0,0 0-1 0 0,0 0 1 0 0,0 0-1 0 0,0 0 1 0 0,0 0-1 0 0,0 1 1 0 0,-1-1-1 0 0,2 1 1 0 0,-1 0-1 0 0,0 0 1 0 0,0 0-1 0 0,0 0 1 0 0,0 1-1 0 0,0-1 1 0 0,-1 1-1 0 0,1 0 1 0 0,0 0-1 0 0,0 0 1 0 0,0 0-1 0 0,0 0 1 0 0,3 3-1 0 0,-3-2 3 0 0,0 1 0 0 0,0-1 0 0 0,-1 1 0 0 0,1-1 0 0 0,-1 1-1 0 0,1 0 1 0 0,-1 0 0 0 0,0 0 0 0 0,0 0 0 0 0,0 1 0 0 0,-1-1 0 0 0,1 1 0 0 0,-1-1 0 0 0,0 1 0 0 0,0-1-1 0 0,0 1 1 0 0,0 0 0 0 0,-1-1 0 0 0,1 5 0 0 0,0 4 11 0 0,-1-1 0 0 0,0 1 0 0 0,0-1 0 0 0,-5 23 0 0 0,3-24-15 0 0,0 0 1 0 0,-1 0-1 0 0,0-1 0 0 0,0 1 1 0 0,-1-1-1 0 0,-1 0 0 0 0,1 1 1 0 0,-2-2-1 0 0,1 1 0 0 0,-1-1 1 0 0,0 0-1 0 0,-1 0 0 0 0,0 0 1 0 0,0-1-1 0 0,-1 0 0 0 0,0-1 1 0 0,0 0-1 0 0,0 0 0 0 0,-16 8 1 0 0,-48 16-2125 0 0,70-27-386 0 0,4-3 967 0 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44:22.07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138 1 232 0 0,'-5'6'347'0'0,"0"0"1"0"0,0 0-1 0 0,1 1 1 0 0,0 0-1 0 0,0 0 0 0 0,0 0 1 0 0,1 0-1 0 0,-3 9 0 0 0,-15 65 2954 0 0,14-50-2098 0 0,-36 186 3861 0 0,30-123-3764 0 0,0 141 0 0 0,13-223-1267 0 0,0 0 1 0 0,1 0-1 0 0,1 0 1 0 0,0 0-1 0 0,1-1 1 0 0,0 1-1 0 0,9 21 1 0 0,-9-25-52 0 0,1-1 1 0 0,0 0-1 0 0,1 0 1 0 0,0-1-1 0 0,0 1 1 0 0,0-1-1 0 0,1 0 1 0 0,0-1-1 0 0,0 1 1 0 0,0-1-1 0 0,1 0 1 0 0,9 5-1 0 0,-9-6-136 0 0,0-1 0 0 0,0 1-1 0 0,1-2 1 0 0,-1 1 0 0 0,1-1 0 0 0,0 0 0 0 0,-1-1-1 0 0,1 1 1 0 0,0-2 0 0 0,11 1 0 0 0,-10-1-734 0 0,0-1 1 0 0,0 0-1 0 0,0-1 1 0 0,0 0-1 0 0,11-4 0 0 0,-3-1-1127 0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44:31.20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12 655 8 0 0,'-1'10'-55'0'0,"-8"67"1202"0"0,7-24 3514 0 0,4-43-3413 0 0,4-15 414 0 0,3-15 71 0 0,-1-7-937 0 0,-1 0 1 0 0,-1-1 0 0 0,-2 1 0 0 0,2-55 0 0 0,-15-112 471 0 0,4 122-828 0 0,3-83 0 0 0,3 129-360 0 0,1 1 1 0 0,11-47 0 0 0,-12 70-75 0 0,-1 1 0 0 0,0 0-1 0 0,1-1 1 0 0,-1 1 0 0 0,1 0-1 0 0,-1 0 1 0 0,1-1 0 0 0,-1 1-1 0 0,1 0 1 0 0,0 0 0 0 0,0 0 0 0 0,0 0-1 0 0,-1-1 1 0 0,1 1 0 0 0,0 1-1 0 0,2-3 1 0 0,-2 3-2 0 0,0 0 0 0 0,0 0-1 0 0,-1 0 1 0 0,1 1 0 0 0,0-1 0 0 0,0 0 0 0 0,0 0 0 0 0,-1 0 0 0 0,1 1-1 0 0,0-1 1 0 0,-1 0 0 0 0,1 1 0 0 0,0-1 0 0 0,-1 1 0 0 0,1-1-1 0 0,0 1 1 0 0,-1-1 0 0 0,1 1 0 0 0,-1-1 0 0 0,1 1 0 0 0,-1 0 0 0 0,1-1-1 0 0,-1 1 1 0 0,1 0 0 0 0,-1-1 0 0 0,0 1 0 0 0,1 0 0 0 0,-1-1-1 0 0,1 3 1 0 0,7 13 15 0 0,-1 1 0 0 0,-1 0 0 0 0,5 20 0 0 0,-3-9-77 0 0,46 183 108 0 0,6 14 40 0 0,-58-217-86 0 0,14 33-20 0 0,-15-39 17 0 0,0 0 0 0 0,0 0 0 0 0,0 0 0 0 0,1 0 1 0 0,-1 0-1 0 0,0 0 0 0 0,1 0 0 0 0,0-1 0 0 0,-1 1 0 0 0,1-1 1 0 0,0 1-1 0 0,0-1 0 0 0,0 1 0 0 0,0-1 0 0 0,2 1 0 0 0,-3-2 3 0 0,0 0 0 0 0,-1 0 0 0 0,1 0-1 0 0,-1 0 1 0 0,1 0 0 0 0,-1 0 0 0 0,1 0-1 0 0,0 0 1 0 0,-1 0 0 0 0,1 0 0 0 0,-1 0-1 0 0,1-1 1 0 0,-1 1 0 0 0,1 0-1 0 0,-1 0 1 0 0,1-1 0 0 0,-1 1 0 0 0,1 0-1 0 0,-1-1 1 0 0,1 1 0 0 0,-1-1 0 0 0,0 1-1 0 0,1 0 1 0 0,-1-1 0 0 0,0 1 0 0 0,1-1-1 0 0,-1 1 1 0 0,0-1 0 0 0,1 1 0 0 0,-1-1-1 0 0,0 1 1 0 0,0-1 0 0 0,1 0 0 0 0,5-22 47 0 0,-5 20-30 0 0,5-36 122 0 0,-2 1 0 0 0,-2-1-1 0 0,-2-46 1 0 0,0 38-55 0 0,-3-43 48 0 0,-16-94-1 0 0,12 87-338 0 0,7 97 157 0 0,0-1 0 0 0,0 1-1 0 0,0 0 1 0 0,0-1 0 0 0,0 1-1 0 0,0-1 1 0 0,0 1 0 0 0,0 0 0 0 0,0-1-1 0 0,0 1 1 0 0,0 0 0 0 0,0-1-1 0 0,0 1 1 0 0,1-1 0 0 0,-1 1 0 0 0,0 0-1 0 0,0-1 1 0 0,0 1 0 0 0,1 0-1 0 0,-1 0 1 0 0,0-1 0 0 0,1 1 0 0 0,-1 0-1 0 0,0 0 1 0 0,0-1 0 0 0,1 1-1 0 0,-1 0 1 0 0,0 0 0 0 0,1 0 0 0 0,-1-1-1 0 0,0 1 1 0 0,1 0 0 0 0,-1 0-1 0 0,1 0 1 0 0,-1 0 0 0 0,1 0 0 0 0,16 2-7122 0 0,-6 1 5033 0 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44:31.71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67 0 8 0 0,'-2'1'47'0'0,"0"0"0"0"0,1 1 0 0 0,-1-1 1 0 0,0 0-1 0 0,1 1 0 0 0,-1-1 0 0 0,1 1 0 0 0,0 0 0 0 0,0-1 0 0 0,-1 1 0 0 0,1 0 1 0 0,0 0-1 0 0,1 0 0 0 0,-1-1 0 0 0,0 1 0 0 0,-1 4 0 0 0,-2 4 724 0 0,0-2-236 0 0,0-1 0 0 0,1 2-1 0 0,0-1 1 0 0,0 0 0 0 0,1 1-1 0 0,0-1 1 0 0,1 1 0 0 0,0 0-1 0 0,0 13 1 0 0,-6 35 657 0 0,4-35-710 0 0,-1 31-1 0 0,3-34-224 0 0,1-6-79 0 0,0-1-1 0 0,1 1 1 0 0,0 0 0 0 0,5 21 0 0 0,14 48 593 0 0,13 44 158 0 0,-26-106-782 0 0,0-1 0 0 0,2 0 0 0 0,0 0 0 0 0,14 22 0 0 0,-5-14 108 0 0,-11-14-168 0 0,1-1-1 0 0,1 1 1 0 0,0-2 0 0 0,0 1 0 0 0,18 15 0 0 0,-23-24-34 0 0,0 0 1 0 0,1 0 0 0 0,-1 0-1 0 0,1-1 1 0 0,-1 1-1 0 0,1-1 1 0 0,0 0 0 0 0,0-1-1 0 0,0 1 1 0 0,0-1-1 0 0,0 0 1 0 0,10 1 0 0 0,-12-2-12 0 0,1 0 0 0 0,-1-1 1 0 0,0 1-1 0 0,1-1 0 0 0,-1 1 1 0 0,0-1-1 0 0,0 0 0 0 0,1 0 1 0 0,-1-1-1 0 0,0 1 0 0 0,0-1 1 0 0,0 1-1 0 0,0-1 0 0 0,-1 0 1 0 0,1 0-1 0 0,0 0 0 0 0,-1 0 1 0 0,1-1-1 0 0,-1 1 0 0 0,3-5 1 0 0,1-2 11 0 0,0-1 0 0 0,0-1 0 0 0,-1 1 0 0 0,-1-1 0 0 0,1 0 0 0 0,-2 0 0 0 0,0 0 0 0 0,0 0 0 0 0,-1 0 0 0 0,2-22 0 0 0,-3-8 149 0 0,-5-67-1 0 0,3 96-176 0 0,0 0 15 0 0,1-3 7 0 0,-2 0 0 0 0,-3-15 0 0 0,5 28-41 0 0,0-1 1 0 0,-1 1 0 0 0,1 0-1 0 0,-1 0 1 0 0,0-1 0 0 0,0 1 0 0 0,0 0-1 0 0,0 0 1 0 0,0 0 0 0 0,0 0 0 0 0,0 0-1 0 0,-1 0 1 0 0,1 1 0 0 0,-1-1-1 0 0,0 0 1 0 0,1 1 0 0 0,-1-1 0 0 0,0 1-1 0 0,0-1 1 0 0,-3-1 0 0 0,4 3-6 0 0,1 0 0 0 0,-1 0 0 0 0,0 0 0 0 0,1 0 1 0 0,-1 0-1 0 0,1 0 0 0 0,-1 0 0 0 0,0 0 0 0 0,1 0 0 0 0,-1 0 0 0 0,1 0 1 0 0,-1 1-1 0 0,0-1 0 0 0,1 0 0 0 0,-1 0 0 0 0,1 1 0 0 0,-1-1 0 0 0,1 0 1 0 0,-1 1-1 0 0,1-1 0 0 0,-1 0 0 0 0,1 1 0 0 0,-1-1 0 0 0,1 1 0 0 0,0-1 1 0 0,-1 1-1 0 0,1-1 0 0 0,0 1 0 0 0,-1-1 0 0 0,1 1 0 0 0,0-1 1 0 0,0 1-1 0 0,-1-1 0 0 0,1 1 0 0 0,0 0 0 0 0,0-1 0 0 0,0 1 0 0 0,0 0 1 0 0,-5 30 61 0 0,5-24-28 0 0,-12 241 127 0 0,12-233-185 0 0,1 1 1 0 0,1 0 0 0 0,0-1-1 0 0,2 0 1 0 0,-1 1 0 0 0,9 18-1 0 0,-12-33-20 0 0,1 0-1 0 0,0 0 0 0 0,0 0 1 0 0,-1 0-1 0 0,1 0 0 0 0,0 0 1 0 0,0 0-1 0 0,0 0 0 0 0,0 0 1 0 0,0 0-1 0 0,0-1 0 0 0,0 1 1 0 0,0 0-1 0 0,0-1 1 0 0,1 1-1 0 0,-1-1 0 0 0,0 1 1 0 0,0-1-1 0 0,1 0 0 0 0,-1 1 1 0 0,0-1-1 0 0,0 0 0 0 0,1 0 1 0 0,-1 0-1 0 0,0 0 0 0 0,3 0 1 0 0,-3 0-176 0 0,0-1 1 0 0,0 1 0 0 0,0 0-1 0 0,0 0 1 0 0,0-1 0 0 0,0 1-1 0 0,0 0 1 0 0,-1-1 0 0 0,1 1-1 0 0,0-1 1 0 0,0 1 0 0 0,0-1-1 0 0,0 1 1 0 0,-1-1-1 0 0,1 0 1 0 0,0 1 0 0 0,-1-1-1 0 0,1 0 1 0 0,0 0 0 0 0,-1 0-1 0 0,1 1 1 0 0,0-3 0 0 0,2-6-1889 0 0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44:35.31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8 210 512 0 0,'-4'-98'100'0'0,"0"1"3586"0"0,4 96-3556 0 0,0 0-1 0 0,0 1 0 0 0,0-1 1 0 0,0 0-1 0 0,0 0 1 0 0,0 1-1 0 0,0-1 0 0 0,0 0 1 0 0,1 1-1 0 0,-1-1 1 0 0,0 1-1 0 0,0-1 0 0 0,1 0 1 0 0,-1 1-1 0 0,0-1 1 0 0,1 0-1 0 0,-1 1 0 0 0,0-1 1 0 0,1 1-1 0 0,0-2 1 0 0,0 3-66 0 0,-1-1 0 0 0,0 0 0 0 0,1 0 0 0 0,-1 0 0 0 0,0 1 0 0 0,1-1 0 0 0,-1 0 0 0 0,0 0 0 0 0,0 1 0 0 0,1-1 0 0 0,-1 0 0 0 0,0 1 0 0 0,0-1 0 0 0,1 0 0 0 0,-1 1 0 0 0,0-1 0 0 0,0 0 0 0 0,0 1 0 0 0,0-1 0 0 0,1 0 0 0 0,-1 1 0 0 0,0-1 0 0 0,0 1 0 0 0,0-1 0 0 0,0 0 0 0 0,0 1 0 0 0,0-1 0 0 0,0 1 0 0 0,0-1 0 0 0,0 0 1 0 0,0 1-1 0 0,0-1 0 0 0,-1 1 0 0 0,1-1 0 0 0,0 1 0 0 0,9 282 3091 0 0,-9-76-1991 0 0,5 116-653 0 0,-5-317-529 0 0,1 0 0 0 0,0 1 0 0 0,0-1 0 0 0,1 0 0 0 0,2 7-1 0 0,-3-11-52 0 0,-1 0-1 0 0,1 1 1 0 0,1-1-1 0 0,-1 0 1 0 0,0 0-1 0 0,0 0 0 0 0,1 0 1 0 0,-1-1-1 0 0,1 1 1 0 0,0 0-1 0 0,-1-1 0 0 0,1 1 1 0 0,0-1-1 0 0,0 1 1 0 0,0-1-1 0 0,3 2 0 0 0,-5-3 17 0 0,1 0-1 0 0,-1 0 0 0 0,1 0 1 0 0,-1 0-1 0 0,0 0 0 0 0,1 1 0 0 0,-1-1 1 0 0,1 0-1 0 0,-1 0 0 0 0,1 0 1 0 0,-1 0-1 0 0,0 0 0 0 0,1 0 0 0 0,-1 0 1 0 0,1-1-1 0 0,-1 1 0 0 0,1 0 1 0 0,-1 0-1 0 0,0 0 0 0 0,1 0 0 0 0,-1 0 1 0 0,1-1-1 0 0,-1 1 0 0 0,0 0 1 0 0,1 0-1 0 0,-1-1 0 0 0,0 1 0 0 0,1 0 1 0 0,-1 0-1 0 0,0-1 0 0 0,1 0 1 0 0,6-14-2331 0 0,-3 5 616 0 0,3-2 396 0 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44:36.19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107 84 8 0 0,'-4'-3'194'0'0,"-1"1"0"0"0,1-1 1 0 0,0 0-1 0 0,0 0 0 0 0,1-1 0 0 0,-1 1 0 0 0,1-1 0 0 0,-1 1 1 0 0,1-1-1 0 0,0 0 0 0 0,1-1 0 0 0,-1 1 0 0 0,1 0 0 0 0,-3-7 1 0 0,4 9 14 0 0,0 1 1 0 0,0-1 0 0 0,0 1-1 0 0,0 0 1 0 0,-1-1 0 0 0,1 1-1 0 0,0 0 1 0 0,-1-1-1 0 0,1 1 1 0 0,-1 0 0 0 0,1 0-1 0 0,-4-1 1 0 0,-2-3 2042 0 0,7 7-2128 0 0,0 1 0 0 0,0 0 0 0 0,0 0 0 0 0,0 0 0 0 0,0-1 0 0 0,-1 1 0 0 0,1 0 0 0 0,-2 3 0 0 0,-2 15 103 0 0,4-13-136 0 0,-1 0 1 0 0,0-1 0 0 0,-1 1 0 0 0,-3 13 0 0 0,2-13-16 0 0,1-1 0 0 0,0 1 0 0 0,1 0 1 0 0,-1 14-1 0 0,5 27 85 0 0,2-1-1 0 0,11 50 1 0 0,-12-73-103 0 0,45 220 383 0 0,-44-225-311 0 0,0-1 0 0 0,14 31 0 0 0,-16-43-117 0 0,0 0 0 0 0,1-1 0 0 0,0 1-1 0 0,0-1 1 0 0,0 0 0 0 0,1 0 0 0 0,0-1 0 0 0,0 1-1 0 0,0-1 1 0 0,8 6 0 0 0,-10-9 3 0 0,-1-1-1 0 0,1 1 0 0 0,-1-1 1 0 0,1 0-1 0 0,-1 0 0 0 0,1 0 1 0 0,0 0-1 0 0,0 0 1 0 0,-1 0-1 0 0,1-1 0 0 0,0 1 1 0 0,0-1-1 0 0,0 0 0 0 0,0 0 1 0 0,-1 0-1 0 0,1 0 1 0 0,0 0-1 0 0,4-2 0 0 0,-5 2-3 0 0,0-1-1 0 0,0 0 0 0 0,0 0 0 0 0,0-1 1 0 0,0 1-1 0 0,0 0 0 0 0,-1-1 1 0 0,1 1-1 0 0,0-1 0 0 0,-1 1 0 0 0,1-1 1 0 0,-1 0-1 0 0,1 0 0 0 0,-1 1 0 0 0,0-1 1 0 0,0 0-1 0 0,0 0 0 0 0,0 0 1 0 0,0-1-1 0 0,0 1 0 0 0,-1 0 0 0 0,1 0 1 0 0,0-4-1 0 0,5-46 59 0 0,-1 0-1 0 0,-3 0 1 0 0,-6-78-1 0 0,2 86-40 0 0,-5-269 272 0 0,8 308-297 0 0,1 9 151 0 0,2 9-51 0 0,5 31 299 0 0,4 55 0 0 0,-8-50-128 0 0,30 252 804 0 0,-32-279-1054 0 0,3 17 5 0 0,0 48-1 0 0,-6-85-41 0 0,1-1 1 0 0,-1 1-1 0 0,0 0 0 0 0,1-1 0 0 0,-1 1 0 0 0,1-1 0 0 0,0 1 1 0 0,-1-1-1 0 0,1 1 0 0 0,0-1 0 0 0,0 1 0 0 0,0-1 0 0 0,0 0 1 0 0,0 0-1 0 0,2 2 0 0 0,6 8-504 0 0,-9-11 447 0 0,1 0-1 0 0,-1 0 1 0 0,1 0 0 0 0,-1 0 0 0 0,1 0 0 0 0,-1 0-1 0 0,1 0 1 0 0,-1 0 0 0 0,1 0 0 0 0,-1 0 0 0 0,0 0 0 0 0,1 0-1 0 0,-1 0 1 0 0,1 0 0 0 0,-1-1 0 0 0,1 1 0 0 0,-1 0-1 0 0,1 0 1 0 0,-1-1 0 0 0,0 1 0 0 0,1 0 0 0 0,-1 0-1 0 0,0-1 1 0 0,1 1 0 0 0,-1 0 0 0 0,1-1 0 0 0,14-13-2548 0 0,-11 11 1442 0 0,7-12-2244 0 0,-3 5 2293 0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44:36.58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30 9 8 0 0,'-1'0'99'0'0,"1"-1"0"0"0,0 1 0 0 0,0 0-1 0 0,0-1 1 0 0,0 1 0 0 0,0-1 0 0 0,-1 1 0 0 0,1-1 0 0 0,0 1 0 0 0,0 0 0 0 0,0-1-1 0 0,-1 1 1 0 0,1 0 0 0 0,0-1 0 0 0,-1 1 0 0 0,1 0 0 0 0,0-1 0 0 0,-1 1-1 0 0,1 0 1 0 0,-1 0 0 0 0,1-1 0 0 0,0 1 0 0 0,-1 0 0 0 0,1 0 0 0 0,-1 0 0 0 0,1 0-1 0 0,0-1 1 0 0,-1 1 0 0 0,1 0 0 0 0,-1 0 0 0 0,1 0 0 0 0,-1 0 0 0 0,1 0 0 0 0,-1 0-1 0 0,0 1 194 0 0,0 0 1 0 0,0-1-1 0 0,0 1 0 0 0,1 0 0 0 0,-1 0 0 0 0,0 0 0 0 0,1-1 0 0 0,-1 1 0 0 0,1 0 0 0 0,-1 0 1 0 0,1 0-1 0 0,-1 0 0 0 0,0 2 0 0 0,-1 2 226 0 0,1 1 0 0 0,-1 0 0 0 0,1-1 0 0 0,-1 12 0 0 0,34 342 1506 0 0,-23-288-1655 0 0,13 70 636 0 0,-22-141-989 0 0,0 1 1 0 0,0 0-1 0 0,0 0 1 0 0,0-1-1 0 0,1 1 1 0 0,-1 0 0 0 0,0-1-1 0 0,0 1 1 0 0,0 0-1 0 0,1 0 1 0 0,-1-1 0 0 0,0 1-1 0 0,1 0 1 0 0,-1-1-1 0 0,1 1 1 0 0,-1-1 0 0 0,0 1-1 0 0,1 0 1 0 0,0-1-1 0 0,-1 1 1 0 0,1-1 0 0 0,-1 1-1 0 0,1-1 1 0 0,-1 0-1 0 0,1 1 1 0 0,0-1-1 0 0,-1 0 1 0 0,1 1 0 0 0,0-1-1 0 0,0 0 1 0 0,-1 0-1 0 0,1 1 1 0 0,0-1 0 0 0,0 0-1 0 0,-1 0 1 0 0,1 0-1 0 0,0 0 1 0 0,0 0 0 0 0,-1 0-1 0 0,1 0 1 0 0,0 0-1 0 0,-1-1 1 0 0,1 1-1 0 0,0 0 1 0 0,0-1 0 0 0,4-1 103 0 0,0-1 1 0 0,0 0 0 0 0,0-1-1 0 0,-1 1 1 0 0,6-7 0 0 0,9-5 104 0 0,-14 12-197 0 0,1 1 1 0 0,-1 0-1 0 0,0 0 0 0 0,1 0 1 0 0,-1 1-1 0 0,0 0 1 0 0,1 0-1 0 0,0 0 0 0 0,-1 1 1 0 0,7 0-1 0 0,-5 0-36 0 0,1-1 0 0 0,0 0-1 0 0,0 0 1 0 0,9-3 0 0 0,-15 2-490 0 0,0 0 1 0 0,0 0-1 0 0,0 0 1 0 0,0 0 0 0 0,-1-1-1 0 0,1 1 1 0 0,-1 0 0 0 0,0-1-1 0 0,0 1 1 0 0,2-5-1 0 0,7-13-3556 0 0,-3 14 2612 0 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44:36.93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 34 8 0 0,'-1'-2'89'0'0,"0"1"-1"0"0,0 0 1 0 0,1-1-1 0 0,-1 1 1 0 0,1-1-1 0 0,-1 0 1 0 0,1 1-1 0 0,0-1 1 0 0,-1 1-1 0 0,1-1 1 0 0,0 0-1 0 0,0 1 1 0 0,0-3-1 0 0,0 4 75 0 0,1-1 1 0 0,-1 1-1 0 0,0-1 0 0 0,0 1 0 0 0,0-1 0 0 0,1 1 0 0 0,-1-1 1 0 0,0 1-1 0 0,0-1 0 0 0,1 1 0 0 0,-1 0 0 0 0,0-1 0 0 0,1 1 1 0 0,-1 0-1 0 0,1-1 0 0 0,-1 1 0 0 0,0 0 0 0 0,1-1 0 0 0,-1 1 1 0 0,1 0-1 0 0,-1 0 0 0 0,1-1 0 0 0,-1 1 0 0 0,1 0 0 0 0,-1 0 1 0 0,2 0-1 0 0,-1 0 190 0 0,1 0 0 0 0,0 0 1 0 0,-1 0-1 0 0,1 0 0 0 0,0 0 0 0 0,-1 0 1 0 0,1 1-1 0 0,0-1 0 0 0,-1 1 0 0 0,1-1 1 0 0,-1 1-1 0 0,2 1 0 0 0,13 9-481 0 0,10 15 750 0 0,0 0 1 0 0,-3 2-1 0 0,0 1 1 0 0,21 35-1 0 0,-16-15 113 0 0,40 100-1 0 0,-57-119-526 0 0,-2 1 0 0 0,-1 0-1 0 0,-1 1 1 0 0,5 56 0 0 0,-8-36 37 0 0,-1-31-76 0 0,-1-1 0 0 0,-1 1 0 0 0,-1-1-1 0 0,-1 0 1 0 0,-1 1 0 0 0,-8 38 0 0 0,9-56-150 0 0,-9 30 267 0 0,-17 36 1 0 0,24-60-277 0 0,-2 0 0 0 0,1-1 1 0 0,-1 0-1 0 0,-1 0 0 0 0,0 0 0 0 0,0-1 0 0 0,0 0 0 0 0,-1 0 0 0 0,-8 7 0 0 0,14-13-26 0 0,0 0-1 0 0,0 0 0 0 0,0 0 1 0 0,0-1-1 0 0,0 1 1 0 0,-1 0-1 0 0,1-1 1 0 0,0 1-1 0 0,0-1 1 0 0,-1 1-1 0 0,1-1 0 0 0,0 0 1 0 0,0 0-1 0 0,-1 1 1 0 0,1-1-1 0 0,0 0 1 0 0,-1 0-1 0 0,1 0 1 0 0,0 0-1 0 0,-1-1 0 0 0,1 1 1 0 0,0 0-1 0 0,-1 0 1 0 0,1-1-1 0 0,0 1 1 0 0,0-1-1 0 0,-1 1 0 0 0,1-1 1 0 0,0 0-1 0 0,0 1 1 0 0,0-1-1 0 0,-1-1 1 0 0,1 1-102 0 0,0 0 0 0 0,0-1 0 0 0,0 1 0 0 0,0 0-1 0 0,0-1 1 0 0,0 1 0 0 0,1-1 0 0 0,-1 1 0 0 0,0-1 0 0 0,1 1 0 0 0,-1-1 0 0 0,1 1 0 0 0,0-1 0 0 0,0 0 0 0 0,0 1 0 0 0,-1-1 0 0 0,1 0 0 0 0,1 1 0 0 0,-1-1 0 0 0,0 0 0 0 0,0 1 0 0 0,1-1 0 0 0,-1 1 0 0 0,1-1 0 0 0,0-2 0 0 0,18-49-4825 0 0,-14 35 2734 0 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44:37.20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7 56 200 0 0,'-5'9'803'0'0,"5"-9"-679"0"0,0 1 0 0 0,0-1 1 0 0,0 0-1 0 0,0 0 0 0 0,-1 1 0 0 0,1-1 1 0 0,0 0-1 0 0,0 1 0 0 0,0-1 1 0 0,0 0-1 0 0,0 1 0 0 0,0-1 1 0 0,0 0-1 0 0,0 1 0 0 0,0-1 1 0 0,0 0-1 0 0,0 1 0 0 0,0-1 1 0 0,0 0-1 0 0,0 1 0 0 0,0-1 1 0 0,0 0-1 0 0,0 1 0 0 0,0-1 1 0 0,1 0-1 0 0,-1 0 0 0 0,0 1 0 0 0,0-1 1 0 0,0 0-1 0 0,1 0 0 0 0,-1 1 1 0 0,0-1-1 0 0,2 2 144 0 0,-1-1-1 0 0,1 1 1 0 0,0-1 0 0 0,0 0 0 0 0,0 0-1 0 0,-1 0 1 0 0,1 0 0 0 0,0 0-1 0 0,0 0 1 0 0,0 0 0 0 0,1-1-1 0 0,-1 1 1 0 0,0-1 0 0 0,0 0-1 0 0,0 1 1 0 0,0-1 0 0 0,0 0-1 0 0,1 0 1 0 0,-1 0 0 0 0,3-1-1 0 0,48-6 899 0 0,-29 1-801 0 0,1-2 0 0 0,33-16 0 0 0,-39 14-292 0 0,1 2 0 0 0,0 1 0 0 0,1 0 0 0 0,25-4 0 0 0,-44 11-82 0 0,-1-1-1 0 0,0 1 1 0 0,0 0-1 0 0,1 0 1 0 0,-1 0 0 0 0,0 0-1 0 0,0 0 1 0 0,0 0-1 0 0,1 1 1 0 0,-1-1-1 0 0,0 0 1 0 0,0 1-1 0 0,0-1 1 0 0,3 1 0 0 0,-4 0-22 0 0,1-1 1 0 0,-1 1-1 0 0,0-1 1 0 0,1 1-1 0 0,-1-1 1 0 0,1 1-1 0 0,-1-1 1 0 0,0 1-1 0 0,1-1 1 0 0,-1 1-1 0 0,0 0 1 0 0,1-1 0 0 0,-1 1-1 0 0,0-1 1 0 0,0 1-1 0 0,0 0 1 0 0,0-1-1 0 0,0 1 1 0 0,0 0-1 0 0,0 0 1 0 0,0 4-712 0 0,-1 0 0 0 0,0 0 0 0 0,0-1 0 0 0,0 1 0 0 0,-1 0 0 0 0,-1 4 0 0 0,1-5-504 0 0,-3 6-940 0 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44:37.39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0 8 0 0,'1'2'77'0'0,"1"0"0"0"0,-1 0 1 0 0,1-1-1 0 0,0 1 0 0 0,0-1 0 0 0,-1 1 1 0 0,1-1-1 0 0,0 1 0 0 0,0-1 0 0 0,0 0 1 0 0,0 0-1 0 0,4 1 0 0 0,29 10 3014 0 0,-29-10-2490 0 0,4 1 232 0 0,1-1 1 0 0,-1 0 0 0 0,1-1 0 0 0,-1 0-1 0 0,15-1 1 0 0,-15 0-649 0 0,-1-1 0 0 0,0 0-1 0 0,1-1 1 0 0,-1 0 0 0 0,0 0 0 0 0,11-5 0 0 0,-6-1-192 0 0,-13 7-162 0 0,0 0 0 0 0,1 0 0 0 0,-1 0 0 0 0,0 1 1 0 0,0-1-1 0 0,1 0 0 0 0,-1 1 0 0 0,0-1 0 0 0,1 1 1 0 0,-1-1-1 0 0,1 1 0 0 0,-1 0 0 0 0,1 0 0 0 0,1-1 0 0 0,-2 0-1434 0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44:40.01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92 60 8 0 0,'-17'-37'735'0'0,"2"17"2651"0"0,14 19-3287 0 0,1 1 0 0 0,-1 0 0 0 0,1 0 0 0 0,-1-1 0 0 0,1 1 0 0 0,-1 0-1 0 0,1 0 1 0 0,-1 0 0 0 0,1 0 0 0 0,-1-1 0 0 0,1 1 0 0 0,-1 0 0 0 0,1 0 0 0 0,-1 0 0 0 0,1 0 0 0 0,-1 0 0 0 0,1 0 0 0 0,-1 1 0 0 0,0-1 0 0 0,1 0 0 0 0,-1 0 0 0 0,1 0-1 0 0,-1 0 1 0 0,1 1 0 0 0,-1-1 0 0 0,1 0 0 0 0,0 0 0 0 0,-1 1 0 0 0,1-1 0 0 0,-1 0 0 0 0,1 1 0 0 0,0-1 0 0 0,-1 1 0 0 0,1-1 0 0 0,-1 0 0 0 0,1 1 0 0 0,0-1 0 0 0,0 1-1 0 0,-1-1 1 0 0,1 2 0 0 0,-15 22 1166 0 0,14-21-1081 0 0,-4 10 205 0 0,0 1 0 0 0,1 0 0 0 0,1 0-1 0 0,0 0 1 0 0,1 0 0 0 0,0 0 0 0 0,1 0 0 0 0,1 22-1 0 0,0-32-178 0 0,1 0-1 0 0,0 0 0 0 0,-1 1 0 0 0,1-1 0 0 0,1 0 0 0 0,-1 0 0 0 0,3 6 0 0 0,-3-9-175 0 0,-1 0 1 0 0,1 0-1 0 0,-1-1 1 0 0,1 1-1 0 0,-1 0 1 0 0,1-1-1 0 0,-1 1 0 0 0,1-1 1 0 0,0 1-1 0 0,0 0 1 0 0,-1-1-1 0 0,1 1 1 0 0,0-1-1 0 0,0 0 0 0 0,-1 1 1 0 0,1-1-1 0 0,0 0 1 0 0,0 1-1 0 0,0-1 1 0 0,0 0-1 0 0,-1 0 0 0 0,1 0 1 0 0,0 0-1 0 0,0 0 1 0 0,0 0-1 0 0,0 0 1 0 0,0 0-1 0 0,0 0 0 0 0,-1 0 1 0 0,1 0-1 0 0,0-1 1 0 0,0 1-1 0 0,0 0 1 0 0,0-1-1 0 0,-1 1 0 0 0,1 0 1 0 0,0-1-1 0 0,0 1 1 0 0,-1-1-1 0 0,1 1 1 0 0,0-1-1 0 0,-1 0 0 0 0,2 0 1 0 0,54-44 874 0 0,-35 29-720 0 0,28-19 6 0 0,-46 33-172 0 0,1 0 0 0 0,-1 0 0 0 0,0 1 0 0 0,1-1 1 0 0,0 1-1 0 0,-1 0 0 0 0,1 0 0 0 0,0 0 0 0 0,-1 1 0 0 0,1-1 0 0 0,0 1 0 0 0,5 0 0 0 0,-6 0-15 0 0,-1 1 0 0 0,0-1 0 0 0,0 1 0 0 0,0-1 0 0 0,0 1 0 0 0,0 0-1 0 0,0 0 1 0 0,0 0 0 0 0,0 0 0 0 0,0 0 0 0 0,0 0 0 0 0,-1 0-1 0 0,1 1 1 0 0,0-1 0 0 0,-1 1 0 0 0,1-1 0 0 0,-1 1 0 0 0,1 0-1 0 0,-1-1 1 0 0,0 1 0 0 0,0 0 0 0 0,0 0 0 0 0,0 0 0 0 0,0 0 0 0 0,0 0-1 0 0,-1 0 1 0 0,1 0 0 0 0,0 0 0 0 0,-1 3 0 0 0,2 7 26 0 0,-1-1 1 0 0,-1 0 0 0 0,0 0 0 0 0,-3 18-1 0 0,2-10 28 0 0,0-8-47 0 0,-1 0-1 0 0,1-1 1 0 0,-2 1-1 0 0,1-1 0 0 0,-1 1 1 0 0,-1-1-1 0 0,0 0 1 0 0,-5 10-1 0 0,7-17-27 0 0,0 0 1 0 0,0 0-1 0 0,0 0 0 0 0,0 0 1 0 0,0 0-1 0 0,0 0 1 0 0,-1 0-1 0 0,0-1 0 0 0,1 1 1 0 0,-1-1-1 0 0,0 0 0 0 0,0 0 1 0 0,0 0-1 0 0,0 0 0 0 0,-1-1 1 0 0,1 1-1 0 0,0-1 1 0 0,-1 0-1 0 0,1 0 0 0 0,-1 0 1 0 0,1 0-1 0 0,-1 0 0 0 0,0-1 1 0 0,1 0-1 0 0,-1 0 0 0 0,0 0 1 0 0,-3 0-1 0 0,5-1-46 0 0,1 1 0 0 0,0 0 0 0 0,-1-1 0 0 0,1 1 0 0 0,0-1 0 0 0,-1 0 0 0 0,1 1 0 0 0,0-1 0 0 0,0 0 0 0 0,0 0 0 0 0,0 1 0 0 0,0-1 0 0 0,0 0 0 0 0,0 0 0 0 0,0 0 0 0 0,0 0 0 0 0,0-1 0 0 0,0 1 0 0 0,0 0 0 0 0,0-3 0 0 0,-10-29-2293 0 0,6 14 955 0 0,4 18 1343 0 0,-1-4-637 0 0,0 0 1 0 0,1 0 0 0 0,0 0 0 0 0,0-1 0 0 0,0 1 0 0 0,0 0 0 0 0,1-6 0 0 0,0-2-1683 0 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44:40.27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29 114 8 0 0,'-12'5'-814'0'0,"-4"7"9150"0"0,31-20-5540 0 0,30-10-643 0 0,-16 8-1479 0 0,1-3-309 0 0,85-32 358 0 0,-98 40-773 0 0,0 1-1 0 0,1 0 1 0 0,-1 1 0 0 0,36-1 0 0 0,-14 3-1095 0 0,-13-1-3841 0 0,37-9 0 0 0,-53 9 4353 0 0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44:40.48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102 22 8 0 0,'2'-2'73'0'0,"1"-1"-1"0"0,0 0 1 0 0,0 1 0 0 0,0-1-1 0 0,0 1 1 0 0,6-3-1 0 0,-8 5-13 0 0,-1-1-1 0 0,0 1 1 0 0,1 0-1 0 0,-1 0 1 0 0,0 0-1 0 0,1 0 1 0 0,-1 0-1 0 0,1 0 1 0 0,-1 0-1 0 0,0 0 1 0 0,1 0-1 0 0,-1 0 1 0 0,0 0-1 0 0,1 0 1 0 0,-1 0-1 0 0,1 0 1 0 0,-1 0-1 0 0,0 0 1 0 0,1 1-1 0 0,-1-1 1 0 0,0 0-1 0 0,1 0 1 0 0,-1 0-1 0 0,0 0 1 0 0,1 1-1 0 0,-1-1 1 0 0,1 1-1 0 0,-1 0 106 0 0,1 0 0 0 0,-1 0 0 0 0,1 0 0 0 0,-1 1-1 0 0,1-1 1 0 0,-1 0 0 0 0,0 1 0 0 0,0-1-1 0 0,1 0 1 0 0,-1 0 0 0 0,0 1 0 0 0,0 1 0 0 0,-2 40 2125 0 0,-12 68 0 0 0,-1-1-658 0 0,-21 207 1338 0 0,-34 35-1506 0 0,67-335-1483 0 0,2-1 0 0 0,-1 24 1 0 0,2-40 11 0 0,1 0 1 0 0,-1 0-1 0 0,0 1 1 0 0,0-1-1 0 0,0 0 1 0 0,0 0-1 0 0,1 0 1 0 0,-1 1-1 0 0,0-1 1 0 0,0 0-1 0 0,0 0 1 0 0,1 0-1 0 0,-1 1 1 0 0,0-1-1 0 0,0 0 1 0 0,0 0-1 0 0,1 0 1 0 0,-1 0-1 0 0,0 0 1 0 0,1 0-1 0 0,-1 0 1 0 0,0 1-1 0 0,0-1 1 0 0,1 0-1 0 0,-1 0 0 0 0,0 0 1 0 0,0 0-1 0 0,1 0 1 0 0,-1 0-1 0 0,0 0 1 0 0,1 0-1 0 0,-1-1 1 0 0,0 1-1 0 0,0 0 1 0 0,1 0-1 0 0,-1 0 1 0 0,0 0-1 0 0,0 0 1 0 0,1 0-1 0 0,-1 0 1 0 0,0-1-1 0 0,0 1 1 0 0,1 0-1 0 0,12-8-291 0 0,-10 2-4 0 0,1-1-1 0 0,-1 1 0 0 0,3-13 1 0 0,11-21-1183 0 0,16-8-1341 0 0,-17 26 1160 0 0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44:40.89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10 0 8 0 0,'-10'70'2046'0'0,"10"-45"-622"0"0,11 244 6244 0 0,-7-235-6883 0 0,-1-11-128 0 0,6 31 0 0 0,-7-47-482 0 0,0-1 1 0 0,0 1 0 0 0,1-1 0 0 0,0 1 0 0 0,0-1 0 0 0,1 0-1 0 0,-1 0 1 0 0,9 10 0 0 0,-6-11-53 0 0,1 0 0 0 0,0 0 1 0 0,0 0-1 0 0,1-1 0 0 0,-1 0 0 0 0,1-1 0 0 0,-1 1 0 0 0,11 1 0 0 0,-13-4-96 0 0,-1-2 0 0 0,1 1 0 0 0,-1 0 0 0 0,1-1 0 0 0,-1 0 0 0 0,0 0 0 0 0,1 0-1 0 0,-1 0 1 0 0,0-1 0 0 0,1 0 0 0 0,-1 0 0 0 0,4-3 0 0 0,17-6 160 0 0,-19 8-169 0 0,0 0 0 0 0,0-1 0 0 0,0 0 0 0 0,0 0 1 0 0,-1 0-1 0 0,0 0 0 0 0,0-1 0 0 0,0 0 1 0 0,-1 0-1 0 0,1-1 0 0 0,-1 1 0 0 0,0-1 1 0 0,-1 0-1 0 0,5-8 0 0 0,-2 1 26 0 0,0 0 1 0 0,0-1-1 0 0,-1 0 0 0 0,-1 0 0 0 0,4-26 0 0 0,-7 33 9 0 0,3-42 140 0 0,-4 46-162 0 0,0-1 0 0 0,0 0 0 0 0,-1 1 1 0 0,1-1-1 0 0,-1 1 0 0 0,0-1 0 0 0,0 1 0 0 0,0-1 0 0 0,-1 1 0 0 0,-3-7 0 0 0,3 9-8 0 0,0-1 0 0 0,0 1 0 0 0,0 0 0 0 0,0 0 0 0 0,0 0 0 0 0,0 0 0 0 0,-1 0-1 0 0,1 0 1 0 0,0 1 0 0 0,-1-1 0 0 0,1 1 0 0 0,-1 0 0 0 0,1-1 0 0 0,0 1 0 0 0,-1 0-1 0 0,1 0 1 0 0,-1 1 0 0 0,1-1 0 0 0,-3 1 0 0 0,2 0 0 0 0,-1 1-1 0 0,1-1 1 0 0,0 1-1 0 0,-1 0 1 0 0,1 0 0 0 0,0 0-1 0 0,0 0 1 0 0,1 1 0 0 0,-1-1-1 0 0,0 1 1 0 0,1-1 0 0 0,0 1-1 0 0,-1 0 1 0 0,1 0 0 0 0,0 0-1 0 0,0 0 1 0 0,-2 7 0 0 0,-3 6 28 0 0,0 2 1 0 0,-5 23 0 0 0,5-18 66 0 0,-5 19-103 0 0,2 0 0 0 0,2 1 0 0 0,2 0 0 0 0,1 1 0 0 0,2 48 0 0 0,3-92-56 0 0,0 1 1 0 0,0 0 0 0 0,0 0-1 0 0,0-1 1 0 0,0 1-1 0 0,0 0 1 0 0,0 0 0 0 0,0-1-1 0 0,0 1 1 0 0,0 0 0 0 0,0 0-1 0 0,0-1 1 0 0,0 1-1 0 0,1 0 1 0 0,-1-1 0 0 0,0 1-1 0 0,1 0 1 0 0,-1-1 0 0 0,0 1-1 0 0,1 0 1 0 0,-1-1-1 0 0,1 1 1 0 0,-1-1 0 0 0,1 1-1 0 0,-1-1 1 0 0,1 1 0 0 0,0-1-1 0 0,-1 1 1 0 0,1-1-1 0 0,0 0 1 0 0,-1 1 0 0 0,1-1-1 0 0,0 0 1 0 0,-1 1 0 0 0,1-1-1 0 0,0 0 1 0 0,0 0-1 0 0,-1 0 1 0 0,1 0 0 0 0,0 0-1 0 0,-1 0 1 0 0,1 0 0 0 0,0 0-1 0 0,0 0 1 0 0,1 0-1 0 0,0-1-393 0 0,0 1 0 0 0,0-1 0 0 0,0 0 0 0 0,0 0 0 0 0,0 0 0 0 0,0 0 0 0 0,-1 0-1 0 0,1 0 1 0 0,0 0 0 0 0,-1-1 0 0 0,1 1 0 0 0,-1-1 0 0 0,1 1 0 0 0,-1-1 0 0 0,2-2-1 0 0,5-12-1392 0 0,-1 3 112 0 0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45:04.25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31 459 512 0 0,'-18'9'3007'0'0,"5"-3"5841"0"0,61-11-4829 0 0,-6-7-2301 0 0,75-27 917 0 0,-103 35-2429 0 0,0-1-1 0 0,18-2 1 0 0,-20 5-70 0 0,0-1 0 0 0,0 0 0 0 0,20-9-1 0 0,-29 10-129 0 0,0 0 0 0 0,0 0 0 0 0,-1-1 0 0 0,1 1 0 0 0,-1-1-1 0 0,0 1 1 0 0,1-1 0 0 0,-1 0 0 0 0,0 0 0 0 0,0 0-1 0 0,-1 0 1 0 0,1 0 0 0 0,-1 0 0 0 0,0-1 0 0 0,1 1 0 0 0,-1 0-1 0 0,-1-1 1 0 0,1 1 0 0 0,0-5 0 0 0,1-10-31 0 0,0-1 1 0 0,-2-25 0 0 0,0 28 43 0 0,-1 2-21 0 0,-1 1-1 0 0,0-1 1 0 0,-1 0-1 0 0,-8-23 1 0 0,-1-8-11 0 0,-2 9 11 0 0,12 32 7 0 0,-1-1 0 0 0,1 0 0 0 0,0 1 0 0 0,1-1 0 0 0,-1 0 0 0 0,1 0 1 0 0,0 0-1 0 0,0-6 0 0 0,-4 20-2 0 0,1 0 0 0 0,0 0 0 0 0,1 1 0 0 0,-3 11 1 0 0,-8 102 286 0 0,5 1-1 0 0,13 219 1 0 0,-1-266-79 0 0,-3-46-61 0 0,1 0 0 0 0,8 40 1 0 0,-2-35 13 0 0,3 37 0 0 0,-8-55-53 0 0,1-1 0 0 0,0 1 0 0 0,2-1 0 0 0,0 0 0 0 0,1 0 1 0 0,0-1-1 0 0,2 1 0 0 0,17 29 0 0 0,-23-43-97 0 0,0 0 1 0 0,1-1-1 0 0,-1 1 0 0 0,0 0 0 0 0,1-1 1 0 0,0 0-1 0 0,-1 1 0 0 0,1-1 0 0 0,0 0 1 0 0,0 0-1 0 0,0-1 0 0 0,0 1 0 0 0,0-1 1 0 0,1 1-1 0 0,-1-1 0 0 0,0 0 0 0 0,1 0 1 0 0,-1-1-1 0 0,1 1 0 0 0,3 0 1 0 0,-2-1-4 0 0,1-1 0 0 0,-1 1 0 0 0,0-1 1 0 0,0 0-1 0 0,0 0 0 0 0,0-1 1 0 0,0 1-1 0 0,-1-1 0 0 0,1 0 1 0 0,0-1-1 0 0,-1 1 0 0 0,8-6 1 0 0,-7 4-24 0 0,1-1 1 0 0,-1 0-1 0 0,0-1 1 0 0,0 1-1 0 0,-1-1 1 0 0,0 0-1 0 0,0 0 0 0 0,0 0 1 0 0,0-1-1 0 0,-1 1 1 0 0,0-1-1 0 0,-1 0 1 0 0,0 0-1 0 0,2-8 1 0 0,0-1-1 0 0,-2 0 1 0 0,1 0 0 0 0,-2-1-1 0 0,0 1 1 0 0,-3-22-1 0 0,-1 7-50 0 0,-2 0 1 0 0,-2 0-1 0 0,0 0 0 0 0,-3 1 0 0 0,0 0 0 0 0,-2 1 0 0 0,-1 0 0 0 0,-1 1 0 0 0,-1 0 0 0 0,-2 2 0 0 0,-21-28 1 0 0,36 52 62 0 0,0 0 0 0 0,-1-1 1 0 0,1 1-1 0 0,-1 0 0 0 0,0 1 0 0 0,0-1 1 0 0,1 0-1 0 0,-1 1 0 0 0,0-1 1 0 0,-5 0-1 0 0,6 1-3 0 0,1 0 0 0 0,-1 1 0 0 0,1-1 0 0 0,-1 1 0 0 0,0 0 0 0 0,1-1 0 0 0,-1 1 0 0 0,1 0 0 0 0,-1 0 0 0 0,0 0 0 0 0,1 0 0 0 0,-1 1 0 0 0,0-1 0 0 0,1 0 0 0 0,-1 1 0 0 0,1-1 0 0 0,-1 1 0 0 0,1-1 0 0 0,-1 1 0 0 0,1 0 0 0 0,-1-1 0 0 0,-1 3 0 0 0,3-3 24 0 0,0 0-4 0 0,0 2-28 0 0,0-2 0 0 0,21-2 48 0 0,15-10-62 0 0,45-24-1 0 0,10-7 71 0 0,-42 22 14 0 0,82-50 1 0 0,-121 63-29 0 0,-8 6-28 0 0,0 1-1 0 0,0-1 0 0 0,0 1 0 0 0,-1-1 1 0 0,2 1-1 0 0,-1 0 0 0 0,0 0 1 0 0,0 0-1 0 0,0 0 0 0 0,0 0 0 0 0,1 0 1 0 0,-1 1-1 0 0,3-1 0 0 0,-5 5 8 0 0,-1-1 0 0 0,0 1 0 0 0,1 0 0 0 0,-1 0 0 0 0,0-1 0 0 0,-1 1 0 0 0,-2 6 0 0 0,-4 8 7 0 0,1 1 0 0 0,1 0-1 0 0,1 0 1 0 0,1 0-1 0 0,0 0 1 0 0,2 1 0 0 0,0 0-1 0 0,1 24 1 0 0,1-38 5 0 0,1 0 0 0 0,-1 0 1 0 0,1 0-1 0 0,0 0 0 0 0,1 0 0 0 0,0 0 0 0 0,-1 0 1 0 0,2 0-1 0 0,-1-1 0 0 0,1 1 0 0 0,0-1 0 0 0,0 0 1 0 0,0 0-1 0 0,1 0 0 0 0,0 0 0 0 0,0 0 1 0 0,4 3-1 0 0,-4-4-6 0 0,-1-2 0 0 0,1 1 1 0 0,0 0-1 0 0,0-1 1 0 0,0 0-1 0 0,0 0 0 0 0,0 0 1 0 0,0 0-1 0 0,1 0 1 0 0,-1-1-1 0 0,0 0 0 0 0,1 0 1 0 0,-1 0-1 0 0,1-1 0 0 0,0 0 1 0 0,-1 1-1 0 0,1-2 1 0 0,-1 1-1 0 0,1 0 0 0 0,0-1 1 0 0,-1 0-1 0 0,9-2 0 0 0,-9 1-10 0 0,0 1-1 0 0,-1-1 0 0 0,1 0 1 0 0,0 0-1 0 0,-1 0 0 0 0,1 0 0 0 0,-1-1 1 0 0,0 0-1 0 0,0 1 0 0 0,0-1 1 0 0,0 0-1 0 0,0 0 0 0 0,0-1 1 0 0,-1 1-1 0 0,0-1 0 0 0,1 1 0 0 0,-1-1 1 0 0,-1 0-1 0 0,1 1 0 0 0,-1-1 1 0 0,2-5-1 0 0,-2 3 3 0 0,0 1-1 0 0,0-1 1 0 0,0 1 0 0 0,-1 0 0 0 0,0-1-1 0 0,0 1 1 0 0,0-1 0 0 0,-1 1 0 0 0,0-1 0 0 0,0 1-1 0 0,-1 0 1 0 0,1 0 0 0 0,-1-1 0 0 0,0 1-1 0 0,-4-7 1 0 0,-7-10-102 0 0,-22-43-174 0 0,32 59-1 0 0,0-1-1 0 0,0 0 0 0 0,1 0 1 0 0,0 0-1 0 0,1-1 1 0 0,-1 1-1 0 0,1-12 1 0 0,1 16 41 0 0,0 0 1 0 0,1-1 0 0 0,-1 1-1 0 0,1 0 1 0 0,0 0 0 0 0,0-1-1 0 0,0 1 1 0 0,1 0 0 0 0,-1 0-1 0 0,1 0 1 0 0,0 0-1 0 0,0 0 1 0 0,0 1 0 0 0,0-1-1 0 0,0 0 1 0 0,0 1 0 0 0,1 0-1 0 0,-1-1 1 0 0,1 1 0 0 0,0 0-1 0 0,-1 0 1 0 0,1 0 0 0 0,6-2-1 0 0,-3 1 132 0 0,0 1-1 0 0,0-1 1 0 0,1 1 0 0 0,-1 0-1 0 0,1 1 1 0 0,-1-1-1 0 0,1 1 1 0 0,-1 1-1 0 0,1-1 1 0 0,0 1 0 0 0,7 1-1 0 0,-10 0 119 0 0,-1 0 0 0 0,0 0 0 0 0,0 0 0 0 0,0 0 0 0 0,0 1 0 0 0,0 0 0 0 0,0-1 0 0 0,0 1 0 0 0,0 0 0 0 0,-1 0 0 0 0,1 0 0 0 0,-1 1 0 0 0,0-1 0 0 0,3 4 0 0 0,29 42 715 0 0,-28-39-544 0 0,18 29 854 0 0,-1 0 0 0 0,31 72 0 0 0,-52-103-819 0 0,-1-3-78 0 0,1 1 0 0 0,-1-1-1 0 0,1 0 1 0 0,0 0-1 0 0,0 0 1 0 0,0 0 0 0 0,1 0-1 0 0,-1 0 1 0 0,1-1-1 0 0,0 1 1 0 0,3 3 0 0 0,-5-7-127 0 0,-1 0 1 0 0,1 0 0 0 0,-1 0-1 0 0,1 0 1 0 0,-1 0 0 0 0,1 0-1 0 0,-1 0 1 0 0,1 0 0 0 0,-1-1-1 0 0,1 1 1 0 0,-1 0 0 0 0,1 0-1 0 0,-1 0 1 0 0,1 0 0 0 0,-1-1-1 0 0,1 1 1 0 0,-1 0 0 0 0,0 0-1 0 0,1-1 1 0 0,-1 1 0 0 0,1 0 0 0 0,-1-1-1 0 0,0 1 1 0 0,1-1 0 0 0,-1 1-1 0 0,0 0 1 0 0,0-1 0 0 0,1 1-1 0 0,-1-1 1 0 0,0 1 0 0 0,0-1-1 0 0,0 1 1 0 0,1-1 0 0 0,-1 1-1 0 0,0-1 1 0 0,0 1 0 0 0,0-1-1 0 0,0 1 1 0 0,0-1 0 0 0,5-26 393 0 0,-4 23-322 0 0,6-30 1 0 0,1 0-1 0 0,2 1 0 0 0,1 0 1 0 0,2 1-1 0 0,1 0 1 0 0,2 1-1 0 0,0 0 0 0 0,3 2 1 0 0,0 0-1 0 0,43-48 1 0 0,-35 50-808 0 0,1 1 1 0 0,1 1-1 0 0,53-35 1 0 0,-42 37-2508 0 0,0 3-3728 0 0,-11 7 327 0 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45:06.61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310 154 512 0 0,'-97'5'3654'0'0,"40"-10"554"0"0,57 5-4139 0 0,-1 0 0 0 0,1-1-1 0 0,-1 1 1 0 0,1 0 0 0 0,-1 0 0 0 0,1-1 0 0 0,-1 1 0 0 0,1 0-1 0 0,-1-1 1 0 0,1 1 0 0 0,0 0 0 0 0,-1-1 0 0 0,1 1 0 0 0,0-1 0 0 0,-1 1-1 0 0,1 0 1 0 0,0-1 0 0 0,0 1 0 0 0,-1-1 0 0 0,1 1 0 0 0,0-1 0 0 0,0 1-1 0 0,0-1 1 0 0,0 1 0 0 0,0-1 0 0 0,0 0 0 0 0,-1 0-50 0 0,1 1 0 0 0,0 0 0 0 0,0-1 1 0 0,0 1-1 0 0,0 0 0 0 0,0 0 0 0 0,0-1 0 0 0,1 1 0 0 0,-1 0 1 0 0,0-1-1 0 0,0 1 0 0 0,0 0 0 0 0,0-1 0 0 0,0 1 0 0 0,0 0 1 0 0,0 0-1 0 0,1-1 0 0 0,-1 1 0 0 0,0 0 0 0 0,0 0 0 0 0,0-1 0 0 0,1 1 1 0 0,-1 0-1 0 0,0 0 0 0 0,0-1 0 0 0,1 1 0 0 0,-1 0 0 0 0,0 0 1 0 0,0 0-1 0 0,1 0 0 0 0,-1 0 0 0 0,0-1 0 0 0,1 1 0 0 0,-1 0 1 0 0,0 0-1 0 0,0 0 0 0 0,1 0 0 0 0,-1 0 0 0 0,0 0 0 0 0,1 0 1 0 0,-1 0-1 0 0,0 0 0 0 0,1 0 0 0 0,-1 0 0 0 0,0 0 0 0 0,1 0 1 0 0,-1 0-1 0 0,0 1 0 0 0,0-1 0 0 0,1 0 0 0 0,-1 0 0 0 0,0 0 1 0 0,1 0-1 0 0,5 2 116 0 0,0-2-1 0 0,0 1 1 0 0,-1-1 0 0 0,1 0 0 0 0,0 0-1 0 0,0 0 1 0 0,0-1 0 0 0,7-2 0 0 0,29-1 387 0 0,20-1 42 0 0,-41 3-326 0 0,44 0 1 0 0,8 2 154 0 0,-1-2-1 0 0,75-14 1 0 0,-132 14-374 0 0,179-15 374 0 0,-37 5-262 0 0,113-9 96 0 0,80-9 135 0 0,-235 17-141 0 0,1 5 0 0 0,149 10 0 0 0,-214 2-165 0 0,-1 2-1 0 0,81 20 1 0 0,-118-23-44 0 0,3 2 63 0 0,-36-3 86 0 0,-284 4 248 0 0,153-2-239 0 0,-168 11-27 0 0,-87 1-54 0 0,-469-11 271 0 0,550-13-115 0 0,281 11-176 0 0,358-8-66 0 0,457-7 240 0 0,-18 10 67 0 0,-500 4-180 0 0,73-2 79 0 0,-306-1-156 0 0,-12 2-38 0 0,1-1 0 0 0,-1-1 0 0 0,1 0 0 0 0,-1 0 0 0 0,1 0 0 0 0,12-5 0 0 0,-21 6-14 0 0,0 0 1 0 0,1 0-1 0 0,-1 0 1 0 0,0 0-1 0 0,0 0 1 0 0,0 0 0 0 0,1 0-1 0 0,-1 0 1 0 0,0 0-1 0 0,0 0 1 0 0,0 0-1 0 0,0 0 1 0 0,1-1 0 0 0,-1 1-1 0 0,0 0 1 0 0,0 0-1 0 0,0 0 1 0 0,0 0-1 0 0,0 0 1 0 0,1 0-1 0 0,-1-1 1 0 0,0 1 0 0 0,0 0-1 0 0,0 0 1 0 0,0 0-1 0 0,0-1 1 0 0,0 1-1 0 0,0 0 1 0 0,0 0 0 0 0,0 0-1 0 0,0 0 1 0 0,0-1-1 0 0,0 1 1 0 0,1 0-1 0 0,-1 0 1 0 0,0 0 0 0 0,-1-1-1 0 0,1 1 1 0 0,0 0-1 0 0,0 0 1 0 0,0 0-1 0 0,0-1 1 0 0,0 1 0 0 0,-10-5 33 0 0,-16-1 73 0 0,-230-13 32 0 0,206 17-158 0 0,-549 11 160 0 0,275 4-70 0 0,-89 3 33 0 0,390-17-121 0 0,19 1 18 0 0,-1-1-1 0 0,0 1 1 0 0,0 0-1 0 0,1 1 1 0 0,-1-1-1 0 0,0 1 1 0 0,0 0-1 0 0,-4 1 0 0 0,51 2 5 0 0,221-13-35 0 0,-115-1-8 0 0,141-2 132 0 0,416-9 30 0 0,-107 21-215 0 0,-587 0 40 0 0,-13 2-68 0 0,-21 2-122 0 0,-8-4 74 0 0,12 1-155 0 0,0-1 0 0 0,0 2 0 0 0,0 1 0 0 0,-20 4 0 0 0,-58 26-2421 0 0,-33-1-4122 0 0,50-15 2008 0 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48:10.98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126 97 512 0 0,'8'-21'2604'0'0,"-3"16"1658"0"0,-3 14 2343 0 0,-1-10-6461 0 0,0 1-1 0 0,0-1 1 0 0,0 1-1 0 0,0 0 1 0 0,0-1-1 0 0,0 1 1 0 0,0 0-1 0 0,1-1 1 0 0,-1 1-1 0 0,0 0 1 0 0,0 0-1 0 0,0 0 1 0 0,0 0 0 0 0,0 0-1 0 0,1 0 1 0 0,-1 0-1 0 0,0 1 1 0 0,1-1-1 0 0,25 8 706 0 0,-21-6-608 0 0,14 3 128 0 0,1-1-1 0 0,-1 0 1 0 0,0-2 0 0 0,31 1-1 0 0,80-11 529 0 0,93-31-149 0 0,-48 6-530 0 0,-41 18 98 0 0,1 6 0 0 0,138 9 0 0 0,-233 3-257 0 0,0 2-1 0 0,67 18 1 0 0,-108-21-40 0 0,-7-1 11 0 0,-10 1 8 0 0,-175-3-54 0 0,-421 4-104 0 0,16 24 28 0 0,570-25 95 0 0,1 1 0 0 0,0 1 1 0 0,-52 16-1 0 0,78-20-2 0 0,-1 0 0 0 0,1 0-1 0 0,-1 0 1 0 0,1 0 0 0 0,-1 0-1 0 0,1 1 1 0 0,0-1 0 0 0,-1 0 0 0 0,1 0-1 0 0,-1 0 1 0 0,1 1 0 0 0,-1-1-1 0 0,1 0 1 0 0,0 1 0 0 0,-1-1 0 0 0,1 0-1 0 0,0 1 1 0 0,-1-1 0 0 0,1 0-1 0 0,0 1 1 0 0,-1-1 0 0 0,1 1 0 0 0,0-1-1 0 0,0 0 1 0 0,-1 1 0 0 0,1-1-1 0 0,0 1 1 0 0,0 0 0 0 0,10 6-13 0 0,22 1 42 0 0,293 0 158 0 0,-214-9-92 0 0,446-23 343 0 0,-345 11-370 0 0,186-23-393 0 0,-390 34-673 0 0,-13-1-86 0 0,-12 1-64 0 0,-61-3-7238 0 0,49 5 6502 0 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45:08.08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33 244 512 0 0,'-1'-18'972'0'0,"-1"-1"1"0"0,-1 1-1 0 0,-8-27 1 0 0,7 28 374 0 0,0-1 1 0 0,1 1-1 0 0,-2-28 0 0 0,6 41-1148 0 0,-1 0-1 0 0,1 1 0 0 0,0-1 1 0 0,0 1-1 0 0,0-1 0 0 0,0 1 0 0 0,0-1 1 0 0,1 1-1 0 0,2-4 0 0 0,0 0 244 0 0,-2 9-388 0 0,0-1 1 0 0,-1 1-1 0 0,1 0 1 0 0,0 0-1 0 0,0 0 1 0 0,-1 0-1 0 0,1 0 0 0 0,-1 0 1 0 0,0 0-1 0 0,2 3 1 0 0,6 23 213 0 0,-1 0 0 0 0,-1 0 0 0 0,-1 1 0 0 0,4 47 0 0 0,-2-11 139 0 0,14 124 1271 0 0,-19-143-984 0 0,-2 1 0 0 0,-6 51 1 0 0,5-92-610 0 0,-2 1 0 0 0,1-1 0 0 0,-1 1 0 0 0,0-1 0 0 0,0 0 0 0 0,-1 0 0 0 0,-4 9 0 0 0,3-7-1 0 0,6-47-92 0 0,12-17 30 0 0,12-41-99 0 0,-16 70 75 0 0,1 0 0 0 0,2 1 0 0 0,0 1 0 0 0,1 0 0 0 0,2 1-1 0 0,24-29 1 0 0,-36 48 8 0 0,0 1 0 0 0,1 0 0 0 0,-1 0-1 0 0,1 1 1 0 0,0-1 0 0 0,0 1-1 0 0,0 0 1 0 0,0 0 0 0 0,0 1 0 0 0,1 0-1 0 0,-1 0 1 0 0,1 0 0 0 0,-1 0 0 0 0,1 1-1 0 0,0 0 1 0 0,0 0 0 0 0,-1 1-1 0 0,1 0 1 0 0,7 0 0 0 0,-9 0-4 0 0,0 1 0 0 0,0-1 1 0 0,0 1-1 0 0,0 0 0 0 0,0 0 0 0 0,0 1 0 0 0,0-1 1 0 0,0 1-1 0 0,-1 0 0 0 0,1 0 0 0 0,0 0 0 0 0,-1 0 0 0 0,0 1 1 0 0,1-1-1 0 0,-1 1 0 0 0,0 0 0 0 0,0 0 0 0 0,-1 0 1 0 0,1 0-1 0 0,-1 1 0 0 0,1-1 0 0 0,-1 1 0 0 0,0-1 1 0 0,0 1-1 0 0,-1 0 0 0 0,1 0 0 0 0,0 5 0 0 0,2 5 5 0 0,-2 0-1 0 0,1 0 0 0 0,-2 0 0 0 0,0 0 0 0 0,-1 0 0 0 0,0 1 0 0 0,-1-1 0 0 0,-1 0 0 0 0,0 0 0 0 0,-1 0 0 0 0,-1 0 0 0 0,0-1 0 0 0,-8 20 0 0 0,5-17 31 0 0,-1 0 0 0 0,-1-1 0 0 0,-1 0 0 0 0,0 0 0 0 0,0-1 0 0 0,-2 0 0 0 0,0 0 0 0 0,0-2-1 0 0,-1 1 1 0 0,-20 13 0 0 0,25-20-13 0 0,-2 0-1 0 0,1-1 1 0 0,0 0-1 0 0,-1 0 1 0 0,0-1-1 0 0,0-1 1 0 0,-15 4-1 0 0,21-6-44 0 0,0 0 0 0 0,0 0 0 0 0,0-1 0 0 0,0 1 1 0 0,-1-1-1 0 0,1 0 0 0 0,0 0 0 0 0,0-1 0 0 0,0 1 0 0 0,-1-1 0 0 0,1 0 0 0 0,0 0 0 0 0,0-1 0 0 0,0 1 0 0 0,0-1 1 0 0,0 0-1 0 0,1 0 0 0 0,-1 0 0 0 0,1 0 0 0 0,-1-1 0 0 0,-4-3 0 0 0,8 5-39 0 0,-1 1-1 0 0,0-1 0 0 0,1 0 1 0 0,-1 0-1 0 0,0 1 1 0 0,1-1-1 0 0,-1 0 1 0 0,1 0-1 0 0,-1 0 1 0 0,1 0-1 0 0,0 0 1 0 0,-1 1-1 0 0,1-1 0 0 0,0 0 1 0 0,0 0-1 0 0,-1 0 1 0 0,1 0-1 0 0,0 0 1 0 0,0 0-1 0 0,0 0 1 0 0,0 0-1 0 0,0 0 0 0 0,1 0 1 0 0,-1 0-1 0 0,0 0 1 0 0,1-1-1 0 0,0 0-138 0 0,0-1-1 0 0,0 1 0 0 0,0 0 0 0 0,1 0 1 0 0,-1 0-1 0 0,1 0 0 0 0,0 1 1 0 0,0-1-1 0 0,-1 0 0 0 0,4-1 0 0 0,4-3-928 0 0,0 0-1 0 0,1 0 1 0 0,16-6-1 0 0,12-8-2253 0 0,8-4 51 0 0,-16 16 2251 0 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45:08.49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16 224 8 0 0,'9'-2'612'0'0,"-2"-2"1"0"0,1 1-1 0 0,0-1 1 0 0,-1 0-1 0 0,0 0 1 0 0,1-1-1 0 0,-2 0 1 0 0,1 0-1 0 0,-1-1 1 0 0,1 1-1 0 0,-2-2 1 0 0,1 1-1 0 0,7-11 1 0 0,-9 10-279 0 0,1 1 1 0 0,-1-1-1 0 0,-1 0 1 0 0,1-1 0 0 0,-1 1-1 0 0,-1-1 1 0 0,1 1-1 0 0,-1-1 1 0 0,-1 0 0 0 0,1 0-1 0 0,-1 0 1 0 0,-1 0-1 0 0,0 0 1 0 0,0-12 0 0 0,0 19-289 0 0,-1 0 1 0 0,1 0 0 0 0,0 0 0 0 0,0 0 0 0 0,0 0 0 0 0,0 0 0 0 0,-1 0 0 0 0,1 0 0 0 0,0 1-1 0 0,-1-1 1 0 0,1 0 0 0 0,-1 0 0 0 0,1 0 0 0 0,-1 1 0 0 0,1-1 0 0 0,-1 0 0 0 0,0 0-1 0 0,1 1 1 0 0,-1-1 0 0 0,0 1 0 0 0,1-1 0 0 0,-1 0 0 0 0,0 1 0 0 0,0 0 0 0 0,0-1 0 0 0,1 1-1 0 0,-1-1 1 0 0,0 1 0 0 0,0 0 0 0 0,0 0 0 0 0,0-1 0 0 0,0 1 0 0 0,0 0 0 0 0,0 0-1 0 0,0 0 1 0 0,0 0 0 0 0,0 0 0 0 0,1 0 0 0 0,-1 0 0 0 0,0 0 0 0 0,-1 1 0 0 0,-1 0 39 0 0,1-1 0 0 0,-1 1 1 0 0,1 0-1 0 0,-1 0 0 0 0,1 0 1 0 0,0 0-1 0 0,0 1 0 0 0,-1-1 1 0 0,1 1-1 0 0,0-1 1 0 0,0 1-1 0 0,0 0 0 0 0,-3 3 1 0 0,-4 9 253 0 0,1 0 0 0 0,0 1-1 0 0,1 0 1 0 0,-10 30 0 0 0,-12 66 921 0 0,26-95-1070 0 0,0-3-14 0 0,0 0 0 0 0,2 1-1 0 0,-1-1 1 0 0,2 20 0 0 0,0-29-137 0 0,0 1-1 0 0,1-1 1 0 0,-1 0-1 0 0,1 1 1 0 0,0-1-1 0 0,1 0 1 0 0,-1 0-1 0 0,1 1 1 0 0,-1-1-1 0 0,1 0 1 0 0,1-1 0 0 0,-1 1-1 0 0,0 0 1 0 0,1-1-1 0 0,0 1 1 0 0,5 5-1 0 0,-6-8-36 0 0,-1 0 0 0 0,0-1 0 0 0,1 1-1 0 0,-1 0 1 0 0,1-1 0 0 0,-1 1 0 0 0,1-1 0 0 0,-1 1-1 0 0,1-1 1 0 0,-1 0 0 0 0,1 1 0 0 0,0-1 0 0 0,-1 0-1 0 0,1 0 1 0 0,-1 0 0 0 0,1-1 0 0 0,-1 1 0 0 0,1 0-1 0 0,0 0 1 0 0,-1-1 0 0 0,1 1 0 0 0,-1-1 0 0 0,0 1-1 0 0,1-1 1 0 0,-1 0 0 0 0,1 0 0 0 0,1-1 0 0 0,5-3-20 0 0,0-1 0 0 0,0 0 0 0 0,9-10 0 0 0,-8 7 46 0 0,4-5-34 0 0,-1 0-1 0 0,-1-1 1 0 0,0 0-1 0 0,-1-1 0 0 0,0 0 1 0 0,13-33-1 0 0,-9 22-13 0 0,-5-5 15 0 0,1-1 34 0 0,-9 32-31 0 0,-1-1 0 0 0,1 0 0 0 0,0 1 1 0 0,0-1-1 0 0,-1 1 0 0 0,1-1 0 0 0,1 1 1 0 0,-1-1-1 0 0,0 1 0 0 0,0 0 0 0 0,0 0 1 0 0,1-1-1 0 0,-1 1 0 0 0,2-1 0 0 0,-2 2 5 0 0,-1 0 1 0 0,0 1-1 0 0,1-1 0 0 0,-1 0 0 0 0,1 0 0 0 0,-1 0 0 0 0,0 1 1 0 0,1-1-1 0 0,-1 0 0 0 0,0 0 0 0 0,1 1 0 0 0,-1-1 0 0 0,0 0 1 0 0,0 1-1 0 0,1-1 0 0 0,-1 0 0 0 0,0 1 0 0 0,0-1 0 0 0,0 0 0 0 0,1 1 1 0 0,-1-1-1 0 0,0 1 0 0 0,0-1 0 0 0,0 0 0 0 0,0 1 0 0 0,0-1 1 0 0,0 1-1 0 0,0-1 0 0 0,0 0 0 0 0,0 1 0 0 0,0 0 0 0 0,3 14-7 0 0,23 214 48 0 0,-24-213-132 0 0,0-1 1 0 0,1 1-1 0 0,1-1 0 0 0,0 0 1 0 0,8 19-1 0 0,-12-33-25 0 0,1 0 1 0 0,-1 0-1 0 0,1-1 1 0 0,-1 1-1 0 0,1 0 1 0 0,-1-1-1 0 0,1 1 0 0 0,0 0 1 0 0,-1-1-1 0 0,1 1 1 0 0,0-1-1 0 0,-1 1 1 0 0,1-1-1 0 0,0 1 1 0 0,0-1-1 0 0,0 1 0 0 0,-1-1 1 0 0,1 0-1 0 0,0 1 1 0 0,0-1-1 0 0,0 0 1 0 0,0 0-1 0 0,0 0 1 0 0,0 0-1 0 0,-1 0 0 0 0,1 0 1 0 0,0 0-1 0 0,0 0 1 0 0,0 0-1 0 0,0 0 1 0 0,0 0-1 0 0,0-1 1 0 0,-1 1-1 0 0,1 0 0 0 0,0-1 1 0 0,0 1-1 0 0,0 0 1 0 0,-1-1-1 0 0,1 1 1 0 0,0-1-1 0 0,0 1 1 0 0,-1-1-1 0 0,1 0 0 0 0,0 0 1 0 0,6-4-1465 0 0,-1-1-1 0 0,1 0 1 0 0,7-10 0 0 0,-10 11 384 0 0,6-5-937 0 0,2 0 390 0 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45:08.90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1 113 8 0 0,'2'-24'531'0'0,"-2"10"2625"0"0,0 35 446 0 0,0 26 189 0 0,0-37-3597 0 0,1 0-1 0 0,0 1 1 0 0,0-1-1 0 0,1 0 1 0 0,1 0-1 0 0,-1 0 0 0 0,2-1 1 0 0,6 15-1 0 0,4 5 306 0 0,13 24 746 0 0,-25-49-1111 0 0,1-1 0 0 0,-1 0 0 0 0,1 0 0 0 0,0 0-1 0 0,-1 0 1 0 0,1 0 0 0 0,1 0 0 0 0,-1-1 0 0 0,0 1 0 0 0,1-1 0 0 0,4 3-1 0 0,-6-5-77 0 0,1 1-1 0 0,-1 0 1 0 0,1-1-1 0 0,-1 0 0 0 0,1 1 1 0 0,-1-1-1 0 0,1 0 1 0 0,-1 0-1 0 0,1 0 0 0 0,-1-1 1 0 0,0 1-1 0 0,1 0 1 0 0,-1-1-1 0 0,1 0 0 0 0,-1 0 1 0 0,0 0-1 0 0,1 0 0 0 0,-1 0 1 0 0,0 0-1 0 0,0 0 1 0 0,0-1-1 0 0,0 1 0 0 0,0-1 1 0 0,0 1-1 0 0,0-1 1 0 0,0 0-1 0 0,-1 0 0 0 0,3-3 1 0 0,4-5 41 0 0,0-1 0 0 0,-1 0 0 0 0,11-22 0 0 0,-17 30-75 0 0,10-21 111 0 0,-2-1-1 0 0,13-50 1 0 0,-16 49-25 0 0,1 1-1 0 0,21-47 0 0 0,-27 70-98 0 0,0 0 0 0 0,1 0 0 0 0,-1-1-1 0 0,0 1 1 0 0,1 0 0 0 0,0 0 0 0 0,-1 1 0 0 0,1-1 0 0 0,0 0 0 0 0,4-2 0 0 0,-6 4-7 0 0,1-1 0 0 0,0 1 1 0 0,0-1-1 0 0,0 1 1 0 0,0 0-1 0 0,0 0 0 0 0,0-1 1 0 0,-1 1-1 0 0,1 0 1 0 0,0 0-1 0 0,0 0 0 0 0,0 0 1 0 0,0 0-1 0 0,0 0 1 0 0,0 0-1 0 0,0 0 1 0 0,0 1-1 0 0,0-1 0 0 0,0 0 1 0 0,0 0-1 0 0,-1 1 1 0 0,1-1-1 0 0,0 1 0 0 0,0-1 1 0 0,0 1-1 0 0,-1-1 1 0 0,1 1-1 0 0,0-1 1 0 0,0 1-1 0 0,-1 0 0 0 0,2 0 1 0 0,6 8 12 0 0,-1 1 1 0 0,0 0 0 0 0,0 1 0 0 0,-1 0-1 0 0,0 0 1 0 0,0 0 0 0 0,-2 0-1 0 0,1 1 1 0 0,-1 0 0 0 0,-1 0-1 0 0,0 0 1 0 0,-1 0 0 0 0,0 0 0 0 0,-1 16-1 0 0,1 11 152 0 0,-3 1 1 0 0,-1-1-1 0 0,-9 47 0 0 0,-2-26 324 0 0,-3 0 1 0 0,-2-1-1 0 0,-29 64 1 0 0,47-122-485 0 0,-26 56 228 0 0,23-52-242 0 0,1 0 0 0 0,-2 0 0 0 0,1 0 0 0 0,0-1 0 0 0,-1 1 0 0 0,0-1 0 0 0,0 0-1 0 0,-8 6 1 0 0,12-10-30 0 0,-1 0 0 0 0,1 0-1 0 0,-1 0 1 0 0,1 0 0 0 0,0 1-1 0 0,-1-1 1 0 0,1 0 0 0 0,-1 0-1 0 0,1-1 1 0 0,-1 1 0 0 0,1 0-1 0 0,-1 0 1 0 0,1 0 0 0 0,-1 0-1 0 0,1 0 1 0 0,-1 0 0 0 0,1-1-1 0 0,0 1 1 0 0,-1 0 0 0 0,1 0-1 0 0,-1-1 1 0 0,1 1 0 0 0,0 0-1 0 0,-1-1 1 0 0,1 1 0 0 0,0 0-1 0 0,-1-1 1 0 0,1 1 0 0 0,0 0-1 0 0,-1-1 1 0 0,1 1 0 0 0,0-1-1 0 0,0 1 1 0 0,-1-1 0 0 0,-5-16-1631 0 0,8 10 374 0 0,-1-1 0 0 0,1 1-1 0 0,1-1 1 0 0,-1 1 0 0 0,1 0-1 0 0,1 0 1 0 0,-1 0 0 0 0,6-7-1 0 0,6-3-2940 0 0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45:09.39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16 176 912 0 0,'-2'4'654'0'0,"0"0"0"0"0,0 0 0 0 0,0-1 0 0 0,1 2 0 0 0,-1-1 0 0 0,1 0 0 0 0,0 0 0 0 0,0 0 0 0 0,0 1 0 0 0,1-1 0 0 0,0 0 0 0 0,0 0 0 0 0,0 1 0 0 0,0-1 0 0 0,1 6 0 0 0,0-8-496 0 0,0 1 0 0 0,-1-1 0 0 0,1 0 1 0 0,0 1-1 0 0,1-1 0 0 0,-1 0 0 0 0,0 0 0 0 0,1 0 1 0 0,-1 0-1 0 0,1 0 0 0 0,0 0 0 0 0,0 0 1 0 0,-1 0-1 0 0,1-1 0 0 0,0 1 0 0 0,0-1 1 0 0,1 1-1 0 0,-1-1 0 0 0,0 0 0 0 0,0 0 0 0 0,1 0 1 0 0,-1 0-1 0 0,1 0 0 0 0,-1-1 0 0 0,1 1 1 0 0,-1-1-1 0 0,4 1 0 0 0,1 0-8 0 0,0-1 1 0 0,1 0-1 0 0,-1 0 1 0 0,0 0-1 0 0,0-1 1 0 0,1 0-1 0 0,-1 0 1 0 0,0-1-1 0 0,0 0 0 0 0,0 0 1 0 0,0-1-1 0 0,-1 0 1 0 0,7-4-1 0 0,7-5 328 0 0,-1 0 0 0 0,30-28 0 0 0,-31 24-153 0 0,-13 11-215 0 0,0 0 0 0 0,0 0 0 0 0,0-1 0 0 0,-1 0 0 0 0,0 0 0 0 0,0 0 0 0 0,-1 0 0 0 0,0-1 0 0 0,0 0 0 0 0,0 1 0 0 0,-1-1 0 0 0,0 0 0 0 0,1-8 0 0 0,-2 12-75 0 0,0 0 1 0 0,-1 0 0 0 0,1-1-1 0 0,-1 1 1 0 0,0 0-1 0 0,0 0 1 0 0,0 0 0 0 0,-1 0-1 0 0,1 0 1 0 0,-1-1 0 0 0,1 1-1 0 0,-1 0 1 0 0,0 0 0 0 0,0 0-1 0 0,0 0 1 0 0,-1 1 0 0 0,1-1-1 0 0,-1 0 1 0 0,0 0 0 0 0,1 1-1 0 0,-1-1 1 0 0,0 1 0 0 0,-1 0-1 0 0,1-1 1 0 0,0 1 0 0 0,-1 0-1 0 0,1 0 1 0 0,-1 0-1 0 0,1 1 1 0 0,-1-1 0 0 0,-6-2-1 0 0,5 3 6 0 0,-1-1 0 0 0,0 1-1 0 0,0-1 1 0 0,0 1 0 0 0,0 1-1 0 0,0-1 1 0 0,0 1-1 0 0,0 0 1 0 0,0 0 0 0 0,-8 1-1 0 0,10 0-24 0 0,0 0 0 0 0,0 0 0 0 0,0 0 0 0 0,0 0 0 0 0,0 0-1 0 0,0 1 1 0 0,0-1 0 0 0,0 1 0 0 0,1 0 0 0 0,-1 0 0 0 0,1 0 0 0 0,-1 0-1 0 0,1 0 1 0 0,0 0 0 0 0,0 1 0 0 0,0-1 0 0 0,0 1 0 0 0,-1 3 0 0 0,-9 16 46 0 0,1 0 0 0 0,2 1 0 0 0,0 1 1 0 0,-10 45-1 0 0,10-26 101 0 0,-4 84 0 0 0,12-114-146 0 0,1 1 0 0 0,1-1 0 0 0,0 1-1 0 0,0-1 1 0 0,2 1 0 0 0,3 13 0 0 0,-4-24-24 0 0,-1 1 1 0 0,0 0 0 0 0,1-1-1 0 0,0 0 1 0 0,0 1 0 0 0,0-1-1 0 0,0 0 1 0 0,0 0 0 0 0,1 0-1 0 0,0 0 1 0 0,4 3-1 0 0,-5-4-17 0 0,0-1-1 0 0,0 1 1 0 0,1-1-1 0 0,-1 0 1 0 0,0 0-1 0 0,1 0 1 0 0,-1-1-1 0 0,1 1 1 0 0,0 0-1 0 0,-1-1 1 0 0,1 0-1 0 0,-1 1 1 0 0,1-1-1 0 0,0 0 1 0 0,-1-1-1 0 0,1 1 1 0 0,0 0-1 0 0,3-2 1 0 0,2 0-326 0 0,0-1 1 0 0,-1-1-1 0 0,0 1 0 0 0,1-1 0 0 0,-1-1 1 0 0,-1 1-1 0 0,1-1 0 0 0,9-9 1 0 0,29-19-2361 0 0,14 4-1087 0 0,-41 22 1774 0 0,-1-2 0 0 0,0 0 1 0 0,0 0-1 0 0,30-24 0 0 0,-33 18 1111 0 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45:09.61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87 194 408 0 0,'15'-24'2470'0'0,"15"-35"0"0"0,-26 50-1680 0 0,0 0 1 0 0,-1-1-1 0 0,0 1 1 0 0,0-1-1 0 0,-1 0 1 0 0,-1 0-1 0 0,2-13 1 0 0,-4 22-692 0 0,1 0 0 0 0,0 0 0 0 0,0 0 1 0 0,-1 0-1 0 0,1 0 0 0 0,-1 0 0 0 0,1 0 1 0 0,-1 0-1 0 0,1 0 0 0 0,-1 1 0 0 0,1-1 0 0 0,-1 0 1 0 0,0 0-1 0 0,1 1 0 0 0,-1-1 0 0 0,0 0 0 0 0,0 1 1 0 0,1-1-1 0 0,-1 0 0 0 0,0 1 0 0 0,0-1 0 0 0,0 1 1 0 0,0 0-1 0 0,0-1 0 0 0,0 1 0 0 0,0 0 1 0 0,0-1-1 0 0,0 1 0 0 0,0 0 0 0 0,0 0 0 0 0,0 0 1 0 0,-1 0-1 0 0,0 0-35 0 0,1 0 0 0 0,-1 0 0 0 0,1 0 0 0 0,0 0 0 0 0,-1 0 0 0 0,1 0 0 0 0,0 0 0 0 0,-1 1 0 0 0,1-1 0 0 0,0 0 0 0 0,-1 1 0 0 0,1-1 0 0 0,0 1 0 0 0,-1 0 0 0 0,1-1 0 0 0,0 1 0 0 0,0 0 0 0 0,0 0 0 0 0,0 0 0 0 0,0-1 0 0 0,0 1 0 0 0,0 0 0 0 0,0 1 0 0 0,0-1 0 0 0,-1 2 0 0 0,0 1 61 0 0,1 0-1 0 0,0 1 0 0 0,0-1 1 0 0,0 1-1 0 0,0-1 0 0 0,1 1 1 0 0,0-1-1 0 0,-1 1 0 0 0,2-1 1 0 0,-1 1-1 0 0,0-1 0 0 0,1 1 1 0 0,0-1-1 0 0,0 1 1 0 0,1-1-1 0 0,-1 0 0 0 0,4 7 1 0 0,3 5 225 0 0,2 0 0 0 0,0 0 0 0 0,13 16 0 0 0,13 20 631 0 0,-30-42-775 0 0,-1 0 1 0 0,-1 0-1 0 0,0 0 1 0 0,0 0-1 0 0,-1 1 0 0 0,0-1 1 0 0,-1 1-1 0 0,0 0 1 0 0,1 14-1 0 0,-3-21-155 0 0,0 0 1 0 0,0 1-1 0 0,-1-1 0 0 0,1 0 1 0 0,-1 0-1 0 0,0 0 0 0 0,0 0 1 0 0,0 0-1 0 0,-1 0 0 0 0,1 0 0 0 0,-1 0 1 0 0,0 0-1 0 0,0-1 0 0 0,-1 1 1 0 0,1-1-1 0 0,-1 1 0 0 0,1-1 1 0 0,-1 0-1 0 0,0 0 0 0 0,0 0 1 0 0,0 0-1 0 0,-1-1 0 0 0,1 0 0 0 0,-1 1 1 0 0,1-1-1 0 0,-1 0 0 0 0,-4 1 1 0 0,3-1-98 0 0,1 0 1 0 0,0-1 0 0 0,-1 1-1 0 0,1-1 1 0 0,-1 0 0 0 0,1 0-1 0 0,-1-1 1 0 0,0 0 0 0 0,1 1 0 0 0,-1-2-1 0 0,0 1 1 0 0,1 0 0 0 0,-1-1-1 0 0,0 0 1 0 0,1 0 0 0 0,-1 0-1 0 0,1-1 1 0 0,0 1 0 0 0,-1-1 0 0 0,1 0-1 0 0,0-1 1 0 0,0 1 0 0 0,0-1-1 0 0,0 1 1 0 0,1-1 0 0 0,-1 0-1 0 0,1 0 1 0 0,0-1 0 0 0,-1 1 0 0 0,2-1-1 0 0,-1 0 1 0 0,-4-6 0 0 0,3 2-349 0 0,2 4-125 0 0,-1 0-1 0 0,1 0 1 0 0,0-1 0 0 0,1 1 0 0 0,-1 0-1 0 0,1-1 1 0 0,0 1 0 0 0,0-1 0 0 0,0 1-1 0 0,0-1 1 0 0,1 0 0 0 0,0-8-1 0 0,4-7-2472 0 0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45:09.83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23 1 2849 0 0,'0'5'1871'0'0,"1"0"0"0"0,-1 0 0 0 0,0 0 0 0 0,0 0 0 0 0,-2 8 0 0 0,-8 22 4270 0 0,0 2-4575 0 0,9-23-3279 0 0,7 5-5089 0 0,-5-15 5875 0 0,2 3-715 0 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45:09.97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29 8 3081 0 0,'-2'7'3080'0'0,"-5"5"5474"0"0,-1-2-7522 0 0,3-1 1161 0 0,1-4-1089 0 0,4-3-296 0 0,0 1-336 0 0,-3-3-176 0 0,3-3-248 0 0,5-4-104 0 0,0 2-264 0 0,0-2-80 0 0,0 0-1840 0 0,2-5-2585 0 0,0-3-8 0 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48:12.11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18 25 512 0 0,'0'-1'158'0'0,"0"0"1"0"0,0 0-1 0 0,0 0 0 0 0,0 0 0 0 0,0 0 0 0 0,-1 0 1 0 0,1 0-1 0 0,0 0 0 0 0,0 0 0 0 0,-1 0 0 0 0,1 0 1 0 0,-1 0-1 0 0,1 0 0 0 0,-1 0 0 0 0,1 0 1 0 0,-1 0-1 0 0,1 0 0 0 0,-1 1 0 0 0,0-1 0 0 0,0 0 1 0 0,1 0-1 0 0,-2 0 0 0 0,0-1 1060 0 0,2 22 2531 0 0,-2 121-481 0 0,-1-35-1531 0 0,17 171 1 0 0,-12-266-1569 0 0,0 0 0 0 0,0 0 0 0 0,1 0 1 0 0,0 0-1 0 0,1 0 0 0 0,1 0 0 0 0,6 11 0 0 0,-9-18-119 0 0,0-1 0 0 0,0 1-1 0 0,1-1 1 0 0,0 0 0 0 0,-1 0-1 0 0,1 0 1 0 0,0 0 0 0 0,0-1 0 0 0,0 1-1 0 0,1-1 1 0 0,-1 0 0 0 0,1 0-1 0 0,-1 0 1 0 0,1 0 0 0 0,0 0-1 0 0,0-1 1 0 0,0 0 0 0 0,-1 0-1 0 0,1 0 1 0 0,0 0 0 0 0,1-1 0 0 0,5 1-1 0 0,2-2 52 0 0,0 0-1 0 0,-1-1 1 0 0,1-1-1 0 0,-1 1 1 0 0,0-2-1 0 0,19-8 1 0 0,6-1 18 0 0,-6 6-129 0 0,-23 6-27 0 0,-1-1 1 0 0,0 1-1 0 0,1-1 0 0 0,-1-1 0 0 0,9-3 0 0 0,25-9-1053 0 0,-36 14 798 0 0,1-1-1 0 0,0 1 0 0 0,-1-1 1 0 0,1 0-1 0 0,-1 0 0 0 0,1 0 1 0 0,-1 0-1 0 0,0-1 0 0 0,0 1 0 0 0,0-1 1 0 0,5-6-1 0 0,26-23-1927 0 0,-27 26 1271 0 0,0-1-1 0 0,0 0 1 0 0,12-16 0 0 0,4-9-3465 0 0,-17 23 3403 0 0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48:12.46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9 0 8 0 0,'-7'2'-192'0'0,"6"6"4008"0"0,1-7-3246 0 0,1 0 0 0 0,0 0-1 0 0,-1 0 1 0 0,1 0 0 0 0,-1-1-1 0 0,1 1 1 0 0,0 0 0 0 0,0 0-1 0 0,0 0 1 0 0,-1 0 0 0 0,1-1 0 0 0,2 2-1 0 0,28 12 1782 0 0,-22-11-2063 0 0,0 1 0 0 0,0 0-1 0 0,0 1 1 0 0,-1 0 0 0 0,15 12-1 0 0,-12-7-170 0 0,-1 1-1 0 0,0 0 0 0 0,-1 0 1 0 0,-1 1-1 0 0,0 0 1 0 0,0 1-1 0 0,-1 0 1 0 0,-1 0-1 0 0,0 0 0 0 0,-1 1 1 0 0,0 0-1 0 0,-1 0 1 0 0,-1 0-1 0 0,3 25 1 0 0,-2 6-76 0 0,-3 1 1 0 0,-1-1 0 0 0,-10 66 0 0 0,6-74 53 0 0,-11 40 0 0 0,12-62-121 0 0,-1-1-1 0 0,-1 0 0 0 0,-1-1 1 0 0,0 1-1 0 0,-13 22 1 0 0,18-35-42 0 0,-1 1 1 0 0,1-1 0 0 0,0 0 0 0 0,0 1 0 0 0,-1-1 0 0 0,1 0-1 0 0,-1 0 1 0 0,1 0 0 0 0,-1 0 0 0 0,1 0 0 0 0,-1 0 0 0 0,1-1-1 0 0,-1 1 1 0 0,0 0 0 0 0,0-1 0 0 0,-1 1 0 0 0,2-1-135 0 0,0 0 0 0 0,1 0 0 0 0,-1 0 0 0 0,0 0 0 0 0,0 0 0 0 0,1 0 0 0 0,-1 0 0 0 0,0 0 0 0 0,0 0 1 0 0,1 0-1 0 0,-1 0 0 0 0,0-1 0 0 0,0 1 0 0 0,1 0 0 0 0,-1-1 0 0 0,0 1 0 0 0,1 0 0 0 0,-1-1 0 0 0,0 1 0 0 0,1-1 0 0 0,-1 1 1 0 0,1-1-1 0 0,-1 1 0 0 0,1-1 0 0 0,-1 0 0 0 0,1 1 0 0 0,-1-1 0 0 0,1 0 0 0 0,0 1 0 0 0,-1-1 0 0 0,1 0 0 0 0,0 1 1 0 0,0-1-1 0 0,-1 0 0 0 0,1 0 0 0 0,0 1 0 0 0,0-1 0 0 0,0-1 0 0 0,-1-8-1592 0 0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48:14.31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17 240 8 0 0,'-1'-24'600'0'0,"0"22"-154"0"0,1 1-1 0 0,0-1 1 0 0,-1 0 0 0 0,1 0-1 0 0,-1 0 1 0 0,1 1 0 0 0,-1-1-1 0 0,0 0 1 0 0,0 1 0 0 0,-1-4 817 0 0,-6 27 1695 0 0,10-2-2343 0 0,0 1 0 0 0,7 30 1 0 0,1 3-171 0 0,15 72 423 0 0,-15-83-440 0 0,-1 1-1 0 0,2 48 0 0 0,-8-61-186 0 0,-2-23-182 0 0,0-1-1 0 0,0 1 1 0 0,0 0-1 0 0,-1-1 1 0 0,0 1-1 0 0,-1 0 0 0 0,0 0 1 0 0,0-1-1 0 0,-1 1 1 0 0,-2 9-1 0 0,3-17-58 0 0,1 0-1 0 0,0 0 0 0 0,0 0 1 0 0,-1 0-1 0 0,1 0 1 0 0,0-1-1 0 0,-1 1 1 0 0,1 0-1 0 0,0 0 1 0 0,0 0-1 0 0,-1 0 1 0 0,1 0-1 0 0,0 0 1 0 0,0-1-1 0 0,0 1 0 0 0,-1 0 1 0 0,1 0-1 0 0,0 0 1 0 0,0-1-1 0 0,0 1 1 0 0,-1 0-1 0 0,1 0 1 0 0,0 0-1 0 0,0-1 1 0 0,0 1-1 0 0,0 0 1 0 0,0 0-1 0 0,-1-1 0 0 0,1 1 1 0 0,0 0-1 0 0,0 0 1 0 0,0-1-1 0 0,0 1 1 0 0,0 0-1 0 0,0-1 1 0 0,0 1-1 0 0,0 0 1 0 0,0 0-1 0 0,0-1 0 0 0,-4-13 74 0 0,-13-47-138 0 0,3-1 0 0 0,3 0 0 0 0,2-1 1 0 0,0-92-1 0 0,9 113 87 0 0,2-1 0 0 0,8-52-1 0 0,-8 83-10 0 0,0 0-1 0 0,1 1 0 0 0,1-1 0 0 0,0 1 0 0 0,0 0 0 0 0,1 0 1 0 0,0 0-1 0 0,1 1 0 0 0,0 0 0 0 0,1 0 0 0 0,0 0 0 0 0,1 1 1 0 0,9-10-1 0 0,-13 16-8 0 0,-1 0 1 0 0,1 1 0 0 0,-1-1 0 0 0,1 1-1 0 0,0 0 1 0 0,0 0 0 0 0,0 0-1 0 0,0 0 1 0 0,0 1 0 0 0,0 0-1 0 0,1-1 1 0 0,-1 2 0 0 0,0-1-1 0 0,1 0 1 0 0,-1 1 0 0 0,1 0 0 0 0,-1 0-1 0 0,0 0 1 0 0,1 1 0 0 0,7 1-1 0 0,-9-1 6 0 0,1 0-1 0 0,-1 0 1 0 0,0 1-1 0 0,0 0 0 0 0,1-1 1 0 0,-1 1-1 0 0,0 0 1 0 0,0 1-1 0 0,-1-1 0 0 0,1 0 1 0 0,0 1-1 0 0,-1-1 1 0 0,0 1-1 0 0,0 0 1 0 0,1 0-1 0 0,-1 0 0 0 0,-1 0 1 0 0,1 0-1 0 0,0 1 1 0 0,-1-1-1 0 0,0 0 1 0 0,0 1-1 0 0,0-1 0 0 0,0 1 1 0 0,0 6-1 0 0,1 12 6 0 0,-2 1 1 0 0,0-1-1 0 0,-2 1 0 0 0,-1-1 0 0 0,0 0 1 0 0,-2 1-1 0 0,0-2 0 0 0,-2 1 0 0 0,0-1 0 0 0,-1 0 1 0 0,-18 32-1 0 0,19-42-8 0 0,0 0-1 0 0,0-1 1 0 0,-1 0 0 0 0,-11 11 0 0 0,16-18-26 0 0,0 0 1 0 0,-1 1 0 0 0,1-2-1 0 0,-1 1 1 0 0,1 0-1 0 0,-1-1 1 0 0,0 0-1 0 0,0 0 1 0 0,0 0 0 0 0,0 0-1 0 0,-1 0 1 0 0,1-1-1 0 0,0 0 1 0 0,-1 0 0 0 0,-4 0-1 0 0,-13-8-1782 0 0,16 2-1171 0 0,15 3-1381 0 0,-3 2 3053 0 0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48:14.44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12 8 0 0,'10'-12'0'0'0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48:14.62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42 64 760 0 0,'41'-63'8438'0'0,"-47"79"-7574"0"0,1-1 0 0 0,1 1 0 0 0,-3 24 0 0 0,0-3-534 0 0,-13 65 245 0 0,5 0 1 0 0,-2 115-1 0 0,15-193-431 0 0,2 1 1 0 0,1 0-1 0 0,1 0 0 0 0,1 0 1 0 0,9 31-1 0 0,-10-49-123 0 0,0 0 1 0 0,1 0-1 0 0,0 0 1 0 0,1-1-1 0 0,-1 1 0 0 0,1-1 1 0 0,1 0-1 0 0,-1 0 1 0 0,9 8-1 0 0,-9-10-30 0 0,0 0-1 0 0,1-1 0 0 0,0 1 0 0 0,0-1 1 0 0,0 0-1 0 0,0-1 0 0 0,0 1 0 0 0,0-1 1 0 0,1 0-1 0 0,-1-1 0 0 0,1 1 0 0 0,0-1 1 0 0,10 1-1 0 0,-12-2-59 0 0,0 0-1 0 0,0 0 1 0 0,0-1-1 0 0,0 1 1 0 0,1-1-1 0 0,-2 0 1 0 0,1 0 0 0 0,0 0-1 0 0,0-1 1 0 0,0 1-1 0 0,0-1 1 0 0,4-3-1 0 0,-5 3-760 0 0,0 0 0 0 0,0 0 0 0 0,0 0 1 0 0,-1-1-1 0 0,1 1 0 0 0,-1-1 0 0 0,0 0 0 0 0,4-4 0 0 0,-2 0-1043 0 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48:16.84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10 83 40 0 0,'-9'-56'5338'0'0,"11"38"-3126"0"0,-2 17-2156 0 0,0 1 1 0 0,0 0 0 0 0,0-1-1 0 0,0 1 1 0 0,0 0 0 0 0,1-1-1 0 0,-1 1 1 0 0,0 0 0 0 0,0-1-1 0 0,0 1 1 0 0,0 0 0 0 0,0-1-1 0 0,0 1 1 0 0,0 0 0 0 0,1 0-1 0 0,-1-1 1 0 0,0 1 0 0 0,0 0-1 0 0,0 0 1 0 0,1-1 0 0 0,-1 1-1 0 0,0 0 1 0 0,0 0 0 0 0,1 0-1 0 0,-1-1 1 0 0,0 1 0 0 0,1 0-1 0 0,-1 0 1 0 0,0 0 0 0 0,0 0-1 0 0,1 0 1 0 0,-1 0 0 0 0,0-1-1 0 0,1 1 1 0 0,-1 0 0 0 0,0 0-1 0 0,1 0 1 0 0,-1 0 0 0 0,0 0-1 0 0,1 0 1 0 0,-1 0 0 0 0,0 0-1 0 0,1 1 1 0 0,-1-1 0 0 0,0 0-1 0 0,1 0 1 0 0,-1 0 0 0 0,0 0-1 0 0,0 0 1 0 0,1 0 0 0 0,-1 1-1 0 0,0-1 1 0 0,1 0 0 0 0,-1 0-1 0 0,0 0 1 0 0,0 1 0 0 0,0-1-1 0 0,1 1 1 0 0,1 2 90 0 0,-1 0 1 0 0,1 0-1 0 0,-1 0 0 0 0,0 1 1 0 0,0-1-1 0 0,-1 0 1 0 0,1 1-1 0 0,0-1 0 0 0,-1 1 1 0 0,0-1-1 0 0,0 1 0 0 0,0 4 1 0 0,0 7 6 0 0,3 43 579 0 0,-6 72 1 0 0,-1-83 134 0 0,3 1 0 0 0,11 94 0 0 0,-10-141-835 0 0,0 1 0 0 0,0-1 0 0 0,0 1 0 0 0,0-1 0 0 0,1 1 0 0 0,-1-1 0 0 0,0 0-1 0 0,1 1 1 0 0,-1-1 0 0 0,1 0 0 0 0,-1 1 0 0 0,1-1 0 0 0,0 0 0 0 0,0 0 0 0 0,0 1 0 0 0,-1-1-1 0 0,1 0 1 0 0,0 0 0 0 0,0 0 0 0 0,0 0 0 0 0,1 0 0 0 0,-1 0 0 0 0,0-1 0 0 0,0 1 0 0 0,0 0-1 0 0,1 0 1 0 0,-1-1 0 0 0,0 1 0 0 0,1-1 0 0 0,-1 1 0 0 0,3-1 0 0 0,0 0 0 0 0,-1 0 1 0 0,1-1 0 0 0,-1 0-1 0 0,0 1 1 0 0,1-2 0 0 0,-1 1-1 0 0,0 0 1 0 0,0-1 0 0 0,1 1-1 0 0,-1-1 1 0 0,5-3 0 0 0,30-17 11 0 0,-27 17-66 0 0,-1-1 1 0 0,0 0-1 0 0,-1 0 1 0 0,14-12-1 0 0,-5 5-484 0 0,-16 12 151 0 0,0 0 0 0 0,0 0 0 0 0,-1 0 0 0 0,1 0 0 0 0,0 0 0 0 0,-1 0 0 0 0,1-1 0 0 0,-1 1 0 0 0,0-1 0 0 0,1 1 0 0 0,-1-1 0 0 0,0 1 0 0 0,0-1 0 0 0,0 0 0 0 0,1-2 0 0 0,-2 4 334 0 0,0-1-242 0 0,1 1 0 0 0,-1-1 0 0 0,0 0 0 0 0,0 0 0 0 0,1 0 0 0 0,-1 1-1 0 0,1-1 1 0 0,-1 0 0 0 0,1 0 0 0 0,-1 1 0 0 0,1-1 0 0 0,-1 0 0 0 0,1 1 0 0 0,0-1 0 0 0,-1 1 0 0 0,1-1 0 0 0,0 1 0 0 0,-1-1-1 0 0,1 1 1 0 0,0-1 0 0 0,0 1 0 0 0,-1 0 0 0 0,1-1 0 0 0,0 1 0 0 0,0 0 0 0 0,0 0 0 0 0,0-1 0 0 0,1 1 0 0 0,9 0-2134 0 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48:17.20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35 110 8 0 0,'-23'-58'637'0'0,"14"19"2744"0"0,8 36-2754 0 0,0-7 953 0 0,1 10-1513 0 0,0 0 0 0 0,0 0 0 0 0,0 1-1 0 0,0-1 1 0 0,0 0 0 0 0,0 0-1 0 0,0 0 1 0 0,0 0 0 0 0,0 0 0 0 0,0 0-1 0 0,0 0 1 0 0,0 0 0 0 0,0 0-1 0 0,0 0 1 0 0,1 0 0 0 0,-1 0-1 0 0,0 0 1 0 0,0 0 0 0 0,0 0 0 0 0,0 0-1 0 0,0 0 1 0 0,0 0 0 0 0,0 0-1 0 0,0 0 1 0 0,0 0 0 0 0,0 0 0 0 0,0 0-1 0 0,0 0 1 0 0,1 0 0 0 0,-1 0-1 0 0,0 0 1 0 0,0 0 0 0 0,0 0 0 0 0,0 0-1 0 0,0 0 1 0 0,0 0 0 0 0,0 0-1 0 0,0 0 1 0 0,0 0 0 0 0,0 0 0 0 0,0 0-1 0 0,0 0 1 0 0,1 0 0 0 0,6 14 2566 0 0,-7-12-2496 0 0,1-1 1 0 0,-1 1 0 0 0,1-1-1 0 0,0 1 1 0 0,0-1 0 0 0,0 1-1 0 0,0-1 1 0 0,0 0 0 0 0,0 0-1 0 0,0 1 1 0 0,0-1-1 0 0,0 0 1 0 0,0 0 0 0 0,1 0-1 0 0,-1 0 1 0 0,3 1 0 0 0,7 4 277 0 0,104 63 2879 0 0,-102-60-3044 0 0,-1 1-1 0 0,0 0 0 0 0,0 1 0 0 0,-1 1 0 0 0,-1 0 0 0 0,14 18 0 0 0,-16-17-129 0 0,0 1-1 0 0,-1-1 1 0 0,0 2 0 0 0,-1-1-1 0 0,0 1 1 0 0,-1 0 0 0 0,-1 0 0 0 0,0 0-1 0 0,-1 0 1 0 0,-1 1 0 0 0,-1-1-1 0 0,0 25 1 0 0,-1-10-106 0 0,-2 0 0 0 0,-1 0 0 0 0,-2 0 0 0 0,-1 0 0 0 0,-1 0 0 0 0,-1-1 0 0 0,-2 0 0 0 0,-24 50 0 0 0,28-67-109 0 0,-1 0 1 0 0,-17 20-1 0 0,0-9-1364 0 0,-3-8-3569 0 0,26-15 4728 0 0,1 0-1 0 0,-1 0 1 0 0,1 0 0 0 0,-1 0 0 0 0,1 0 0 0 0,-1 0-1 0 0,1 0 1 0 0,0-1 0 0 0,-1 1 0 0 0,1 0 0 0 0,-1 0-1 0 0,1-1 1 0 0,0 1 0 0 0,-1 0 0 0 0,1 0 0 0 0,-1-1 0 0 0,1 1-1 0 0,0 0 1 0 0,0-1 0 0 0,-1 1 0 0 0,1-1 0 0 0,-1 0-1 0 0,1 1 170 0 0,-3-5-1642 0 0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48:18.16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1 201 8 0 0,'0'1'141'0'0,"1"0"1"0"0,0 0-1 0 0,0 0 1 0 0,0 0-1 0 0,0 0 1 0 0,0 0-1 0 0,0 0 1 0 0,0 0-1 0 0,0 0 1 0 0,0 0-1 0 0,0-1 1 0 0,0 1-1 0 0,0 0 1 0 0,3 0-1 0 0,0 2 967 0 0,15 12 1634 0 0,-11-9-2172 0 0,-1 0 0 0 0,1 0 0 0 0,0-1 1 0 0,0 0-1 0 0,0 0 0 0 0,1-1 1 0 0,0 0-1 0 0,-1 0 0 0 0,19 4 0 0 0,84 7 840 0 0,129 1-1 0 0,115-17-801 0 0,-333 1-567 0 0,732-27 1304 0 0,-4-45 72 0 0,-93 9-671 0 0,-597 59-728 0 0,410-14 714 0 0,53-5 360 0 0,216 3 376 0 0,-583 21-1222 0 0,-33 0-24 0 0,-21 1-95 0 0,0-4 0 0 0,114-17 0 0 0,-206 18-116 0 0,4-1-30 0 0,1-1 0 0 0,-1 0 0 0 0,0 0 0 0 0,0-2 0 0 0,23-9 0 0 0,-37 14 0 0 0,0 0 0 0 0,1 0 0 0 0,-1-1 0 0 0,1 1 0 0 0,-1 0 0 0 0,1 0 0 0 0,-1-1 0 0 0,0 1 0 0 0,1 0 0 0 0,-1-1 0 0 0,0 1 0 0 0,1 0 0 0 0,-1-1 0 0 0,0 1 0 0 0,1 0 0 0 0,-1-1 0 0 0,0 1 0 0 0,0-1 0 0 0,0 1 0 0 0,1 0 0 0 0,-1-1 0 0 0,0 1 0 0 0,0-1 0 0 0,0 1 0 0 0,0-1 1 0 0,0 1-1 0 0,0-1 0 0 0,0 1 0 0 0,0-1 0 0 0,0 1 0 0 0,0-1 0 0 0,0 0 0 0 0,0 0-56 0 0,-1 0 0 0 0,0 0 1 0 0,0 0-1 0 0,1 1 1 0 0,-1-1-1 0 0,0 0 0 0 0,0 0 1 0 0,0 1-1 0 0,0-1 1 0 0,0 0-1 0 0,0 1 0 0 0,0-1 1 0 0,-1 0-1 0 0,-4-1-466 0 0,0-1 0 0 0,0 1 0 0 0,-1 0-1 0 0,-6-1 1 0 0,-16 0-4095 0 0,-37 1 0 0 0,31 2 268 0 0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47:56.28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 55 512 0 0,'-1'-12'1738'0'0,"-1"-19"3689"0"0,2 31-5310 0 0,0-1-1 0 0,0 1 1 0 0,0-1-1 0 0,0 1 0 0 0,0-1 1 0 0,0 1-1 0 0,0-1 1 0 0,0 1-1 0 0,0-1 0 0 0,1 1 1 0 0,-1 0-1 0 0,0-1 0 0 0,0 1 1 0 0,1-1-1 0 0,-1 1 1 0 0,0-1-1 0 0,1 1 0 0 0,-1 0 1 0 0,0-1-1 0 0,1 1 1 0 0,-1 0-1 0 0,1-1 0 0 0,-1 1 1 0 0,1 0-1 0 0,-1 0 1 0 0,0-1-1 0 0,1 1 0 0 0,-1 0 1 0 0,1 0-1 0 0,-1 0 1 0 0,1 0-1 0 0,-1 0 0 0 0,1-1 1 0 0,-1 1-1 0 0,1 0 0 0 0,-1 0 1 0 0,1 0-1 0 0,-1 0 1 0 0,1 1-1 0 0,-1-1 0 0 0,1 0 1 0 0,-1 0-1 0 0,1 0 1 0 0,-1 0-1 0 0,1 0 0 0 0,-1 1 1 0 0,1-1-1 0 0,1 1 21 0 0,-1 1 0 0 0,0-1 0 0 0,0 0 0 0 0,1 1 0 0 0,-1-1 0 0 0,0 1 0 0 0,0-1 0 0 0,-1 1 0 0 0,1-1 0 0 0,0 1 0 0 0,0 0 0 0 0,-1-1 0 0 0,1 1 0 0 0,0 3 0 0 0,2 5 282 0 0,5 10 67 0 0,-1 0 0 0 0,-1 1 1 0 0,0-1-1 0 0,3 35 0 0 0,2 86 518 0 0,-11-136-964 0 0,1 27 74 0 0,-6 61 0 0 0,5-83-271 0 0,-1 9-481 0 0,1-19 616 0 0,0 1-1 0 0,0-1 0 0 0,0 1 0 0 0,0-1 1 0 0,0 0-1 0 0,0 1 0 0 0,-1-1 0 0 0,1 1 1 0 0,0-1-1 0 0,0 1 0 0 0,0-1 0 0 0,0 0 1 0 0,0 1-1 0 0,-1-1 0 0 0,1 0 0 0 0,0 1 0 0 0,0-1 1 0 0,-1 0-1 0 0,1 1 0 0 0,0-1 0 0 0,-1 0 1 0 0,1 1-1 0 0,0-1 0 0 0,-1 0 0 0 0,1 0 1 0 0,0 1-1 0 0,-1-1 0 0 0,4-29-5407 0 0,3-31-2720 0 0,-6 45 7074 0 0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47:56.52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13 122 8 0 0,'-2'-6'9'0'0,"-1"0"0"0"0,2 0 0 0 0,-1-1 0 0 0,1 1 0 0 0,0 0 0 0 0,-1-10 0 0 0,2 13 158 0 0,0 0 0 0 0,0 0 0 0 0,0 0 0 0 0,0 0 0 0 0,0 0 0 0 0,1-1 0 0 0,-1 1 0 0 0,1 0 0 0 0,0 0-1 0 0,0 1 1 0 0,0-1 0 0 0,0 0 0 0 0,0 0 0 0 0,1 0 0 0 0,1-3 0 0 0,0 4 104 0 0,0 0-1 0 0,0 0 1 0 0,0 0 0 0 0,0 1 0 0 0,1-1 0 0 0,-1 1-1 0 0,0 0 1 0 0,1-1 0 0 0,-1 1 0 0 0,1 1 0 0 0,-1-1-1 0 0,1 1 1 0 0,5-1 0 0 0,50 2 1566 0 0,-47 0-1477 0 0,1-1-97 0 0,0 2 1 0 0,0 0-1 0 0,1 0 0 0 0,-1 1 0 0 0,-1 1 1 0 0,1 0-1 0 0,0 1 0 0 0,-1 0 1 0 0,16 10-1 0 0,-22-11-138 0 0,0 0 0 0 0,0 0 0 0 0,0 1 1 0 0,-1 0-1 0 0,1 0 0 0 0,-1 0 0 0 0,-1 1 0 0 0,1 0 0 0 0,-1-1 0 0 0,0 2 0 0 0,0-1 0 0 0,-1 0 1 0 0,1 1-1 0 0,-1-1 0 0 0,-1 1 0 0 0,0 0 0 0 0,0 0 0 0 0,2 13 0 0 0,-3-7 9 0 0,0 0-1 0 0,-1 0 0 0 0,-1 0 0 0 0,0 0 1 0 0,-1-1-1 0 0,-1 1 0 0 0,0 0 1 0 0,0-1-1 0 0,-1 0 0 0 0,-1 0 0 0 0,0 0 1 0 0,0 0-1 0 0,-8 11 0 0 0,9-17-131 0 0,0 1 0 0 0,0-1-1 0 0,-1 0 1 0 0,0 0-1 0 0,0-1 1 0 0,0 0 0 0 0,0 1-1 0 0,-1-2 1 0 0,0 1-1 0 0,0-1 1 0 0,0 1 0 0 0,-1-2-1 0 0,1 1 1 0 0,-1-1-1 0 0,0 0 1 0 0,0 0 0 0 0,0-1-1 0 0,0 0 1 0 0,-1 0-1 0 0,1-1 1 0 0,-1 0-1 0 0,1 0 1 0 0,-14-1 0 0 0,18 0-109 0 0,0-1 1 0 0,0 1 0 0 0,0-1 0 0 0,1 0-1 0 0,-1 0 1 0 0,0 0 0 0 0,1 0 0 0 0,-1 0-1 0 0,1-1 1 0 0,-1 1 0 0 0,1-1 0 0 0,-1 1-1 0 0,1-1 1 0 0,0 0 0 0 0,0 0-1 0 0,0 0 1 0 0,0 0 0 0 0,0 0 0 0 0,1-1-1 0 0,-1 1 1 0 0,-1-3 0 0 0,1 1-427 0 0,0 0 1 0 0,1 0-1 0 0,-1 1 0 0 0,1-1 1 0 0,0 0-1 0 0,0 0 0 0 0,1-1 1 0 0,-1 1-1 0 0,1 0 0 0 0,0 0 1 0 0,0 0-1 0 0,0 0 0 0 0,0 0 1 0 0,2-5-1 0 0,2-1-663 0 0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47:56.90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131 27 352 0 0,'0'-1'353'0'0,"0"-1"-1"0"0,-1 0 1 0 0,1 1-1 0 0,0-1 1 0 0,-1 1 0 0 0,0-1-1 0 0,1 1 1 0 0,-1-1-1 0 0,0 1 1 0 0,0-1-1 0 0,1 1 1 0 0,-1 0 0 0 0,0-1-1 0 0,0 1 1 0 0,-1 0-1 0 0,-1-2 1 0 0,2 3-169 0 0,0 0 0 0 0,0-1 0 0 0,0 1-1 0 0,0 0 1 0 0,0 0 0 0 0,0 0 0 0 0,0 0 0 0 0,0 0 0 0 0,0 0 0 0 0,0 0 0 0 0,0 1-1 0 0,0-1 1 0 0,0 0 0 0 0,0 0 0 0 0,0 1 0 0 0,0-1 0 0 0,0 1 0 0 0,0-1 0 0 0,1 1 0 0 0,-1-1-1 0 0,0 1 1 0 0,0-1 0 0 0,0 1 0 0 0,1 0 0 0 0,-1 0 0 0 0,0-1 0 0 0,0 1 0 0 0,0 1-1 0 0,-7 7 133 0 0,1 1-1 0 0,0-1 1 0 0,0 2-1 0 0,1-1 1 0 0,1 0-1 0 0,-1 1 1 0 0,2 0-1 0 0,-1 1 0 0 0,2-1 1 0 0,-4 15-1 0 0,-1 17 198 0 0,-5 60-1 0 0,10-72-249 0 0,2 0 0 0 0,1-1 0 0 0,2 1 0 0 0,6 36 0 0 0,-5-51-187 0 0,0 0 0 0 0,2 0 0 0 0,0 0 1 0 0,0-1-1 0 0,2 0 0 0 0,0 0 1 0 0,0 0-1 0 0,1-1 0 0 0,15 20 1 0 0,-16-26-62 0 0,0 0 0 0 0,1 0 1 0 0,0-1-1 0 0,0 0 1 0 0,0 0-1 0 0,1-1 0 0 0,0 0 1 0 0,12 6-1 0 0,-16-10-323 0 0,0 0 0 0 0,0-1 1 0 0,0 1-1 0 0,0-1 0 0 0,1 0 0 0 0,-1 0 0 0 0,10 0 0 0 0,-11-1-492 0 0,0 0-1 0 0,1-1 0 0 0,-1 1 1 0 0,0-1-1 0 0,1 0 1 0 0,-1 0-1 0 0,0-1 1 0 0,0 1-1 0 0,0-1 1 0 0,6-3-1 0 0,2-3-2670 0 0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47:59.15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10 505 8 0 0,'0'13'-70'0'0,"0"4"2122"0"0,0-8 3465 0 0,0-117 2297 0 0,-10-250-5498 0 0,10 355-2307 0 0,0 0 0 0 0,0 0 0 0 0,1-1 0 0 0,-1 1 0 0 0,1 0 0 0 0,0 0-1 0 0,0 0 1 0 0,0 0 0 0 0,2-5 0 0 0,-3 8-6 0 0,0 0-1 0 0,0-1 1 0 0,0 1-1 0 0,1-1 1 0 0,-1 1-1 0 0,0-1 1 0 0,0 1-1 0 0,1 0 1 0 0,-1-1-1 0 0,0 1 1 0 0,1 0 0 0 0,-1-1-1 0 0,0 1 1 0 0,1 0-1 0 0,-1 0 1 0 0,1-1-1 0 0,-1 1 1 0 0,0 0-1 0 0,1 0 1 0 0,-1 0-1 0 0,1-1 1 0 0,-1 1-1 0 0,1 0 1 0 0,-1 0-1 0 0,1 0 1 0 0,0 0 3 0 0,0 1-1 0 0,0-1 1 0 0,0 1 0 0 0,-1-1-1 0 0,1 1 1 0 0,0-1 0 0 0,-1 1-1 0 0,1 0 1 0 0,0-1 0 0 0,-1 1-1 0 0,1 0 1 0 0,-1 0 0 0 0,1-1-1 0 0,-1 1 1 0 0,1 0 0 0 0,-1 0-1 0 0,0 0 1 0 0,1 0-1 0 0,-1 1 1 0 0,36 91 54 0 0,23 49-2 0 0,-50-125-71 0 0,0-1 1 0 0,1-1-1 0 0,0 0 1 0 0,1 0 0 0 0,1-1-1 0 0,18 17 1 0 0,-14-16 116 0 0,31 22 1 0 0,-42-34-78 0 0,1 0 0 0 0,-1 0 1 0 0,1 0-1 0 0,-1 0 0 0 0,1-1 0 0 0,0 0 1 0 0,0 0-1 0 0,0-1 0 0 0,0 0 0 0 0,0 0 1 0 0,7 1-1 0 0,-12-2-18 0 0,0 0 0 0 0,-1 0 1 0 0,1 0-1 0 0,-1-1 0 0 0,1 1 0 0 0,-1 0 1 0 0,1 0-1 0 0,0 0 0 0 0,-1 0 0 0 0,1-1 1 0 0,-1 1-1 0 0,1 0 0 0 0,-1 0 0 0 0,1-1 0 0 0,-1 1 1 0 0,1 0-1 0 0,-1-1 0 0 0,0 1 0 0 0,1-1 1 0 0,-1 1-1 0 0,1-1 0 0 0,-1 1 0 0 0,0-1 1 0 0,1 1-1 0 0,-1-1 0 0 0,0 1 0 0 0,0-1 1 0 0,1 0-1 0 0,0-21 211 0 0,-11-21-16 0 0,2 24-150 0 0,-20-31 1 0 0,19 33-33 0 0,0 1 1 0 0,-9-24-1 0 0,3 0-125 0 0,7 19 102 0 0,0 0-1 0 0,2 0 0 0 0,0-1 0 0 0,-5-36 0 0 0,11 52-109 0 0,-1 1-120 0 0,0 0 0 0 0,1 1-1 0 0,0-1 1 0 0,0 0 0 0 0,0 0 0 0 0,0 0 0 0 0,1 0 0 0 0,0 0-1 0 0,0 1 1 0 0,0-1 0 0 0,1 0 0 0 0,-1 1 0 0 0,4-8 0 0 0,-4 12-35 0 0,-1-1 0 0 0,1 1-1 0 0,-1-1 1 0 0,1 1 0 0 0,0-1 0 0 0,-1 1 0 0 0,1-1 0 0 0,-1 1 0 0 0,1 0 0 0 0,0-1 0 0 0,-1 1-1 0 0,1 0 1 0 0,0 0 0 0 0,-1 0 0 0 0,1-1 0 0 0,0 1 0 0 0,0 0 0 0 0,-1 0 0 0 0,1 0 0 0 0,0 0-1 0 0,-1 0 1 0 0,1 0 0 0 0,0 0 0 0 0,0 1 0 0 0,0-1 0 0 0,18 8-4215 0 0,-10 1 2873 0 0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47:59.67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80 8 0 0,'2'-13'22'0'0,"0"4"837"0"0,-1 0 0 0 0,2 0 0 0 0,-1 0 0 0 0,1 0 0 0 0,6-12 0 0 0,-9 21-785 0 0,0 0 1 0 0,0 1 0 0 0,0-1-1 0 0,0 0 1 0 0,0 0-1 0 0,0 1 1 0 0,0-1-1 0 0,1 0 1 0 0,-1 0 0 0 0,0 1-1 0 0,0-1 1 0 0,0 0-1 0 0,0 0 1 0 0,0 0 0 0 0,1 1-1 0 0,-1-1 1 0 0,0 0-1 0 0,0 0 1 0 0,0 0 0 0 0,1 1-1 0 0,-1-1 1 0 0,0 0-1 0 0,0 0 1 0 0,1 0 0 0 0,-1 0-1 0 0,0 0 1 0 0,0 0-1 0 0,1 1 1 0 0,-1-1-1 0 0,0 0 1 0 0,0 0 0 0 0,1 0-1 0 0,-1 0 1 0 0,0 0-1 0 0,0 0 1 0 0,1 0 0 0 0,-1 0-1 0 0,0 0 1 0 0,1 0-1 0 0,-1 0 1 0 0,0 0 0 0 0,0-1-1 0 0,1 1 1 0 0,-1 0-1 0 0,0 0 1 0 0,0 0 0 0 0,1 0-1 0 0,-1 0 1 0 0,0 0-1 0 0,0-1 1 0 0,0 1-1 0 0,1 0 1 0 0,-1 0 0 0 0,0 0-1 0 0,0-1 1 0 0,0 1-1 0 0,0 0 1 0 0,1 0 0 0 0,-1 0-1 0 0,0-1 1 0 0,0 1-1 0 0,0 0 1 0 0,0 0 0 0 0,0-1-1 0 0,4 26 1618 0 0,-4-22-1560 0 0,4 147 2768 0 0,-4-91-2046 0 0,8 64 0 0 0,-6-104-738 0 0,2 0 1 0 0,0-1-1 0 0,1 1 1 0 0,0-1-1 0 0,2 0 1 0 0,0-1-1 0 0,15 26 1 0 0,-16-33-29 0 0,0 1 0 0 0,1-2 0 0 0,0 1 0 0 0,1-1 0 0 0,0 0 1 0 0,13 11-1 0 0,-19-18-75 0 0,0 0 1 0 0,1-1-1 0 0,-1 1 1 0 0,0-1-1 0 0,1 0 1 0 0,-1 0-1 0 0,0 0 1 0 0,1 0-1 0 0,0 0 1 0 0,-1 0-1 0 0,1-1 1 0 0,-1 1-1 0 0,1-1 1 0 0,0 1-1 0 0,-1-1 1 0 0,1 0-1 0 0,0 0 1 0 0,-1-1-1 0 0,1 1 1 0 0,0-1-1 0 0,-1 1 1 0 0,1-1-1 0 0,0 0 1 0 0,-1 0-1 0 0,1 0 1 0 0,-1 0-1 0 0,0 0 1 0 0,1 0-1 0 0,-1-1 1 0 0,0 1-1 0 0,0-1 1 0 0,0 0-1 0 0,0 1 1 0 0,0-1-1 0 0,2-3 1 0 0,5-4 1 0 0,-1 0 0 0 0,0-1 0 0 0,-1 0 0 0 0,0-1 0 0 0,0 1 0 0 0,-1-2 0 0 0,0 1 0 0 0,-1 0 0 0 0,-1-1 0 0 0,0 0 0 0 0,0 0 0 0 0,-1 0 0 0 0,-1-1 0 0 0,2-20 0 0 0,-1 9-27 0 0,-2 0 1 0 0,0 0-1 0 0,-6-43 1 0 0,3 53 10 0 0,-1-1 1 0 0,0 1 0 0 0,-1-1-1 0 0,-1 1 1 0 0,0 0-1 0 0,-1 1 1 0 0,-9-17 0 0 0,14 28 8 0 0,-1-1 1 0 0,1 1-1 0 0,-1 0 1 0 0,0 0-1 0 0,0 0 1 0 0,0-1 0 0 0,0 2-1 0 0,0-1 1 0 0,0 0-1 0 0,0 0 1 0 0,-1 1-1 0 0,-3-2 1 0 0,6 2-6 0 0,-1 1 0 0 0,1 0-1 0 0,-1 0 1 0 0,0 0 0 0 0,1-1 0 0 0,-1 1-1 0 0,0 0 1 0 0,1 0 0 0 0,-1 0 0 0 0,0 0-1 0 0,1 0 1 0 0,-1 1 0 0 0,0-1 0 0 0,1 0-1 0 0,-1 0 1 0 0,1 0 0 0 0,-1 1 0 0 0,0-1-1 0 0,1 0 1 0 0,-2 1 0 0 0,1 0 3 0 0,0 0 0 0 0,0 0-1 0 0,0 0 1 0 0,0 0 0 0 0,1 0 0 0 0,-1 1 0 0 0,0-1-1 0 0,0 0 1 0 0,1 0 0 0 0,-1 1 0 0 0,1-1 0 0 0,-1 0 0 0 0,1 3-1 0 0,-8 26 44 0 0,3 0 0 0 0,0 1 1 0 0,2 0-1 0 0,1 0 0 0 0,2 0 0 0 0,1-1 0 0 0,1 1 0 0 0,9 42 0 0 0,-10-66-35 0 0,1 1-1 0 0,0 0 1 0 0,1-1 0 0 0,0 0 0 0 0,8 15 0 0 0,-10-20-54 0 0,0 0 0 0 0,1 0 0 0 0,-1 0 0 0 0,1 0 0 0 0,0 0 1 0 0,0 0-1 0 0,-1-1 0 0 0,1 1 0 0 0,0 0 0 0 0,1-1 0 0 0,-1 0 1 0 0,0 1-1 0 0,0-1 0 0 0,1 0 0 0 0,-1 0 0 0 0,0 0 0 0 0,1-1 1 0 0,-1 1-1 0 0,1 0 0 0 0,-1-1 0 0 0,1 0 0 0 0,2 1 0 0 0,-1-2-302 0 0,0 1 0 0 0,0-1-1 0 0,0 0 1 0 0,0 0-1 0 0,0 0 1 0 0,0-1 0 0 0,-1 1-1 0 0,1-1 1 0 0,-1 0-1 0 0,1 0 1 0 0,-1 0 0 0 0,1 0-1 0 0,-1-1 1 0 0,0 1-1 0 0,0-1 1 0 0,-1 0 0 0 0,5-5-1 0 0,1-2-1344 0 0,0 0-1 0 0,-1-1 1 0 0,-1 0-1 0 0,8-17 1 0 0,-9 14 795 0 0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47:59.90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0 147 8 0 0,'0'-22'-2'0'0,"1"-44"1524"0"0,0 61-1062 0 0,-1 0 0 0 0,1 0 0 0 0,0 0 0 0 0,0 0 0 0 0,1 0 0 0 0,-1 1 0 0 0,1-1 0 0 0,0 0 0 0 0,0 1 0 0 0,3-5 0 0 0,-5 9-422 0 0,0 0 0 0 0,0 0-1 0 0,1 0 1 0 0,-1 0 0 0 0,0-1-1 0 0,0 1 1 0 0,0 0 0 0 0,0 0 0 0 0,0 0-1 0 0,0 0 1 0 0,0 0 0 0 0,0 0-1 0 0,0 0 1 0 0,1 0 0 0 0,-1 0 0 0 0,0-1-1 0 0,0 1 1 0 0,0 0 0 0 0,0 0-1 0 0,0 0 1 0 0,0 0 0 0 0,1 0 0 0 0,-1 0-1 0 0,0 0 1 0 0,0 0 0 0 0,0 0-1 0 0,0 0 1 0 0,0 0 0 0 0,1 0 0 0 0,-1 0-1 0 0,0 0 1 0 0,0 0 0 0 0,0 0-1 0 0,0 0 1 0 0,0 0 0 0 0,1 0 0 0 0,-1 0-1 0 0,0 0 1 0 0,0 0 0 0 0,0 1-1 0 0,0-1 1 0 0,0 0 0 0 0,1 0 0 0 0,3 8 912 0 0,1 16 160 0 0,-4-20-765 0 0,11 63 1670 0 0,50 335 2274 0 0,-57-351-4134 0 0,2 59-223 0 0,-8-102-385 0 0,-2-7-1900 0 0,0-14-3248 0 0,3 6 3277 0 0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48:21.20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1 8 0 0,'0'10'466'0'0,"0"-9"-182"0"0,-1 0-1 0 0,1 0 0 0 0,0 1 0 0 0,0-1 0 0 0,0 0 0 0 0,0 0 0 0 0,0 0 0 0 0,0 0 1 0 0,1 0-1 0 0,-1 0 0 0 0,0 0 0 0 0,1 1 0 0 0,-1-1 0 0 0,0 0 0 0 0,1 0 1 0 0,-1 0-1 0 0,1 0 0 0 0,0 0 0 0 0,-1-1 0 0 0,1 1 0 0 0,0 0 0 0 0,-1 0 1 0 0,1 0-1 0 0,0 0 0 0 0,0-1 0 0 0,2 2 0 0 0,2 2 503 0 0,0-1-1 0 0,0 1 1 0 0,1-1-1 0 0,0 0 1 0 0,-1-1-1 0 0,1 1 1 0 0,8 1-1 0 0,-4-1-303 0 0,1-1 0 0 0,0-1-1 0 0,17 1 1 0 0,4-2-467 0 0,58-10 1 0 0,-85 9 93 0 0,9-1-203 0 0,78-14-1132 0 0,-116 35-8839 0 0,19-14 7629 0 0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48:21.38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27 0 8 0 0,'-3'5'-89'0'0,"-1"-2"288"0"0,2 1 2 0 0,-1 0-1 0 0,0-1 1 0 0,1 1 0 0 0,-1 0-1 0 0,1 0 1 0 0,-1 5-1 0 0,2-8-10 0 0,1 1 0 0 0,0-1 0 0 0,0 0 0 0 0,0 0 0 0 0,0 0-1 0 0,0 1 1 0 0,0-1 0 0 0,0 0 0 0 0,0 0 0 0 0,1 1-1 0 0,-1-1 1 0 0,0 0 0 0 0,1 0 0 0 0,-1 0 0 0 0,1 0-1 0 0,0 0 1 0 0,-1 0 0 0 0,1 0 0 0 0,0 0 0 0 0,-1 0-1 0 0,1 0 1 0 0,0 0 0 0 0,0 0 0 0 0,0 0 0 0 0,0 0-1 0 0,0-1 1 0 0,0 1 0 0 0,0 0 0 0 0,0-1 0 0 0,0 1-1 0 0,2 0 1 0 0,16 9 834 0 0,1-1 0 0 0,0-1-1 0 0,0-1 1 0 0,0-1-1 0 0,1 0 1 0 0,32 3 0 0 0,-35-7-1011 0 0,0 0 0 0 0,0-2-1 0 0,0 0 1 0 0,0-1 0 0 0,0-1 0 0 0,0 0 0 0 0,0-1 0 0 0,18-7 0 0 0,-33 9-454 0 0,0 0 1 0 0,-1-1-1 0 0,1 1 1 0 0,0-1-1 0 0,-1 0 1 0 0,5-4-1 0 0,2-1-2901 0 0,-3 2 531 0 0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48:24.32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34 360 512 0 0,'-13'-38'666'0'0,"8"23"721"0"0,0-1 0 0 0,-5-28-1 0 0,10 43-1196 0 0,0 0-1 0 0,-1-1 0 0 0,1 1 0 0 0,1 0 0 0 0,-1 0 0 0 0,0 0 0 0 0,0 0 0 0 0,0 0 0 0 0,0 0 0 0 0,1 0 0 0 0,-1 0 0 0 0,1 0 0 0 0,0-2 0 0 0,4 1 2271 0 0,2 10-1207 0 0,-2 5-975 0 0,-1-1 0 0 0,0 1 0 0 0,0 0 0 0 0,-1 1 0 0 0,-1-1 0 0 0,1 21 0 0 0,1-7-38 0 0,40 365 1387 0 0,-43-371-1514 0 0,-1-20-114 0 0,0-13-27 0 0,-2-5 26 0 0,0 0-1 0 0,0 0 0 0 0,-9-27 1 0 0,-4-25-101 0 0,10 22 116 0 0,1 0 1 0 0,3-1-1 0 0,2 1 1 0 0,2-1-1 0 0,2 1 1 0 0,1 0-1 0 0,26-86 1 0 0,-28 121-5 0 0,0 1 0 0 0,1-1 0 0 0,1 1 0 0 0,-1 0 0 0 0,2 1 0 0 0,0 0 0 0 0,13-16 0 0 0,-17 22-8 0 0,1 0 0 0 0,-1 0 1 0 0,1 1-1 0 0,0-1 0 0 0,1 1 0 0 0,-1 0 0 0 0,1 0 1 0 0,-1 1-1 0 0,1-1 0 0 0,0 1 0 0 0,0 0 0 0 0,0 0 1 0 0,0 1-1 0 0,0-1 0 0 0,0 1 0 0 0,0 0 1 0 0,0 1-1 0 0,1-1 0 0 0,-1 1 0 0 0,6 0 0 0 0,-10 1 3 0 0,1-1-1 0 0,0 0 1 0 0,0 1 0 0 0,-1 0-1 0 0,1-1 1 0 0,0 1-1 0 0,0 0 1 0 0,-1 0-1 0 0,1 0 1 0 0,-1 0-1 0 0,1 0 1 0 0,-1 0-1 0 0,0 0 1 0 0,1 1-1 0 0,-1-1 1 0 0,0 0 0 0 0,0 1-1 0 0,0-1 1 0 0,0 1-1 0 0,0-1 1 0 0,0 1-1 0 0,0 0 1 0 0,0-1-1 0 0,-1 1 1 0 0,1 0-1 0 0,-1 0 1 0 0,1 2-1 0 0,1 7 8 0 0,0-1 0 0 0,-1 0 0 0 0,-1 19 0 0 0,1-12-10 0 0,-1 9 14 0 0,0 1-1 0 0,-1-1 0 0 0,-10 48 0 0 0,9-63-14 0 0,-1 1 0 0 0,0-1 0 0 0,-1 0-1 0 0,0 0 1 0 0,-1-1 0 0 0,-1 1 0 0 0,1-1 0 0 0,-1 0-1 0 0,-1 0 1 0 0,-15 17 0 0 0,20-25-14 0 0,0 0 0 0 0,-1 0 1 0 0,1 0-1 0 0,0-1 0 0 0,-1 1 0 0 0,1 0 0 0 0,-1-1 0 0 0,1 0 1 0 0,-1 1-1 0 0,0-1 0 0 0,1 0 0 0 0,-1-1 0 0 0,0 1 1 0 0,0 0-1 0 0,0-1 0 0 0,0 1 0 0 0,0-1 0 0 0,0 0 0 0 0,0 0 1 0 0,1 0-1 0 0,-1-1 0 0 0,0 1 0 0 0,0-1 0 0 0,0 1 0 0 0,0-1 1 0 0,0 0-1 0 0,1 0 0 0 0,-1 0 0 0 0,-4-3 0 0 0,6 3-153 0 0,0 1-1 0 0,0-1 1 0 0,0 0-1 0 0,0 0 1 0 0,-1 0 0 0 0,1-1-1 0 0,1 1 1 0 0,-1 0-1 0 0,0 0 1 0 0,0-1-1 0 0,0 1 1 0 0,1 0-1 0 0,-1-1 1 0 0,0 1-1 0 0,0-3 1 0 0,1 1-592 0 0,0 0 0 0 0,0 0 0 0 0,1 0 0 0 0,-1 0 0 0 0,1 0 0 0 0,0 1 0 0 0,1-6 0 0 0,1-5-1144 0 0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48:24.62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157 0 1016 0 0,'-12'8'1488'0'0,"-1"1"-1"0"0,2 0 1 0 0,-1 1 0 0 0,2 0-1 0 0,-19 23 1 0 0,22-24-1138 0 0,1 0 0 0 0,1 1 0 0 0,0 0 0 0 0,0 0 0 0 0,1 0 0 0 0,0 0 0 0 0,1 1 0 0 0,-4 19 0 0 0,-5 67 407 0 0,3 0 0 0 0,6 110 0 0 0,3-195-735 0 0,0 16 72 0 0,1 1 0 0 0,2-1 0 0 0,0 0 1 0 0,14 50-1 0 0,-14-67-87 0 0,1 1 1 0 0,1-1-1 0 0,0 0 1 0 0,0-1-1 0 0,1 1 0 0 0,0-1 1 0 0,1 0-1 0 0,0-1 1 0 0,0 1-1 0 0,1-1 1 0 0,1-1-1 0 0,-1 0 1 0 0,1 0-1 0 0,10 7 0 0 0,-7-8-107 0 0,1 0 0 0 0,-1 0 0 0 0,1-1 0 0 0,0 0 0 0 0,1-2-1 0 0,-1 1 1 0 0,1-2 0 0 0,0 0 0 0 0,18 2 0 0 0,-29-6-340 0 0,0 1 0 0 0,0-1-1 0 0,1 0 1 0 0,-1-1 0 0 0,0 1 0 0 0,0-1 0 0 0,0 1-1 0 0,0-1 1 0 0,-1 0 0 0 0,1 0 0 0 0,0 0 0 0 0,-1 0 0 0 0,1-1-1 0 0,-1 1 1 0 0,4-6 0 0 0,-2-8-946 0 0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48:25.05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56 33 8 0 0,'-10'-2'47'0'0,"-20"-5"1438"0"0,30 7-1374 0 0,-1-1 0 0 0,1 1 0 0 0,-1 0 0 0 0,1 0 0 0 0,0 0 0 0 0,-1-1 0 0 0,1 1-1 0 0,-1 0 1 0 0,1-1 0 0 0,0 1 0 0 0,-1 0 0 0 0,1-1 0 0 0,0 1 0 0 0,-1 0 0 0 0,1-1 0 0 0,0 1 0 0 0,0-1 0 0 0,-1 1 0 0 0,1 0-1 0 0,0-1 1 0 0,0 1 0 0 0,0-1 0 0 0,0 1 0 0 0,0-1 0 0 0,0 1 0 0 0,-1-1 0 0 0,1 1 0 0 0,0-1 0 0 0,0 1 0 0 0,0-1 0 0 0,1 1-1 0 0,-1-1 1 0 0,0 1 0 0 0,0 0 0 0 0,0-1 0 0 0,0 1 0 0 0,0-1 0 0 0,0 1 0 0 0,1-1 0 0 0,-1 1 0 0 0,0-1 0 0 0,0 1 0 0 0,1 0-1 0 0,-1-1 1 0 0,0 1 0 0 0,1 0 0 0 0,-1-1 0 0 0,0 1 0 0 0,1 0 0 0 0,-1-1 0 0 0,0 1 0 0 0,1 0 0 0 0,0-1 0 0 0,-1 1-34 0 0,0 0 1 0 0,1-1 0 0 0,-1 1 0 0 0,0 0-1 0 0,0 0 1 0 0,1 0 0 0 0,-1-1 0 0 0,0 1-1 0 0,1 0 1 0 0,-1 0 0 0 0,0 0-1 0 0,1 0 1 0 0,-1 0 0 0 0,0-1 0 0 0,1 1-1 0 0,-1 0 1 0 0,0 0 0 0 0,1 0 0 0 0,-1 0-1 0 0,0 0 1 0 0,1 0 0 0 0,-1 0 0 0 0,0 0-1 0 0,1 0 1 0 0,-1 0 0 0 0,0 0 0 0 0,1 1-1 0 0,-1-1 1 0 0,0 0 0 0 0,1 0 0 0 0,-1 0-1 0 0,1 1 1 0 0,8 10 1001 0 0,1 17-121 0 0,-2 126 754 0 0,-10-116-1164 0 0,-9 53 0 0 0,-2 28 313 0 0,10-78-318 0 0,-15 76 1 0 0,13-72-151 0 0,5-43-364 0 0,0 0 0 0 0,0 0 0 0 0,0 1-1 0 0,0-1 1 0 0,0 0 0 0 0,1 0 0 0 0,-1 0 0 0 0,1 0-1 0 0,-1 0 1 0 0,1 0 0 0 0,0 0 0 0 0,0 0 0 0 0,0 0 0 0 0,0 0-1 0 0,0 0 1 0 0,0-1 0 0 0,3 4 0 0 0,-2-4-19 0 0,-1-1-1 0 0,0 1 1 0 0,1-1 0 0 0,-1 0 0 0 0,1 1 0 0 0,-1-1-1 0 0,0 0 1 0 0,1 0 0 0 0,-1 0 0 0 0,1 0 0 0 0,-1 0 0 0 0,1 0-1 0 0,-1-1 1 0 0,1 1 0 0 0,1-1 0 0 0,25-8 135 0 0,-20 6-126 0 0,151-52 108 0 0,-140 51-195 0 0,-16 4 58 0 0,0-1 0 0 0,0 1-1 0 0,-1-1 1 0 0,1 0 0 0 0,0 1 0 0 0,-1-1-1 0 0,1 0 1 0 0,-1-1 0 0 0,1 1 0 0 0,-1 0-1 0 0,3-2 1 0 0,3 0-751 0 0,4-1-4726 0 0,-6-8 1044 0 0,-5 1 2926 0 0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48:25.37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12 47 8 0 0,'-2'-7'522'0'0,"-5"-17"2085"0"0,6 23-2460 0 0,1 1-1 0 0,0 0 1 0 0,0-1 0 0 0,-1 1-1 0 0,1-1 1 0 0,0 1 0 0 0,0-1-1 0 0,0 1 1 0 0,0 0 0 0 0,0-1 0 0 0,0 1-1 0 0,0-1 1 0 0,0 1 0 0 0,0-1-1 0 0,0 1 1 0 0,0 0 0 0 0,0-1-1 0 0,0 1 1 0 0,0-1 0 0 0,0 1-1 0 0,1-1 1 0 0,-1 1 0 0 0,0 0 0 0 0,0-1-1 0 0,0 1 1 0 0,1-1 0 0 0,-1 1-1 0 0,0 0 1 0 0,0-1 0 0 0,1 1-1 0 0,-1 0 1 0 0,0-1 0 0 0,1 1-1 0 0,-1 0 1 0 0,0 0 0 0 0,1-1 0 0 0,0 1-1 0 0,0 0-31 0 0,0 1 0 0 0,0-1 0 0 0,0 1 0 0 0,-1-1 0 0 0,1 1 0 0 0,0 0 0 0 0,0-1 0 0 0,0 1 0 0 0,-1 0 0 0 0,1-1 0 0 0,0 1 0 0 0,-1 0 0 0 0,1 0 0 0 0,0 0 0 0 0,-1 0 0 0 0,0 0 0 0 0,1 0 0 0 0,-1 0 0 0 0,1 0-1 0 0,-1 0 1 0 0,0 0 0 0 0,0 0 0 0 0,1 1 0 0 0,5 28 786 0 0,2 60 866 0 0,-3 113 1 0 0,-5-157-1276 0 0,-25 244 1008 0 0,21-256-1339 0 0,4-31-150 0 0,-5 51-4 0 0,5-49-12 0 0,0 0 1 0 0,0 1-1 0 0,1-1 0 0 0,0 0 1 0 0,0 0-1 0 0,0 0 0 0 0,0 0 0 0 0,3 6 1 0 0,-3-11-4 0 0,-1 1-1 0 0,0-1 1 0 0,0 0 0 0 0,0 0 0 0 0,0 1 0 0 0,0-1 0 0 0,0 0 0 0 0,0 0 0 0 0,0 0 0 0 0,0 1 0 0 0,1-1 0 0 0,-1 0 0 0 0,0 0 0 0 0,0 0 0 0 0,0 1 0 0 0,0-1 0 0 0,1 0 0 0 0,-1 0 0 0 0,0 0 0 0 0,0 0 0 0 0,0 0 0 0 0,1 1 0 0 0,-1-1 0 0 0,0 0 0 0 0,0 0 0 0 0,1 0 0 0 0,-1 0 0 0 0,0 0 0 0 0,0 0 0 0 0,1 0 0 0 0,-1 0 0 0 0,0 0 0 0 0,0 0 0 0 0,1 0 0 0 0,-1 0 0 0 0,1 0 0 0 0,5-8-400 0 0,2-17-795 0 0,-4 11-896 0 0,1-1 0 0 0,0 1 0 0 0,10-19 0 0 0,-8 19-391 0 0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48:27.97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78 707 512 0 0,'-12'27'732'0'0,"9"-18"4917"0"0,3-9-5549 0 0,-1 0-1 0 0,1 0 0 0 0,-1-1 0 0 0,1 1 0 0 0,-1 0 0 0 0,1 0 0 0 0,-1 0 1 0 0,1-1-1 0 0,0 1 0 0 0,-1 0 0 0 0,1-1 0 0 0,-1 1 0 0 0,1 0 0 0 0,0-1 0 0 0,-1 1 1 0 0,1-1-1 0 0,0 1 0 0 0,0-1 0 0 0,-1 1 0 0 0,1 0 0 0 0,0-1 0 0 0,0 1 1 0 0,0-1-1 0 0,-1 1 0 0 0,1-1 0 0 0,0 0 0 0 0,-15-109 4037 0 0,1-58-2376 0 0,3 4-815 0 0,-2-78-91 0 0,12 241-848 0 0,1-1 1 0 0,1 0-1 0 0,-1 0 0 0 0,0 0 0 0 0,0 0 1 0 0,1 1-1 0 0,-1-1 0 0 0,1 0 0 0 0,-1 0 0 0 0,2-2 1 0 0,-2 4-5 0 0,0 0 0 0 0,1-1 1 0 0,-1 1-1 0 0,0 0 0 0 0,0-1 1 0 0,1 1-1 0 0,-1 0 0 0 0,0-1 1 0 0,1 1-1 0 0,-1 0 0 0 0,0 0 1 0 0,1-1-1 0 0,-1 1 0 0 0,1 0 0 0 0,-1 0 1 0 0,0 0-1 0 0,1 0 0 0 0,-1 0 1 0 0,1-1-1 0 0,-1 1 0 0 0,0 0 1 0 0,1 0-1 0 0,-1 0 0 0 0,1 0 1 0 0,-1 0-1 0 0,1 0 0 0 0,0 1 1 0 0,0-1-2 0 0,1 1 0 0 0,0 0 1 0 0,0 0-1 0 0,0 0 0 0 0,0 0 1 0 0,-1 1-1 0 0,1-1 0 0 0,-1 1 0 0 0,1-1 1 0 0,-1 1-1 0 0,1-1 0 0 0,-1 1 1 0 0,0-1-1 0 0,0 1 0 0 0,2 2 1 0 0,10 21-11 0 0,-1 1 1 0 0,-2 0 0 0 0,9 29-1 0 0,-3-8 49 0 0,13 37-13 0 0,-10-26-13 0 0,2-1 0 0 0,54 103-1 0 0,-62-138 11 0 0,-9-14 73 0 0,0 0-1 0 0,0 0 0 0 0,1-1 1 0 0,11 12-1 0 0,-15-22-38 0 0,0 1-1 0 0,0-1 1 0 0,0 1 0 0 0,0-1-1 0 0,0 0 1 0 0,-1 0 0 0 0,1-5-1 0 0,-17-341 39 0 0,10 295-372 0 0,2-110 0 0 0,5 159 92 0 0,-1 1 1 0 0,1 0-1 0 0,0-1 0 0 0,0 1 1 0 0,1 0-1 0 0,2-7 0 0 0,10-9-4411 0 0,-12 18 2803 0 0,3-1-2284 0 0,0 3 2445 0 0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48:28.41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41 1 8 0 0,'-1'2'391'0'0,"-1"1"1"0"0,1-1-1 0 0,0 1 1 0 0,0 0-1 0 0,0 0 1 0 0,0-1-1 0 0,1 1 1 0 0,-1 0-1 0 0,1 0 1 0 0,-1 0-1 0 0,1 5 1 0 0,-2 12 967 0 0,-8 25-426 0 0,2 1-1 0 0,3 0 0 0 0,0 76 1 0 0,19 141 632 0 0,-9-194-1045 0 0,-3-51-393 0 0,15 146 876 0 0,-13-141-804 0 0,1 0 0 0 0,0-1 0 0 0,2 0 0 0 0,1-1 0 0 0,12 25 0 0 0,-16-38-128 0 0,1 1 0 0 0,1-2 1 0 0,-1 1-1 0 0,1 0 0 0 0,1-1 0 0 0,-1 0 0 0 0,1-1 0 0 0,0 0 0 0 0,1 0 0 0 0,0 0 0 0 0,0-1 0 0 0,0 0 0 0 0,15 7 0 0 0,-18-10-37 0 0,-1-1 1 0 0,1 1-1 0 0,-1-1 1 0 0,1 0-1 0 0,0 0 0 0 0,-1-1 1 0 0,1 1-1 0 0,0-1 1 0 0,-1 0-1 0 0,1 0 0 0 0,0 0 1 0 0,0-1-1 0 0,-1 0 1 0 0,1 0-1 0 0,0 0 1 0 0,-1-1-1 0 0,1 1 0 0 0,-1-1 1 0 0,0 0-1 0 0,1 0 1 0 0,-1-1-1 0 0,0 1 0 0 0,0-1 1 0 0,-1 0-1 0 0,1 0 1 0 0,0 0-1 0 0,-1 0 0 0 0,6-8 1 0 0,-2 1 34 0 0,0 0 0 0 0,-1-1 1 0 0,0 1-1 0 0,-1-2 0 0 0,0 1 0 0 0,0 0 1 0 0,-1-1-1 0 0,-1 0 0 0 0,0 0 0 0 0,-1 0 1 0 0,1-13-1 0 0,-1 5-39 0 0,-1 0 0 0 0,-1 0 0 0 0,-1-1 0 0 0,-1 1 0 0 0,-9-39 0 0 0,8 47 3 0 0,0 1 0 0 0,-1 0 1 0 0,0 0-1 0 0,-1 0 0 0 0,-1 1 1 0 0,1 0-1 0 0,-2 0 0 0 0,1 0 1 0 0,-11-11-1 0 0,17 20-30 0 0,-1 0 0 0 0,0 0 0 0 0,0 0 0 0 0,0 0 0 0 0,0 0 0 0 0,0 1 0 0 0,0-1 0 0 0,0 0 0 0 0,0 1 0 0 0,0-1 0 0 0,0 0-1 0 0,0 1 1 0 0,0-1 0 0 0,0 1 0 0 0,-1 0 0 0 0,1-1 0 0 0,0 1 0 0 0,0 0 0 0 0,0 0 0 0 0,-1 0 0 0 0,1 0 0 0 0,0 0 0 0 0,0 0 0 0 0,-1 0 0 0 0,1 0 0 0 0,-1 1 0 0 0,0 0 2 0 0,0 0-1 0 0,1 0 1 0 0,-1 0 0 0 0,1 0 0 0 0,-1 1 0 0 0,1-1-1 0 0,0 0 1 0 0,-1 1 0 0 0,1 0 0 0 0,0-1 0 0 0,0 1-1 0 0,0 0 1 0 0,0-1 0 0 0,-1 4 0 0 0,-2 8-8 0 0,0 0 1 0 0,0 0-1 0 0,-2 21 1 0 0,6-32-5 0 0,-6 44 18 0 0,2 1 0 0 0,5 82 0 0 0,-1-123-79 0 0,1-1-1 0 0,0 1 1 0 0,0-1-1 0 0,0 1 1 0 0,1-1-1 0 0,0 0 0 0 0,0 0 1 0 0,0 0-1 0 0,1 0 1 0 0,3 5-1 0 0,-5-8-78 0 0,0-1 0 0 0,0 0 0 0 0,0 1 0 0 0,0-1 0 0 0,0 0 0 0 0,0 0 0 0 0,1 0 0 0 0,-1 0 0 0 0,0 0 0 0 0,1 0 0 0 0,-1-1 0 0 0,0 1 0 0 0,1 0 0 0 0,-1-1 0 0 0,1 1 0 0 0,-1-1 0 0 0,1 1 0 0 0,0-1 0 0 0,-1 0 0 0 0,1 0 0 0 0,-1 0 0 0 0,1 0 0 0 0,0 0 0 0 0,-1 0 0 0 0,1 0 0 0 0,-1 0 0 0 0,1 0 0 0 0,0-1 0 0 0,-1 1 0 0 0,1-1 0 0 0,-1 1 0 0 0,1-1 0 0 0,-1 0 0 0 0,0 0-1 0 0,1 1 1 0 0,-1-1 0 0 0,0 0 0 0 0,1 0 0 0 0,1-2 0 0 0,26-28-5511 0 0,-17 19 4123 0 0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48:28.72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28 37 8 0 0,'-10'-16'-749'0'0,"-4"-2"3998"0"0,11 15-1250 0 0,3 5-94 0 0,11 19 338 0 0,-1-4-1624 0 0,102 179 3604 0 0,-90-151-3451 0 0,-2 1-1 0 0,23 75 0 0 0,-29-63-525 0 0,-2-1 0 0 0,-3 2 0 0 0,-2-1 0 0 0,-3 1 0 0 0,-3 0-1 0 0,-2 0 1 0 0,-3 0 0 0 0,-2 0 0 0 0,-3-1 0 0 0,-2 0 0 0 0,-25 73-1 0 0,34-124-272 0 0,-19 51 71 0 0,18-52-74 0 0,1-1-1 0 0,-1 0 1 0 0,0 1 0 0 0,0-1 0 0 0,-1-1-1 0 0,0 1 1 0 0,0-1 0 0 0,-4 5-1 0 0,7-8 3 0 0,1-1 0 0 0,0 0 0 0 0,-1 1 0 0 0,1-1 0 0 0,-1 0 0 0 0,1 1 0 0 0,-1-1 0 0 0,1 0 0 0 0,-1 1 0 0 0,1-1 0 0 0,-1 0 0 0 0,1 0 0 0 0,-1 0 0 0 0,1 0 0 0 0,-1 1 0 0 0,1-1 0 0 0,-1 0 0 0 0,1 0 0 0 0,-1 0 0 0 0,1 0 0 0 0,-1 0 0 0 0,1 0 0 0 0,-1-1 0 0 0,0 1 0 0 0,1 0 0 0 0,-1 0 0 0 0,1 0 0 0 0,-2-1 0 0 0,2 0-84 0 0,-1 1 0 0 0,0-1 0 0 0,0 0 0 0 0,0 0 0 0 0,0 0 0 0 0,0 0-1 0 0,1 0 1 0 0,-1 0 0 0 0,1 0 0 0 0,-1-1 0 0 0,1 1 0 0 0,-1-1 0 0 0,-8-39-3596 0 0,9 40 3520 0 0,-2-43-3866 0 0,2 19 2601 0 0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48:59.22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1 229 8 0 0,'1'-61'526'0'0,"0"47"1041"0"0,1-1 0 0 0,4-15-1 0 0,-1 20 1012 0 0,0 13-497 0 0,0 22-662 0 0,1 53-237 0 0,-2-50-858 0 0,-1 27-1 0 0,-10 269 1393 0 0,5-311-1698 0 0,-2 13-69 0 0,3-25 47 0 0,1-1-1 0 0,0 1 1 0 0,0-1-1 0 0,0 1 1 0 0,0-1-1 0 0,0 1 0 0 0,0-1 1 0 0,0 0-1 0 0,0 1 1 0 0,0-1-1 0 0,0 1 1 0 0,0-1-1 0 0,0 1 1 0 0,0-1-1 0 0,0 1 1 0 0,0-1-1 0 0,1 1 0 0 0,-1-1 1 0 0,0 0-1 0 0,0 1 1 0 0,0-1-1 0 0,1 1 1 0 0,-1-1-1 0 0,0 0 1 0 0,0 1-1 0 0,1-1 0 0 0,-1 0 1 0 0,0 1-1 0 0,1-1 1 0 0,-1 0-1 0 0,1 0 1 0 0,-1 1-1 0 0,0-1 1 0 0,1 0-1 0 0,0 1 0 0 0,-1-1-83 0 0,12-64-1824 0 0,-6-226-2897 0 0,-7 193 4534 0 0,1 82 284 0 0,0 0 0 0 0,2 0 0 0 0,0 0 0 0 0,6-24 0 0 0,-7 34 45 0 0,1-1 0 0 0,0 1 1 0 0,1-1-1 0 0,-1 1 0 0 0,1 0 1 0 0,0 0-1 0 0,0 0 0 0 0,0 1 0 0 0,1-1 1 0 0,0 1-1 0 0,0 0 0 0 0,0 0 1 0 0,0 0-1 0 0,9-6 0 0 0,-4 5 87 0 0,-1 0 0 0 0,1 0 1 0 0,0 1-1 0 0,0 0 0 0 0,0 1 0 0 0,1 0 0 0 0,-1 0 0 0 0,1 1 0 0 0,-1 0 1 0 0,1 1-1 0 0,0 0 0 0 0,0 1 0 0 0,-1 0 0 0 0,1 0 0 0 0,0 1 0 0 0,0 0 1 0 0,11 4-1 0 0,-19-5-116 0 0,-1 1 0 0 0,1 0 0 0 0,-1-1 1 0 0,1 1-1 0 0,0 0 0 0 0,-1 0 0 0 0,0 0 1 0 0,1 0-1 0 0,-1 1 0 0 0,0-1 0 0 0,1 0 1 0 0,-1 1-1 0 0,0-1 0 0 0,0 0 0 0 0,0 1 1 0 0,0 0-1 0 0,0-1 0 0 0,0 3 0 0 0,1 0 5 0 0,-1 0-1 0 0,0 0 1 0 0,0 0-1 0 0,-1 0 0 0 0,1 0 1 0 0,-1 1-1 0 0,0 5 0 0 0,-1 3 38 0 0,0 1 0 0 0,-1-1 0 0 0,-1 0-1 0 0,-4 12 1 0 0,2-10-52 0 0,0 0 1 0 0,-1-1 0 0 0,0 0-1 0 0,-2 0 1 0 0,1 0-1 0 0,-16 19 1 0 0,18-27-20 0 0,1-1 0 0 0,-1 0 0 0 0,-1 1 0 0 0,1-2 0 0 0,-1 1 0 0 0,0-1 0 0 0,0 0 0 0 0,0 0 0 0 0,-1 0 0 0 0,1-1 0 0 0,-1 0 0 0 0,0 0 0 0 0,0-1 0 0 0,0 0 0 0 0,-14 2 0 0 0,20-4-13 0 0,-1 0 1 0 0,1 0-1 0 0,-1 0 0 0 0,1 0 0 0 0,-1 0 0 0 0,1 0 1 0 0,-1-1-1 0 0,1 1 0 0 0,-1-1 0 0 0,1 1 0 0 0,0-1 0 0 0,-1 0 1 0 0,1 1-1 0 0,0-1 0 0 0,0 0 0 0 0,-1 0 0 0 0,1 0 1 0 0,0 0-1 0 0,0 0 0 0 0,-2-2 0 0 0,-10-7-1822 0 0,13 5-566 0 0,0 2 934 0 0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48:59.74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24 20 8 0 0,'5'-11'-289'0'0,"-2"2"5227"0"0,-9 25 2034 0 0,-2 9-5885 0 0,5-16-797 0 0,0 0 1 0 0,1 0-1 0 0,0 1 1 0 0,-2 12-1 0 0,1 73 959 0 0,14 154 0 0 0,-3-185-927 0 0,28 103-1 0 0,-31-150-322 0 0,0-1 0 0 0,2 1 0 0 0,12 22-1 0 0,-14-31-73 0 0,0 0 0 0 0,0 0 0 0 0,0-1 0 0 0,1 0-1 0 0,0 0 1 0 0,1-1 0 0 0,-1 1 0 0 0,12 6 0 0 0,-16-12-1028 0 0,1-1 367 0 0,-1 0-1 0 0,1 0 1 0 0,0 0-1 0 0,-1 0 1 0 0,1 0 0 0 0,0 0-1 0 0,-1-1 1 0 0,1 1-1 0 0,-1-1 1 0 0,5-2-1 0 0,-2-7-979 0 0,0 0 89 0 0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51:11.44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52 658 512 0 0,'0'2'395'0'0,"0"-1"-455"0"0,0 0 0 0 0,0 0 0 0 0,0 1 1 0 0,0-1-1 0 0,0 0 0 0 0,-1 0 0 0 0,1 1 0 0 0,0-1 0 0 0,-1 0 0 0 0,1 0 0 0 0,-1 0 0 0 0,1 0 0 0 0,-1 1 0 0 0,-1 1 0 0 0,0-3 1570 0 0,2 0-1484 0 0,0 0 0 0 0,0 0 0 0 0,-1 1 0 0 0,1-1 0 0 0,0 0 0 0 0,0 0 0 0 0,0 0 0 0 0,0 0 0 0 0,-1 1 0 0 0,1-1 0 0 0,0 0 0 0 0,0 0 0 0 0,0 1 0 0 0,0-1 0 0 0,-1 0 0 0 0,1 0 0 0 0,0 0 1 0 0,0 1-1 0 0,0-1 0 0 0,0 0 0 0 0,0 1 0 0 0,0-1 0 0 0,0 0 0 0 0,0 0 0 0 0,0 1 0 0 0,0-1 0 0 0,0 0 0 0 0,0 0 0 0 0,0 1 0 0 0,0-1 0 0 0,0 0 0 0 0,0 0 0 0 0,0 1 0 0 0,0-1 0 0 0,1 0 0 0 0,-1 0 0 0 0,0 1 0 0 0,4 12 1255 0 0,-3-11 1735 0 0,-4-7 2909 0 0,1 1-5801 0 0,1 1 0 0 0,1-1 0 0 0,-1 0 0 0 0,1 1 0 0 0,-1-1-1 0 0,1 0 1 0 0,0 1 0 0 0,0-1 0 0 0,1-4 0 0 0,-1-21 466 0 0,0-45 117 0 0,-2 8-11 0 0,-8-66 1 0 0,3 86-458 0 0,-2-22 412 0 0,-2-83 0 0 0,11 151-499 0 0,2 8-13 0 0,1 1 0 0 0,0-1 0 0 0,0 1 1 0 0,0-1-1 0 0,9 13 0 0 0,1 4 3 0 0,74 150 361 0 0,-66-131-266 0 0,1-2 0 0 0,48 67 0 0 0,-62-96-210 0 0,-6-9-13 0 0,0-1 1 0 0,0 0-1 0 0,0 0 0 0 0,0 0 0 0 0,0 0 0 0 0,1 0 0 0 0,-1-1 0 0 0,1 1 0 0 0,0-1 0 0 0,4 4 0 0 0,-6-6-10 0 0,-1 0 0 0 0,1 0 0 0 0,-1 0 0 0 0,1 0 0 0 0,0 0 0 0 0,-1 0 0 0 0,1 0 0 0 0,-1 0 0 0 0,1 0 0 0 0,0 0 0 0 0,-1-1 0 0 0,1 1 0 0 0,-1 0 0 0 0,1 0 0 0 0,-1-1 0 0 0,1 1 0 0 0,-1 0 0 0 0,1-1 0 0 0,-1 1 0 0 0,1 0 0 0 0,-1-1 0 0 0,1 1 0 0 0,-1-1 0 0 0,1 1 0 0 0,-1 0 0 0 0,0-1 0 0 0,1 1 0 0 0,-1-1-1 0 0,0 0 1 0 0,1 1 0 0 0,-1-1 0 0 0,0 1 0 0 0,0-1 0 0 0,0 1 0 0 0,1-1 0 0 0,-1 0 0 0 0,0 1 0 0 0,0-1 0 0 0,0 1 0 0 0,0-1 0 0 0,0 0 0 0 0,0 1 0 0 0,0-1 0 0 0,0-35 104 0 0,0 28-24 0 0,-9-308 760 0 0,16 138-229 0 0,-9 153-564 0 0,2 24-57 0 0,0 0-1 0 0,0 0 1 0 0,0 0 0 0 0,0 0-1 0 0,0 0 1 0 0,0-1-1 0 0,0 1 1 0 0,-1 0 0 0 0,1 0-1 0 0,0 0 1 0 0,-1 0 0 0 0,1 0-1 0 0,-1 0 1 0 0,1 0 0 0 0,-1 0-1 0 0,-1-1 1 0 0,1 3-87 0 0,0 0 0 0 0,1 0 0 0 0,-1 0 0 0 0,0 0-1 0 0,0 0 1 0 0,1 0 0 0 0,-1 0 0 0 0,0 0 0 0 0,1 1 0 0 0,0-1 0 0 0,-1 0 0 0 0,1 0 0 0 0,0 0 0 0 0,-1 1 0 0 0,1-1 0 0 0,0 2 0 0 0,-5 25-2513 0 0,5-17 80 0 0,-1-1 1 0 0,3 21-1 0 0,2-14-168 0 0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51:11.98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 82 8 0 0,'-1'-20'2336'0'0,"-1"-15"1485"0"0,2 34-3471 0 0,0-1 1 0 0,0 0 0 0 0,0 0-1 0 0,0 0 1 0 0,1 1-1 0 0,-1-1 1 0 0,1 0 0 0 0,-1 1-1 0 0,1-1 1 0 0,0 0-1 0 0,-1 1 1 0 0,1-1 0 0 0,0 1-1 0 0,2-3 1 0 0,-3 6-127 0 0,1 1 1 0 0,0-1 0 0 0,0 0 0 0 0,-1 0-1 0 0,1 1 1 0 0,-1-1 0 0 0,0 1-1 0 0,0-1 1 0 0,0 4 0 0 0,0 33 836 0 0,5 139 1848 0 0,-3-154-2580 0 0,1 1 1 0 0,1-1-1 0 0,2 0 1 0 0,0-1-1 0 0,11 28 1 0 0,-14-46-262 0 0,-1 0 0 0 0,1 0 0 0 0,-1 0 0 0 0,1-1 0 0 0,1 1 0 0 0,-1-1 0 0 0,1 0 0 0 0,-1 1 0 0 0,1-2 0 0 0,1 1 0 0 0,-1 0 0 0 0,0-1 0 0 0,1 0 0 0 0,9 5 0 0 0,-11-6-53 0 0,0-1 0 0 0,0 0 1 0 0,0-1-1 0 0,0 1 1 0 0,0 0-1 0 0,0-1 0 0 0,1 0 1 0 0,-1 0-1 0 0,0 0 1 0 0,0 0-1 0 0,0 0 0 0 0,0-1 1 0 0,1 1-1 0 0,-1-1 0 0 0,0 0 1 0 0,0 0-1 0 0,0 0 1 0 0,0 0-1 0 0,0 0 0 0 0,-1-1 1 0 0,1 1-1 0 0,0-1 1 0 0,-1 0-1 0 0,1 0 0 0 0,-1 0 1 0 0,1 0-1 0 0,1-3 1 0 0,11-13 8 0 0,-1 1 0 0 0,-2-2 0 0 0,0 0 0 0 0,0-1 0 0 0,-2 0 1 0 0,-1 0-1 0 0,13-40 0 0 0,-19 51-13 0 0,-1 0-1 0 0,0-1 1 0 0,0 1-1 0 0,-1-1 1 0 0,0 0 0 0 0,-1 1-1 0 0,0-1 1 0 0,-3-14 0 0 0,2 17-3 0 0,0 0 1 0 0,0 1 0 0 0,-1-1-1 0 0,0 0 1 0 0,-1 1 0 0 0,0-1-1 0 0,0 1 1 0 0,0 0-1 0 0,0 0 1 0 0,-1 0 0 0 0,0 0-1 0 0,-8-7 1 0 0,11 11-6 0 0,0 1-1 0 0,0 0 1 0 0,-1-1 0 0 0,1 1 0 0 0,0 0-1 0 0,-1 0 1 0 0,1 0 0 0 0,-1 0 0 0 0,1 0-1 0 0,-1 0 1 0 0,0 1 0 0 0,1-1 0 0 0,-1 0-1 0 0,0 1 1 0 0,0-1 0 0 0,1 1 0 0 0,-1 0-1 0 0,0 0 1 0 0,-2-1 0 0 0,2 2 1 0 0,1-1-1 0 0,-1 1 1 0 0,1-1 0 0 0,-1 1-1 0 0,1 0 1 0 0,0-1 0 0 0,0 1 0 0 0,-1 0-1 0 0,1 0 1 0 0,0 0 0 0 0,0 0-1 0 0,0 0 1 0 0,0 0 0 0 0,0 0-1 0 0,0 0 1 0 0,0 1 0 0 0,0-1-1 0 0,0 2 1 0 0,-3 5 22 0 0,1-1 0 0 0,0 1 1 0 0,0 0-1 0 0,1 0 0 0 0,0 1 0 0 0,-1 13 0 0 0,-2 16 206 0 0,3 1-1 0 0,1-1 1 0 0,2 1-1 0 0,1-1 1 0 0,13 63 0 0 0,-14-95-209 0 0,1 0 0 0 0,0-1 0 0 0,0 1-1 0 0,0-1 1 0 0,1 0 0 0 0,4 7 0 0 0,-7-11-90 0 0,1-1 1 0 0,-1 1-1 0 0,1 0 0 0 0,-1 0 0 0 0,1-1 0 0 0,-1 1 0 0 0,1-1 0 0 0,0 1 0 0 0,-1 0 0 0 0,1-1 0 0 0,0 1 0 0 0,-1-1 0 0 0,1 1 0 0 0,0-1 0 0 0,0 0 0 0 0,0 1 0 0 0,-1-1 1 0 0,1 0-1 0 0,0 0 0 0 0,0 1 0 0 0,0-1 0 0 0,0 0 0 0 0,-1 0 0 0 0,1 0 0 0 0,0 0 0 0 0,0 0 0 0 0,0 0 0 0 0,0 0 0 0 0,0 0 0 0 0,-1 0 0 0 0,1-1 0 0 0,0 1 1 0 0,0 0-1 0 0,0-1 0 0 0,-1 1 0 0 0,1 0 0 0 0,0-1 0 0 0,0 1 0 0 0,-1-1 0 0 0,1 1 0 0 0,0-1 0 0 0,-1 1 0 0 0,1-1 0 0 0,0 0 0 0 0,-1 1 0 0 0,1-1 0 0 0,-1 0 0 0 0,1 1 1 0 0,0-2-1 0 0,28-28-8566 0 0,-20 21 5302 0 0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51:12.31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 26 1016 0 0,'-1'-7'2811'0'0,"1"-7"2969"0"0,0 14-5663 0 0,1-1-1 0 0,-1 1 1 0 0,0 0 0 0 0,0-1-1 0 0,0 1 1 0 0,1 0 0 0 0,-1 0 0 0 0,0-1-1 0 0,1 1 1 0 0,-1 0 0 0 0,0 0 0 0 0,1 0-1 0 0,-1 0 1 0 0,0-1 0 0 0,0 1-1 0 0,1 0 1 0 0,-1 0 0 0 0,1 0 0 0 0,-1 0-1 0 0,0 0 1 0 0,1 0 0 0 0,-1 0-1 0 0,0 0 1 0 0,1 0 0 0 0,-1 0 0 0 0,0 0-1 0 0,1 0 1 0 0,-1 0 0 0 0,0 0 0 0 0,1 0-1 0 0,-1 0 1 0 0,0 0 0 0 0,1 1-1 0 0,-1-1 1 0 0,0 0 0 0 0,1 0 0 0 0,1 2 97 0 0,0 0 1 0 0,0 0 0 0 0,0 0 0 0 0,-1 1 0 0 0,1-1-1 0 0,-1 0 1 0 0,1 1 0 0 0,-1-1 0 0 0,0 0 0 0 0,2 6-1 0 0,-2-5-45 0 0,27 73 1891 0 0,-3 0 1 0 0,20 109-1 0 0,-16-11-63 0 0,-17-89-1515 0 0,-4-5-154 0 0,-8-87-1885 0 0,1-11-3285 0 0,0 0 0 0 0,4-23 0 0 0,0 21 2938 0 0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51:12.61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9 1 8 0 0,'0'0'440'0'0,"-1"0"1"0"0,0 1-1 0 0,1-1 0 0 0,-1 1 0 0 0,1-1 1 0 0,-1 1-1 0 0,1-1 0 0 0,-1 1 0 0 0,1 0 1 0 0,-1-1-1 0 0,1 1 0 0 0,0 0 0 0 0,-1-1 1 0 0,1 1-1 0 0,0 0 0 0 0,-1-1 0 0 0,1 1 1 0 0,0 0-1 0 0,0 0 0 0 0,0-1 0 0 0,0 1 1 0 0,0 0-1 0 0,0 0 0 0 0,0-1 0 0 0,0 2 1 0 0,-1 23 3822 0 0,10 66-934 0 0,-1-10-1380 0 0,28 133 1 0 0,-34-206-1811 0 0,0-1 0 0 0,1 0 0 0 0,-1 1-1 0 0,1-1 1 0 0,1 0 0 0 0,0-1 0 0 0,0 1 0 0 0,0-1 0 0 0,10 12-1 0 0,-11-16-89 0 0,-1 1-1 0 0,1-1 1 0 0,0 0-1 0 0,0 0 1 0 0,0 0-1 0 0,0 0 0 0 0,0-1 1 0 0,1 1-1 0 0,-1-1 1 0 0,1 0-1 0 0,-1 0 0 0 0,1 0 1 0 0,-1 0-1 0 0,1 0 1 0 0,-1-1-1 0 0,1 0 1 0 0,0 0-1 0 0,-1 0 0 0 0,1 0 1 0 0,-1 0-1 0 0,1-1 1 0 0,6-1-1 0 0,8-4 13 0 0,-1 0 1 0 0,1-2-1 0 0,-1 0 0 0 0,30-19 0 0 0,-10 5-11 0 0,-17 14-144 0 0,-18 7-38 0 0,1 0-1 0 0,-1 0 1 0 0,0 0 0 0 0,0 0 0 0 0,0 0 0 0 0,0 0 0 0 0,0 0 0 0 0,4-4-1 0 0,3-13-5942 0 0,-5-1-3824 0 0,-2 9 5034 0 0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51:12.93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 60 8 0 0,'-2'-20'2565'0'0,"1"-4"4418"0"0,1 23-6800 0 0,0 0 0 0 0,1 1 0 0 0,-1-1 0 0 0,1 0 1 0 0,-1 0-1 0 0,1 0 0 0 0,-1 1 0 0 0,1-1 0 0 0,0 0 0 0 0,-1 1 0 0 0,1-1 0 0 0,0 0 0 0 0,-1 1 1 0 0,1-1-1 0 0,0 1 0 0 0,0-1 0 0 0,-1 1 0 0 0,1-1 0 0 0,0 1 0 0 0,0 0 0 0 0,0-1 0 0 0,0 1 0 0 0,0 0 1 0 0,1 0-1 0 0,1-1-1 0 0,1 1 1 0 0,-1 0 0 0 0,1 0-1 0 0,-1 0 1 0 0,1 1 0 0 0,-1-1-1 0 0,1 1 1 0 0,-1 0 0 0 0,0 0-1 0 0,1 0 1 0 0,-1 0 0 0 0,0 0-1 0 0,0 1 1 0 0,0-1 0 0 0,0 1-1 0 0,0 0 1 0 0,3 3 0 0 0,7 5 169 0 0,0 1 1 0 0,13 13 0 0 0,-24-22-270 0 0,14 14 290 0 0,0 2-1 0 0,0-1 1 0 0,-2 2 0 0 0,0 0 0 0 0,-2 0 0 0 0,0 1 0 0 0,-1 1 0 0 0,0 0 0 0 0,-2 1-1 0 0,-1-1 1 0 0,-1 2 0 0 0,0-1 0 0 0,-2 1 0 0 0,5 45 0 0 0,-8-25-27 0 0,-1-1 0 0 0,-8 74 0 0 0,5-100-374 0 0,-1 0 0 0 0,0-1 0 0 0,-2 1 0 0 0,0-1 0 0 0,0 0 0 0 0,-1-1-1 0 0,-1 1 1 0 0,-1-1 0 0 0,0 0 0 0 0,-15 19 0 0 0,19-28-237 0 0,0-1 0 0 0,0 1 0 0 0,0-1 0 0 0,-1 0 0 0 0,0 0 0 0 0,0 0-1 0 0,-5 3 1 0 0,7-5-642 0 0,0-1 0 0 0,0 0 1 0 0,0 0-1 0 0,0 0 0 0 0,-1 0 0 0 0,1 0 0 0 0,0-1 0 0 0,0 1 0 0 0,-5-1 0 0 0,0 0-3098 0 0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51:18.62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7 36 512 0 0,'-2'-5'366'0'0,"2"4"348"0"0,-1-1-1 0 0,0 1 0 0 0,1-1 0 0 0,-1 1 0 0 0,1-1 0 0 0,-1 1 1 0 0,1-1-1 0 0,0 1 0 0 0,-1-1 0 0 0,1 1 0 0 0,0-1 0 0 0,0 0 0 0 0,0 1 1 0 0,0-1-1 0 0,1 1 0 0 0,-1-1 0 0 0,0 1 0 0 0,1-2 0 0 0,0 3-595 0 0,-1 0-1 0 0,1 0 1 0 0,-1 1-1 0 0,1-1 1 0 0,0 0-1 0 0,-1 1 1 0 0,1-1-1 0 0,-1 0 1 0 0,0 1-1 0 0,1-1 1 0 0,-1 1-1 0 0,1-1 1 0 0,-1 1-1 0 0,0-1 1 0 0,1 1-1 0 0,-1-1 1 0 0,0 1-1 0 0,1-1 1 0 0,-1 1-1 0 0,0-1 1 0 0,0 1-1 0 0,0 0 1 0 0,1-1-1 0 0,-1 1 1 0 0,0-1-1 0 0,0 1 1 0 0,0 1-1 0 0,1 0 281 0 0,36 96 3603 0 0,-6-16-2380 0 0,23 90 0 0 0,-38-111-1211 0 0,8 39-160 0 0,-38-213-16063 0 0,12 94 13977 0 0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51:18.86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2 144 2216 0 0,'-1'-4'9354'0'0,"5"-5"-6759"0"0,7-7-1573 0 0,4 4-372 0 0,1 0-1 0 0,0 2 1 0 0,0-1-1 0 0,1 2 1 0 0,25-11-1 0 0,-26 13-456 0 0,-3 1-44 0 0,0 1-1 0 0,-1 0 0 0 0,2 1 0 0 0,-1 0 0 0 0,0 1 0 0 0,1 1 0 0 0,0 0 0 0 0,19 0 0 0 0,-29 2-98 0 0,0 0 0 0 0,-1 0 0 0 0,1 0-1 0 0,0 1 1 0 0,0 0 0 0 0,-1-1 0 0 0,1 1-1 0 0,-1 1 1 0 0,1-1 0 0 0,-1 0 0 0 0,1 1 0 0 0,-1 0-1 0 0,0 0 1 0 0,1 0 0 0 0,-1 0 0 0 0,0 0-1 0 0,0 1 1 0 0,-1-1 0 0 0,1 1 0 0 0,0 0-1 0 0,-1 0 1 0 0,0 0 0 0 0,0 0 0 0 0,0 0 0 0 0,0 0-1 0 0,0 1 1 0 0,0-1 0 0 0,-1 1 0 0 0,0-1-1 0 0,0 1 1 0 0,0-1 0 0 0,0 1 0 0 0,0 0 0 0 0,-1-1-1 0 0,1 6 1 0 0,-1 4 17 0 0,0 1 0 0 0,-1 0 0 0 0,0-1 0 0 0,-1 1 0 0 0,0-1 0 0 0,-1 0 0 0 0,-1 0 0 0 0,0 0 0 0 0,-1 0 0 0 0,0 0 0 0 0,-1-1 0 0 0,0 0 0 0 0,-1 0 0 0 0,-13 15 0 0 0,3-4-133 0 0,-1-2 0 0 0,-1-1-1 0 0,-1 0 1 0 0,-1-1 0 0 0,-1-2 0 0 0,-25 17 0 0 0,47-34 64 0 0,-2 1-161 0 0,0 1 1 0 0,-1 0-1 0 0,1-1 1 0 0,0 1-1 0 0,-1-1 0 0 0,0 0 1 0 0,1 0-1 0 0,-1 0 1 0 0,0 0-1 0 0,1-1 1 0 0,-1 1-1 0 0,-3 0 0 0 0,5-1 92 0 0,1 0-1 0 0,0 0 0 0 0,0 0 0 0 0,0 0 0 0 0,0 0 0 0 0,-1 0 0 0 0,1 0 0 0 0,0 0 0 0 0,0 0 0 0 0,0 0 0 0 0,0 0 0 0 0,-1 0 1 0 0,1 0-1 0 0,0 0 0 0 0,0 0 0 0 0,0 0 0 0 0,0 0 0 0 0,-1 0 0 0 0,1 0 0 0 0,0-1 0 0 0,0 1 0 0 0,0 0 0 0 0,0 0 0 0 0,0 0 1 0 0,0 0-1 0 0,-1 0 0 0 0,1 0 0 0 0,0-1 0 0 0,0 1 0 0 0,0 0 0 0 0,0 0 0 0 0,0 0 0 0 0,0 0 0 0 0,0 0 0 0 0,0-1 0 0 0,0 1 0 0 0,0 0 1 0 0,0 0-1 0 0,0 0 0 0 0,0 0 0 0 0,-1-1 0 0 0,1 1 0 0 0,0 0 0 0 0,0 0 0 0 0,1 0 0 0 0,-1 0 0 0 0,0-1 0 0 0,0 1 0 0 0,0 0 1 0 0,0 0-1 0 0,0 0 0 0 0,0 0 0 0 0,0-1 0 0 0,0 1 0 0 0,0 0 0 0 0,0 0 0 0 0,7-9-3512 0 0,4 0 1521 0 0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51:19.13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5 60 1016 0 0,'-5'-59'11047'0'0,"9"90"-5677"0"0,-1-2-4240 0 0,-1 31 240 0 0,3 75 1538 0 0,27 171 0 0 0,-28-284-2863 0 0,1 1-1 0 0,1-1 0 0 0,1 0 0 0 0,0 0 0 0 0,2-1 0 0 0,1 0 0 0 0,0 0 0 0 0,16 21 0 0 0,-24-39-217 0 0,0 0 1 0 0,1 0 0 0 0,-1-1-1 0 0,1 1 1 0 0,0-1 0 0 0,0 0-1 0 0,0 0 1 0 0,3 2 0 0 0,-4-2-384 0 0,1-1 0 0 0,0 0 0 0 0,0 0 0 0 0,0 0 0 0 0,0 0 1 0 0,0-1-1 0 0,0 1 0 0 0,0-1 0 0 0,5 0 0 0 0,6 0-3701 0 0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51:19.86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8 512 0 0,'1'-1'326'0'0,"-1"1"0"0"0,0-1 1 0 0,1 1-1 0 0,-1-1 0 0 0,0 1 0 0 0,1-1 0 0 0,-1 1 0 0 0,1-1 1 0 0,-1 1-1 0 0,1 0 0 0 0,-1-1 0 0 0,1 1 0 0 0,-1 0 0 0 0,1-1 1 0 0,-1 1-1 0 0,1 0 0 0 0,0 0 0 0 0,-1-1 0 0 0,1 1 0 0 0,-1 0 0 0 0,1 0 1 0 0,0 0-1 0 0,-1 0 0 0 0,1 0 0 0 0,-1 0 0 0 0,1 0 0 0 0,0 0 1 0 0,-1 0-1 0 0,1 0 0 0 0,-1 0 0 0 0,2 1 0 0 0,-1 0-63 0 0,0 0-1 0 0,-1 0 1 0 0,1 0-1 0 0,0 0 0 0 0,-1 0 1 0 0,1 0-1 0 0,-1 0 1 0 0,1 1-1 0 0,-1-1 1 0 0,0 0-1 0 0,1 0 1 0 0,-1 0-1 0 0,0 1 1 0 0,0 1-1 0 0,-1 45 1126 0 0,-6 41 1121 0 0,8 149 1 0 0,0-226-2259 0 0,0 0 0 0 0,1 0 1 0 0,0 0-1 0 0,1-1 1 0 0,0 1-1 0 0,1-1 1 0 0,0 0-1 0 0,8 14 1 0 0,-9-20-204 0 0,-1-1 1 0 0,1 0 0 0 0,0 0 0 0 0,1 0 0 0 0,-1 0 0 0 0,1 0 0 0 0,0-1-1 0 0,0 1 1 0 0,0-1 0 0 0,0 0 0 0 0,0 0 0 0 0,1-1 0 0 0,-1 1 0 0 0,1-1 0 0 0,0 0-1 0 0,0 0 1 0 0,0-1 0 0 0,0 0 0 0 0,0 1 0 0 0,0-2 0 0 0,6 2 0 0 0,-4-2-74 0 0,0 0 1 0 0,0-1 0 0 0,0 1 0 0 0,0-1 0 0 0,0-1 0 0 0,-1 1 0 0 0,1-1-1 0 0,0 0 1 0 0,-1-1 0 0 0,1 1 0 0 0,-1-2 0 0 0,11-5 0 0 0,2-5-1893 0 0,1-1 0 0 0,22-22 0 0 0,-27 23-576 0 0,-1 2-169 0 0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51:20.09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45 5 984 0 0,'-45'-5'15496'0'0,"54"22"-14851"0"0,0 0 0 0 0,1-1 0 0 0,1 0 1 0 0,12 14-1 0 0,6 9-65 0 0,-8-10-489 0 0,24 36 1196 0 0,60 111 0 0 0,-95-154-1082 0 0,0 1 0 0 0,-1 0 1 0 0,-1 0-1 0 0,-1 0 1 0 0,-1 1-1 0 0,-2 0 1 0 0,0 1-1 0 0,-1-1 1 0 0,-1 37-1 0 0,-3-52-647 0 0,0 0 0 0 0,0 0 0 0 0,-1-1 0 0 0,0 1 0 0 0,-1 0 0 0 0,-5 12 0 0 0,7-18 232 0 0,-1 0 1 0 0,1 0-1 0 0,0-1 0 0 0,-1 1 1 0 0,0 0-1 0 0,0-1 1 0 0,1 1-1 0 0,-1-1 0 0 0,-1 0 1 0 0,1 1-1 0 0,0-1 1 0 0,0 0-1 0 0,-1-1 0 0 0,0 1 1 0 0,1 0-1 0 0,-1-1 1 0 0,0 1-1 0 0,1-1 0 0 0,-1 0 1 0 0,0 0-1 0 0,-5 1 1 0 0,-3-1-2056 0 0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51:21.06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28 126 512 0 0,'-13'2'1545'0'0,"-2"-1"3998"0"0,25-7-638 0 0,48-17-577 0 0,34-6-2503 0 0,-24 7-1306 0 0,-29 8-812 0 0,40-11 889 0 0,-69 22-2237 0 0,0 2-1 0 0,0-1 0 0 0,13 1 0 0 0,-25-2-2549 0 0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51:21.27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26 10 8 0 0,'0'-1'132'0'0,"-1"0"-1"0"0,1 1 1 0 0,-1-1 0 0 0,1 0-1 0 0,-1 1 1 0 0,0-1 0 0 0,1 1-1 0 0,-1-1 1 0 0,0 1 0 0 0,1-1 0 0 0,-1 1-1 0 0,0 0 1 0 0,0-1 0 0 0,1 1-1 0 0,-1 0 1 0 0,0-1 0 0 0,0 1-1 0 0,0 0 1 0 0,1 0 0 0 0,-1 0-1 0 0,0 0 1 0 0,0 0 0 0 0,-1 0-1 0 0,1 0 95 0 0,1 1 0 0 0,-1-1-1 0 0,1 1 1 0 0,-1-1-1 0 0,1 1 1 0 0,-1-1 0 0 0,1 1-1 0 0,-1 0 1 0 0,1-1-1 0 0,0 1 1 0 0,-1-1-1 0 0,1 1 1 0 0,0 0 0 0 0,0 0-1 0 0,-1-1 1 0 0,1 1-1 0 0,0 0 1 0 0,0-1-1 0 0,0 1 1 0 0,0 1 0 0 0,-1 5 972 0 0,1 1 1 0 0,0-1-1 0 0,2 14 1 0 0,14 65 1985 0 0,7 55-233 0 0,-21-115-2807 0 0,2 0 0 0 0,1 0 1 0 0,0 0-1 0 0,14 36 0 0 0,-18-62-215 0 0,-1 1 0 0 0,0-1 1 0 0,0 1-1 0 0,0-1 0 0 0,1 1 0 0 0,-1-1 0 0 0,0 1 0 0 0,0-1 1 0 0,1 1-1 0 0,-1-1 0 0 0,0 1 0 0 0,1-1 0 0 0,-1 1 0 0 0,1-1 1 0 0,-1 1-1 0 0,1-1 0 0 0,-1 0 0 0 0,1 1 0 0 0,-1-1 0 0 0,1 0 0 0 0,-1 0 1 0 0,1 1-1 0 0,0-1 0 0 0,0 0-323 0 0,0 0 0 0 0,-1-1 0 0 0,1 1 0 0 0,0 0 0 0 0,0-1 1 0 0,-1 1-1 0 0,1 0 0 0 0,0-1 0 0 0,0 1 0 0 0,-1-1 0 0 0,1 1 0 0 0,-1-1 0 0 0,1 0 0 0 0,0 1 1 0 0,-1-1-1 0 0,2-1 0 0 0,5-9-3380 0 0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51:22.06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47 570 8 0 0,'-21'12'1628'0'0,"19"-11"-1032"0"0,1 1 0 0 0,-1-1 0 0 0,0 0 0 0 0,1 0 0 0 0,-1 0 0 0 0,0 0 0 0 0,0 0 0 0 0,0 0-1 0 0,0 0 1 0 0,0-1 0 0 0,-3 1 835 0 0,30-11 2761 0 0,121-50-350 0 0,-88 39-3373 0 0,-2 1-245 0 0,2 3-1 0 0,0 2 1 0 0,63-7 0 0 0,182-7 641 0 0,-98 11-340 0 0,313-54 65 0 0,-483 66-569 0 0,284-44 108 0 0,79-8 58 0 0,-338 44-164 0 0,-2-2 0 0 0,0-3 1 0 0,82-38-1 0 0,-70 24-32 0 0,-66 31-196 0 0,1 0 0 0 0,-1-1 1 0 0,1 0-1 0 0,-1 1 0 0 0,6-6 1 0 0,-9 7 143 0 0,0 0 0 0 0,0 1 0 0 0,0-1 1 0 0,0 0-1 0 0,0 1 0 0 0,-1-1 1 0 0,1 0-1 0 0,0 0 0 0 0,0 0 0 0 0,-1 0 1 0 0,1 0-1 0 0,0 0 0 0 0,-1 0 0 0 0,1 0 1 0 0,-1 0-1 0 0,1 0 0 0 0,-1 0 0 0 0,0 0 1 0 0,1 0-1 0 0,-1 0 0 0 0,0 0 0 0 0,0 0 1 0 0,0-1-1 0 0,0 1 0 0 0,0 0 1 0 0,0 0-1 0 0,0 0 0 0 0,0 0 0 0 0,-1-2 1 0 0,1 3-348 0 0,-1-1 1 0 0,0 1 0 0 0,0-1-1 0 0,1 1 1 0 0,-1-1 0 0 0,0 1-1 0 0,0-1 1 0 0,0 1-1 0 0,0 0 1 0 0,1 0 0 0 0,-1-1-1 0 0,0 1 1 0 0,0 0 0 0 0,0 0-1 0 0,0 0 1 0 0,0 0 0 0 0,-1 0-1 0 0,-5 0-3500 0 0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51:23.75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19 1 512 0 0,'-2'3'482'0'0,"0"0"0"0"0,0 0 0 0 0,0 0-1 0 0,0 0 1 0 0,1 1 0 0 0,-1-1 0 0 0,1 0 0 0 0,0 1-1 0 0,0 0 1 0 0,0-1 0 0 0,0 1 0 0 0,1 0 0 0 0,-1-1 0 0 0,1 8-1 0 0,1 8 1341 0 0,4 31 0 0 0,-3-34-1280 0 0,9 51 909 0 0,3 0 0 0 0,24 70 0 0 0,-3-17-541 0 0,-32-109-855 0 0,2 13-169 0 0,2-1 1 0 0,16 38-1 0 0,-24-83-6793 0 0,0 10 5786 0 0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51:24.03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16 162 280 0 0,'0'-1'619'0'0,"-1"-1"1"0"0,0 1-1 0 0,1 0 0 0 0,-1-1 0 0 0,1 1 1 0 0,-1-1-1 0 0,1 1 0 0 0,0-1 0 0 0,0 1 1 0 0,0-1-1 0 0,0-1 0 0 0,0 1-439 0 0,1 1 0 0 0,-1-1 0 0 0,1 1-1 0 0,-1-1 1 0 0,1 1 0 0 0,0-1 0 0 0,0 1 0 0 0,0 0-1 0 0,0-1 1 0 0,0 1 0 0 0,0 0 0 0 0,0 0-1 0 0,0 0 1 0 0,0-1 0 0 0,0 1 0 0 0,3-1 0 0 0,21-17 1107 0 0,1 0 0 0 0,1 2 0 0 0,30-14 0 0 0,-46 25-1069 0 0,1 1-1 0 0,0 1 0 0 0,0 0 1 0 0,0 0-1 0 0,1 1 1 0 0,-1 1-1 0 0,1 0 1 0 0,0 1-1 0 0,-1 0 0 0 0,19 1 1 0 0,-28 1-157 0 0,0-1 0 0 0,-1 0 0 0 0,1 1 0 0 0,0 0 0 0 0,-1-1 0 0 0,1 1 0 0 0,0 0 0 0 0,-1 0 0 0 0,1 1 0 0 0,-1-1 0 0 0,1 1 0 0 0,-1-1 0 0 0,0 1 0 0 0,0 0 0 0 0,0-1 0 0 0,0 1 0 0 0,0 0 0 0 0,0 0 0 0 0,3 5 0 0 0,-3-3 1 0 0,0 0 0 0 0,0 1 0 0 0,0-1 0 0 0,-1 1 1 0 0,0-1-1 0 0,1 1 0 0 0,-2 0 0 0 0,1 0 0 0 0,0-1 0 0 0,-1 9 1 0 0,-1 1 22 0 0,0-1-1 0 0,-1 1 1 0 0,0-1 0 0 0,-1 0 0 0 0,-1 0 0 0 0,0 0 0 0 0,-8 17 0 0 0,2-10-40 0 0,-1-2-1 0 0,-1 1 1 0 0,-1-1 0 0 0,0-1-1 0 0,-2-1 1 0 0,-29 27-1 0 0,18-20-32 0 0,-1-2 0 0 0,-1-1-1 0 0,-50 26 1 0 0,38-28-85 0 0,4-2-3528 0 0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51:35.65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38 8 512 0 0,'0'-1'126'0'0,"0"1"0"0"0,0 0 0 0 0,0 0 0 0 0,0-1 0 0 0,0 1 0 0 0,0 0 0 0 0,0-1-1 0 0,0 1 1 0 0,0 0 0 0 0,0 0 0 0 0,-1-1 0 0 0,1 1 0 0 0,0 0 0 0 0,0 0 0 0 0,0-1 0 0 0,0 1 0 0 0,0 0 0 0 0,0 0 0 0 0,-1 0 0 0 0,1-1-1 0 0,0 1 1 0 0,0 0 0 0 0,0 0 0 0 0,0 0 0 0 0,-1-1 0 0 0,1 1 0 0 0,0 0 0 0 0,0 0 0 0 0,-1 0 0 0 0,1 0 0 0 0,0 0 0 0 0,0-1-1 0 0,-1 1 1 0 0,1 0 0 0 0,0 0 0 0 0,0 0 0 0 0,-1 0 0 0 0,1 0 0 0 0,0 0 0 0 0,0 0 0 0 0,-1 0 0 0 0,1 0 0 0 0,0 0 0 0 0,-1 0 0 0 0,1 0-1 0 0,0 0 1 0 0,-1 1 0 0 0,0-1 166 0 0,1 0-1 0 0,-1 0 0 0 0,0 1 1 0 0,1-1-1 0 0,-1 0 0 0 0,1 1 1 0 0,-1-1-1 0 0,0 1 0 0 0,1-1 1 0 0,-1 1-1 0 0,1-1 0 0 0,-1 1 1 0 0,1-1-1 0 0,-1 1 1 0 0,1 0-1 0 0,0-1 0 0 0,-1 1 1 0 0,0 1-1 0 0,-4 16 516 0 0,1 1 0 0 0,0 0 0 0 0,2 0 0 0 0,0 0-1 0 0,1 1 1 0 0,2 24 0 0 0,19 115 269 0 0,-14-128-845 0 0,1 0 1 0 0,2-1-1 0 0,15 38 0 0 0,-17-51-188 0 0,2 0 1 0 0,0-1-1 0 0,0 0 0 0 0,2 0 1 0 0,0-1-1 0 0,24 25 0 0 0,-22-27-429 0 0,-5-5 350 0 0,-1 0 0 0 0,2 0 0 0 0,11 8 1 0 0,-16-14-701 0 0,-1 0 1 0 0,1 0 0 0 0,-1 0 0 0 0,1-1 0 0 0,0 0 0 0 0,-1 1 0 0 0,9 0 0 0 0,-5-1-1577 0 0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51:39.39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70 370 512 0 0,'-1'21'678'0'0,"1"26"2260"0"0,0-45-2386 0 0,1 1-1 0 0,-1-1 1 0 0,1 1-1 0 0,-1-1 1 0 0,1 1 0 0 0,0-1-1 0 0,0 1 1 0 0,2 2 0 0 0,-3-4-320 0 0,0-1 1 0 0,1 1 0 0 0,-1-1 0 0 0,0 1 0 0 0,0-1-1 0 0,1 1 1 0 0,-1-1 0 0 0,0 1 0 0 0,0-1 0 0 0,1 0 0 0 0,-1 1-1 0 0,0-1 1 0 0,1 0 0 0 0,-1 1 0 0 0,0-1 0 0 0,1 0-1 0 0,-1 1 1 0 0,1-1 0 0 0,-1 0 0 0 0,1 0 0 0 0,-1 1 0 0 0,1-1-1 0 0,-1 0 1 0 0,2 0 0 0 0,-3-11 1875 0 0,-7-22-1069 0 0,-13-31 168 0 0,-19-111 0 0 0,39 169-1185 0 0,-6-32 98 0 0,-2-67 0 0 0,12 96 85 0 0,3 15-13 0 0,4 19 4 0 0,-1 8-153 0 0,2 0 1 0 0,1-1 0 0 0,1-1 0 0 0,2 0 0 0 0,0 0 0 0 0,3-2-1 0 0,32 44 1 0 0,-41-62-16 0 0,1 0 0 0 0,16 14 0 0 0,-25-23-6 0 0,1 0 0 0 0,1-1 0 0 0,-1 1 0 0 0,0 0 0 0 0,0-1-1 0 0,1 1 1 0 0,-1-1 0 0 0,0 0 0 0 0,1 0 0 0 0,-1 0 0 0 0,1 0-1 0 0,0 0 1 0 0,-1-1 0 0 0,1 1 0 0 0,0-1 0 0 0,-1 1 0 0 0,1-1 0 0 0,0 0-1 0 0,0 0 1 0 0,4-1 0 0 0,-6 0 6 0 0,0 0 0 0 0,0 0 0 0 0,0 0 1 0 0,-1 0-1 0 0,1 0 0 0 0,0 0 0 0 0,0 0 0 0 0,0 0 0 0 0,-1 0 0 0 0,1 0 1 0 0,-1-1-1 0 0,1 1 0 0 0,-1 0 0 0 0,1 0 0 0 0,-1-1 0 0 0,0 1 0 0 0,0 0 0 0 0,1-1 1 0 0,-1 1-1 0 0,0 0 0 0 0,0-1 0 0 0,-1-2 0 0 0,-1-32 285 0 0,0 24-228 0 0,-2 0 0 0 0,1 0-1 0 0,-9-19 1 0 0,2 6-16 0 0,-62-171 78 0 0,66 179-235 0 0,5 13-139 0 0,-1-1 0 0 0,0 0-1 0 0,0 0 1 0 0,0 1 0 0 0,0-1 0 0 0,-1 1 0 0 0,-3-6-1 0 0,17 5-12506 0 0,-6 3 10911 0 0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51:39.83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12 18 8 0 0,'-7'-14'6838'0'0,"3"10"-2113"0"0,3 14-3257 0 0,12 70-445 0 0,4 0 0 0 0,3-1 0 0 0,30 80 1 0 0,-40-137-711 0 0,2 0 1 0 0,22 38-1 0 0,-25-49-214 0 0,0 0-1 0 0,1-1 0 0 0,0-1 0 0 0,0 1 1 0 0,1-1-1 0 0,1-1 0 0 0,10 8 1 0 0,-17-14-77 0 0,0 0-1 0 0,-1 0 1 0 0,1-1 0 0 0,0 1 0 0 0,1-1 0 0 0,-1 0-1 0 0,0 0 1 0 0,0 0 0 0 0,0 0 0 0 0,1 0 0 0 0,-1-1 0 0 0,0 1-1 0 0,1-1 1 0 0,-1 0 0 0 0,0 0 0 0 0,1-1 0 0 0,-1 1-1 0 0,0-1 1 0 0,1 1 0 0 0,-1-1 0 0 0,0 0 0 0 0,0 0 0 0 0,0 0-1 0 0,0-1 1 0 0,0 1 0 0 0,0-1 0 0 0,0 0 0 0 0,0 0 0 0 0,-1 0-1 0 0,1 0 1 0 0,3-4 0 0 0,-1 1 9 0 0,0 0 1 0 0,0 0-1 0 0,-1-1 0 0 0,0 0 0 0 0,0 0 1 0 0,0 0-1 0 0,-1 0 0 0 0,0-1 1 0 0,0 1-1 0 0,0-1 0 0 0,-1 0 0 0 0,0 0 1 0 0,1-13-1 0 0,0-6 147 0 0,-2 1 0 0 0,-4-44 0 0 0,2 60-147 0 0,0 0 1 0 0,0 0 0 0 0,-1 0-1 0 0,-1 1 1 0 0,0-1 0 0 0,0 1-1 0 0,0-1 1 0 0,-1 1-1 0 0,0 1 1 0 0,-1-1 0 0 0,-8-11-1 0 0,12 18-27 0 0,0 0-1 0 0,0 0 1 0 0,0 0-1 0 0,0-1 0 0 0,0 1 1 0 0,0 0-1 0 0,0 0 0 0 0,0 0 1 0 0,-1 1-1 0 0,1-1 1 0 0,0 0-1 0 0,-1 0 0 0 0,1 1 1 0 0,0-1-1 0 0,-1 1 0 0 0,1-1 1 0 0,-1 1-1 0 0,-2-1 1 0 0,3 1 1 0 0,0 1 0 0 0,0-1 1 0 0,0 0-1 0 0,0 1 1 0 0,0-1-1 0 0,0 1 1 0 0,0-1-1 0 0,0 1 1 0 0,0-1-1 0 0,0 1 1 0 0,0 0-1 0 0,0-1 1 0 0,1 1-1 0 0,-1 0 1 0 0,0 0-1 0 0,0 0 1 0 0,1-1-1 0 0,-1 1 1 0 0,1 0-1 0 0,-1 1 1 0 0,-3 7 29 0 0,0-1 1 0 0,1 1-1 0 0,0-1 1 0 0,-2 18-1 0 0,4-23-33 0 0,-5 30 94 0 0,2 0-1 0 0,1-1 1 0 0,2 1-1 0 0,5 60 1 0 0,-3-82-78 0 0,7 39-84 0 0,-8-48 60 0 0,1 0 0 0 0,-1 0 1 0 0,1 0-1 0 0,0 0 1 0 0,0 0-1 0 0,0 0 0 0 0,0 0 1 0 0,0 0-1 0 0,0 0 1 0 0,0-1-1 0 0,0 1 0 0 0,1 0 1 0 0,-1-1-1 0 0,1 1 0 0 0,-1-1 1 0 0,1 1-1 0 0,0-1 1 0 0,3 2-1 0 0,-4-3-50 0 0,0 1 1 0 0,1-1-1 0 0,-1 0 0 0 0,1 0 1 0 0,-1 0-1 0 0,1 0 0 0 0,-1 0 1 0 0,0 0-1 0 0,1 0 0 0 0,-1-1 1 0 0,1 1-1 0 0,-1 0 0 0 0,0-1 1 0 0,1 1-1 0 0,-1-1 0 0 0,0 0 1 0 0,0 1-1 0 0,1-1 0 0 0,-1 0 1 0 0,0 0-1 0 0,0 0 0 0 0,0 0 1 0 0,0 1-1 0 0,0-2 0 0 0,0 1 1 0 0,0 0-1 0 0,1-2 0 0 0,2-3-747 0 0,0 1 0 0 0,0-1 0 0 0,-1 0 0 0 0,4-9-1 0 0,5-16-4375 0 0,-5 12 1937 0 0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51:40.10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11 31 368 0 0,'-4'-7'1451'0'0,"-2"-7"1756"0"0,6 14-3087 0 0,0-1 1 0 0,0 1-1 0 0,0 0 0 0 0,0-1 1 0 0,-1 1-1 0 0,1 0 1 0 0,0 0-1 0 0,0-1 0 0 0,0 1 1 0 0,0 0-1 0 0,0-1 0 0 0,1 1 1 0 0,-1 0-1 0 0,0-1 0 0 0,0 1 1 0 0,0 0-1 0 0,0 0 0 0 0,0-1 1 0 0,0 1-1 0 0,0 0 1 0 0,1-1-1 0 0,-1 1 0 0 0,0 0 1 0 0,0 0-1 0 0,0-1 0 0 0,1 1 1 0 0,-1 0-1 0 0,0 0 0 0 0,0 0 1 0 0,1-1-1 0 0,-1 1 1 0 0,0 0-1 0 0,0 0 0 0 0,1 0 1 0 0,-1 0-1 0 0,1-1 0 0 0,-1 1-29 0 0,1 0 0 0 0,-1 1 0 0 0,0-1-1 0 0,1 0 1 0 0,-1 0 0 0 0,1 0 0 0 0,-1 0-1 0 0,0 0 1 0 0,1 0 0 0 0,-1 1 0 0 0,1-1-1 0 0,-1 0 1 0 0,0 0 0 0 0,1 1 0 0 0,-1-1-1 0 0,0 0 1 0 0,0 0 0 0 0,1 1 0 0 0,-1-1 0 0 0,0 0-1 0 0,0 1 1 0 0,1-1 0 0 0,-1 0 0 0 0,0 1-1 0 0,0-1 1 0 0,0 1 0 0 0,1-1 0 0 0,-1 0-1 0 0,0 1 1 0 0,0 0 0 0 0,5 15 867 0 0,-4-14-638 0 0,95 446 6825 0 0,-78-250-5660 0 0,-9-74-1271 0 0,-7-109-864 0 0,-2-20-3156 0 0,0-14-2380 0 0,2 3 1166 0 0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51:40.83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25 83 8 0 0,'-12'-35'1770'0'0,"-1"6"9324"0"0,35 301-5089 0 0,-14-207-5433 0 0,3-1-1 0 0,21 69 0 0 0,-30-126-541 0 0,0 0 1 0 0,1-1-1 0 0,0 0 0 0 0,0 1 1 0 0,1-1-1 0 0,0 0 1 0 0,0 0-1 0 0,0-1 0 0 0,1 1 1 0 0,6 5-1 0 0,-10-9-26 0 0,1-1 0 0 0,0 0 0 0 0,0 1 0 0 0,0-1 0 0 0,0 0 0 0 0,0 0 0 0 0,0 0 0 0 0,0 0 0 0 0,0 0 0 0 0,1-1 0 0 0,-1 1 0 0 0,0-1 0 0 0,0 1 0 0 0,1-1 0 0 0,-1 0 0 0 0,0 0 0 0 0,1 0 0 0 0,-1 0 0 0 0,0 0 0 0 0,1 0 0 0 0,-1-1 0 0 0,0 1 1 0 0,0-1-1 0 0,1 0 0 0 0,-1 1 0 0 0,0-1 0 0 0,0 0 0 0 0,0 0 0 0 0,0-1 0 0 0,0 1 0 0 0,0 0 0 0 0,0-1 0 0 0,-1 1 0 0 0,3-3 0 0 0,2-2-1 0 0,0-1 1 0 0,0 0-1 0 0,-1 0 1 0 0,0 0-1 0 0,0-1 0 0 0,-1 1 1 0 0,0-1-1 0 0,-1 0 1 0 0,1 0-1 0 0,2-14 0 0 0,0 1 13 0 0,-2 0-1 0 0,0 0 0 0 0,0-26 1 0 0,-5-206-77 0 0,-2 96 59 0 0,4 149 89 0 0,2 20-35 0 0,2 21 62 0 0,10 139 873 0 0,38 178 0 0 0,-48-326-906 0 0,-3-8-94 0 0,1 0 0 0 0,1 0-1 0 0,1 0 1 0 0,7 18 0 0 0,-12-34-40 0 0,0 0-1 0 0,0 1 1 0 0,1-1 0 0 0,-1 0 0 0 0,0 1 0 0 0,0-1 0 0 0,0 0 0 0 0,0 1-1 0 0,0-1 1 0 0,0 0 0 0 0,1 1 0 0 0,-1-1 0 0 0,0 0 0 0 0,0 1 0 0 0,1-1 0 0 0,-1 0-1 0 0,0 0 1 0 0,0 1 0 0 0,1-1 0 0 0,-1 0 0 0 0,0 0 0 0 0,1 0 0 0 0,-1 1 0 0 0,0-1-1 0 0,1 0 1 0 0,-1 0 0 0 0,0 0 0 0 0,1 0 0 0 0,-1 0 0 0 0,0 0 0 0 0,1 0-1 0 0,-1 0 1 0 0,0 1 0 0 0,1-1 0 0 0,-1 0 0 0 0,1-1 0 0 0,7-10-6970 0 0,-6 7 4936 0 0,5-5-867 0 0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51:42.30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2 165 8 0 0,'-1'-32'639'0'0,"0"13"1309"0"0,2 0-1 0 0,0 0 1 0 0,3-22 0 0 0,-3 39-1568 0 0,6-22 2010 0 0,-7 24-2298 0 0,0-1 0 0 0,1 1 0 0 0,-1-1-1 0 0,0 1 1 0 0,0-1 0 0 0,1 1 0 0 0,-1-1 0 0 0,0 1 0 0 0,1 0 0 0 0,-1-1-1 0 0,0 1 1 0 0,1 0 0 0 0,-1-1 0 0 0,1 1 0 0 0,-1 0 0 0 0,0-1 0 0 0,1 1-1 0 0,-1 0 1 0 0,1 0 0 0 0,-1 0 0 0 0,1-1 0 0 0,-1 1 0 0 0,1 0 0 0 0,-1 0 0 0 0,1 0-1 0 0,-1 0 1 0 0,1 0 0 0 0,0 0 0 0 0,-1 0 0 0 0,1 0 0 0 0,-1 0 0 0 0,1 0-1 0 0,-1 0 1 0 0,1 0 0 0 0,-1 1 0 0 0,1-1 0 0 0,-1 0 0 0 0,1 0 0 0 0,-1 0-1 0 0,0 1 1 0 0,1-1 0 0 0,-1 0 0 0 0,1 1 0 0 0,1 2 72 0 0,0 0 0 0 0,-1-1-1 0 0,1 1 1 0 0,-1 0 0 0 0,0 0 0 0 0,0 0 0 0 0,0 1 0 0 0,0-1 0 0 0,0 0-1 0 0,-1 0 1 0 0,0 0 0 0 0,1 1 0 0 0,-2 5 0 0 0,2 2 173 0 0,8 187 1334 0 0,-8-125-952 0 0,11 84 0 0 0,2-90-146 0 0,-13-61-493 0 0,1-1 0 0 0,0 1 0 0 0,0 0-1 0 0,1-1 1 0 0,0 1 0 0 0,0-1-1 0 0,0 0 1 0 0,7 9 0 0 0,-8-12-63 0 0,0-1 1 0 0,-1 1-1 0 0,1-1 1 0 0,0 0-1 0 0,-1 0 1 0 0,1 0-1 0 0,0 0 1 0 0,0 0-1 0 0,0 0 1 0 0,0-1-1 0 0,0 1 1 0 0,0-1-1 0 0,0 1 1 0 0,0-1-1 0 0,0 0 1 0 0,0 0 0 0 0,0 0-1 0 0,1 0 1 0 0,-1 0-1 0 0,0 0 1 0 0,0 0-1 0 0,0-1 1 0 0,0 1-1 0 0,0-1 1 0 0,0 0-1 0 0,0 1 1 0 0,0-1-1 0 0,0 0 1 0 0,-1 0-1 0 0,1 0 1 0 0,0 0-1 0 0,0-1 1 0 0,-1 1-1 0 0,1 0 1 0 0,1-3-1 0 0,4-2-28 0 0,-1 0 1 0 0,0 0-1 0 0,0-1 0 0 0,-1 0 0 0 0,1 0 0 0 0,7-16 1 0 0,-11 20-34 0 0,12-30-1279 0 0,-11 9-2484 0 0,4-3-4108 0 0,-5 20 5488 0 0,1-5 388 0 0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51:42.61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9 60 8 0 0,'-2'-9'139'0'0,"-3"-20"12"0"0,4 28 62 0 0,1 0 0 0 0,0 0 0 0 0,0 0 0 0 0,0 0 0 0 0,0 0 0 0 0,0 0 1 0 0,0 0-1 0 0,0 0 0 0 0,0 0 0 0 0,0 0 0 0 0,0 1 0 0 0,0-1 0 0 0,1 0 1 0 0,-1 0-1 0 0,0 0 0 0 0,1 0 0 0 0,-1 0 0 0 0,1 1 0 0 0,-1-1 0 0 0,1 0 1 0 0,-1 0-1 0 0,2-1 0 0 0,-1 2 11 0 0,0 0 0 0 0,0 0 0 0 0,-1 0 0 0 0,1 1 0 0 0,0-1 0 0 0,0 0 0 0 0,0 0 0 0 0,0 0 0 0 0,-1 1 0 0 0,1-1 0 0 0,0 0 0 0 0,0 1 0 0 0,-1-1 0 0 0,1 1 0 0 0,0-1 0 0 0,-1 1 0 0 0,1-1 0 0 0,0 1 0 0 0,0 1 0 0 0,17 15 1406 0 0,-13-12-1016 0 0,30 30 1088 0 0,1-1-7 0 0,35 45 1 0 0,-61-66-1447 0 0,-1-1-1 0 0,-1 1 0 0 0,0 1 1 0 0,-1-1-1 0 0,0 1 0 0 0,-1 1 1 0 0,-1-1-1 0 0,4 16 0 0 0,-3-2-45 0 0,-1 1 1 0 0,-2-1-1 0 0,0 1 1 0 0,-2 0-1 0 0,-2 0 0 0 0,0 0 1 0 0,-2 0-1 0 0,-1 0 1 0 0,-12 41-1 0 0,12-56-303 0 0,-1 1 0 0 0,0-1 0 0 0,-1 0 0 0 0,-1-1 0 0 0,0 1 1 0 0,-1-1-1 0 0,-1-1 0 0 0,0 1 0 0 0,-10 10 0 0 0,18-22-80 0 0,1 0-1 0 0,-1 0 1 0 0,1-1-1 0 0,-1 1 1 0 0,1-1-1 0 0,-1 1 1 0 0,0-1-1 0 0,1 1 1 0 0,-1-1-1 0 0,0 1 1 0 0,1-1-1 0 0,-1 1 1 0 0,0-1-1 0 0,0 0 1 0 0,1 1-1 0 0,-1-1 1 0 0,0 0-1 0 0,0 0 1 0 0,0 0-1 0 0,-1 1 1 0 0,2-2-300 0 0,-1 0 0 0 0,0 0 0 0 0,1 1 0 0 0,-1-1 0 0 0,0 0 0 0 0,1 0 0 0 0,-1 0 0 0 0,1 0 0 0 0,-1 0 0 0 0,1 0 1 0 0,0 0-1 0 0,-1 0 0 0 0,1 0 0 0 0,0 0 0 0 0,0-1 0 0 0,-1-6-3113 0 0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51:44.90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30 271 8 0 0,'-8'-39'27'0'0,"4"24"948"0"0,1-1-1 0 0,1 1 0 0 0,-1-18 1 0 0,-6-61 5637 0 0,18 123-3822 0 0,9 175-489 0 0,-16-171-2019 0 0,29 242 1407 0 0,-27-248-1588 0 0,0 1 3 0 0,-3-13-127 0 0,1-1 1 0 0,7 26-1 0 0,-5-35-600 0 0,-4-17-459 0 0,-2-17-737 0 0,-13-92-1613 0 0,-7 16 3048 0 0,7 41-46 0 0,-10-112-1 0 0,24 155 601 0 0,1 0 0 0 0,1 0 0 0 0,1 0-1 0 0,0 0 1 0 0,2 1 0 0 0,10-35 0 0 0,-14 53-113 0 0,1-1 0 0 0,0 1 1 0 0,0 0-1 0 0,0 0 0 0 0,0-1 1 0 0,1 1-1 0 0,-1 0 0 0 0,1 0 1 0 0,-1 0-1 0 0,1 0 0 0 0,-1 1 1 0 0,1-1-1 0 0,0 0 0 0 0,0 1 1 0 0,0-1-1 0 0,0 1 0 0 0,0 0 1 0 0,5-3-1 0 0,-4 3 1 0 0,1 0 1 0 0,-1 1-1 0 0,1-1 1 0 0,-1 1 0 0 0,1-1-1 0 0,-1 1 1 0 0,1 0-1 0 0,-1 0 1 0 0,1 1-1 0 0,-1-1 1 0 0,1 1-1 0 0,3 1 1 0 0,0 0 45 0 0,0 0 0 0 0,0 1 1 0 0,-1 0-1 0 0,1 0 0 0 0,-1 0 0 0 0,1 1 1 0 0,-1 0-1 0 0,0 0 0 0 0,-1 1 1 0 0,1 0-1 0 0,-1 0 0 0 0,6 7 1 0 0,-5-3 63 0 0,0 1 0 0 0,-1 0 0 0 0,0 0 0 0 0,-1 1 0 0 0,0 0 0 0 0,0-1 0 0 0,-1 1 0 0 0,-1 0 0 0 0,0 0 1 0 0,-1 1-1 0 0,0-1 0 0 0,0 0 0 0 0,-1 1 0 0 0,-2 14 0 0 0,1-13-85 0 0,-1 1 1 0 0,-1 0-1 0 0,0 0 1 0 0,-1-1-1 0 0,0 0 1 0 0,-1 0 0 0 0,-1 0-1 0 0,0 0 1 0 0,-1-1-1 0 0,0 0 1 0 0,-11 14-1 0 0,12-19-51 0 0,0 0 0 0 0,-1-1 0 0 0,0 0 0 0 0,-11 8-1 0 0,15-12-53 0 0,1 0-1 0 0,-1 0 0 0 0,0 0 0 0 0,0-1 0 0 0,0 0 0 0 0,0 1 0 0 0,0-1 0 0 0,0 0 1 0 0,-1-1-1 0 0,1 1 0 0 0,0 0 0 0 0,0-1 0 0 0,-1 0 0 0 0,1 0 0 0 0,-5 0 0 0 0,7 0-30 0 0,1 0-1 0 0,-1 0 1 0 0,1 0-1 0 0,-1-1 1 0 0,1 1-1 0 0,-1 0 1 0 0,1 0-1 0 0,0 0 0 0 0,-1 0 1 0 0,1-1-1 0 0,-1 1 1 0 0,1 0-1 0 0,0 0 1 0 0,-1-1-1 0 0,1 1 1 0 0,0 0-1 0 0,-1-1 1 0 0,1 1-1 0 0,0 0 0 0 0,0-1 1 0 0,-1 1-1 0 0,1 0 1 0 0,0-1-1 0 0,0 1 1 0 0,-1-1-1 0 0,1-1-486 0 0,0 1-1 0 0,0 0 0 0 0,0 0 1 0 0,0 0-1 0 0,1 0 0 0 0,-1-1 1 0 0,0 1-1 0 0,0 0 0 0 0,1 0 1 0 0,-1 0-1 0 0,1 0 1 0 0,0-2-1 0 0,2-2-843 0 0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51:45.19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39 0 8 0 0,'-1'1'1962'0'0,"-8"9"5421"0"0,7-8-7108 0 0,0 1 1 0 0,1-1-1 0 0,0 0 1 0 0,-1 1-1 0 0,1 0 1 0 0,0-1-1 0 0,0 1 0 0 0,-1 3 1 0 0,-5 40 980 0 0,2 1 0 0 0,2 0 0 0 0,3 70 0 0 0,1-44-539 0 0,0-19-120 0 0,8 70 0 0 0,-6-104-501 0 0,1 0-1 0 0,1 1 1 0 0,0-1 0 0 0,2-1 0 0 0,0 1 0 0 0,16 28-1 0 0,-20-43-87 0 0,0 0-1 0 0,1-1 0 0 0,-1 0 0 0 0,1 1 0 0 0,0-1 0 0 0,0-1 0 0 0,1 1 0 0 0,8 5 0 0 0,-12-8-50 0 0,0 0 0 0 0,0 0 0 0 0,0-1 0 0 0,0 1 1 0 0,0 0-1 0 0,1-1 0 0 0,-1 1 0 0 0,0-1 0 0 0,0 0 0 0 0,1 1 0 0 0,-1-1 0 0 0,0 0 0 0 0,1 0 0 0 0,-1 0 0 0 0,0 1 0 0 0,0-2 0 0 0,1 1 0 0 0,-1 0 0 0 0,0 0 0 0 0,1 0 0 0 0,-1-1 1 0 0,0 1-1 0 0,0 0 0 0 0,1-1 0 0 0,-1 1 0 0 0,0-1 0 0 0,0 0 0 0 0,0 1 0 0 0,0-1 0 0 0,0 0 0 0 0,0 0 0 0 0,0 1 0 0 0,0-1 0 0 0,0 0 0 0 0,0 0 0 0 0,0 0 0 0 0,0 0 0 0 0,-1 0 0 0 0,1-1 1 0 0,0 1-1 0 0,-1 0 0 0 0,1 0 0 0 0,0-2 0 0 0,11-25-4427 0 0,-1-2 0 0 0,9-39 0 0 0,-15 47 3077 0 0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51:45.70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10 50 8 0 0,'1'-12'334'0'0,"-1"8"602"0"0,1 0 0 0 0,-1 1 0 0 0,0-1 0 0 0,0 0 0 0 0,-1 0 0 0 0,1 0 0 0 0,-3-6 0 0 0,3 10-787 0 0,0 0 1 0 0,-1 0-1 0 0,1 0 1 0 0,0 0-1 0 0,0 0 1 0 0,-1 0-1 0 0,1 1 1 0 0,0-1-1 0 0,0 0 1 0 0,-1 0-1 0 0,1 0 1 0 0,0 1-1 0 0,0-1 1 0 0,0 0-1 0 0,-1 0 1 0 0,1 0-1 0 0,0 1 1 0 0,0-1-1 0 0,0 0 1 0 0,0 1-1 0 0,0-1 1 0 0,0 0-1 0 0,-1 0 1 0 0,1 1-1 0 0,0-1 1 0 0,0 0-1 0 0,0 1 1 0 0,0-1-1 0 0,0 0 1 0 0,0 0-1 0 0,0 1 1 0 0,0-1 0 0 0,0 0-1 0 0,0 1 1 0 0,0-1-1 0 0,1 0 1 0 0,-1 1-1 0 0,-3 16 636 0 0,2 19 53 0 0,2 0 0 0 0,1 1 0 0 0,8 37-1 0 0,-5-36-512 0 0,2 11 322 0 0,20 77-1 0 0,-21-107-542 0 0,0-1 0 0 0,1 0-1 0 0,1 0 1 0 0,0-1 0 0 0,2 0 0 0 0,0 0-1 0 0,14 17 1 0 0,-21-30-78 0 0,1 0-1 0 0,0 0 1 0 0,0 0-1 0 0,0 0 1 0 0,1 0 0 0 0,-1-1-1 0 0,7 4 1 0 0,-10-6-22 0 0,1 0-1 0 0,-1-1 1 0 0,0 1 0 0 0,0-1-1 0 0,1 0 1 0 0,-1 1 0 0 0,0-1-1 0 0,0 0 1 0 0,1 0-1 0 0,-1 0 1 0 0,0 0 0 0 0,1 0-1 0 0,-1 0 1 0 0,0 0 0 0 0,1 0-1 0 0,-1 0 1 0 0,0 0 0 0 0,1-1-1 0 0,-1 1 1 0 0,0-1 0 0 0,0 1-1 0 0,0-1 1 0 0,1 1 0 0 0,-1-1-1 0 0,0 0 1 0 0,0 0 0 0 0,0 1-1 0 0,0-1 1 0 0,0 0-1 0 0,0 0 1 0 0,0 0 0 0 0,0 0-1 0 0,-1 0 1 0 0,1 0 0 0 0,0 0-1 0 0,0-2 1 0 0,10-16-13 0 0,-2 0-1 0 0,0 0 1 0 0,-1-1-1 0 0,-2 0 1 0 0,0 0 0 0 0,5-27-1 0 0,-3-6-2 0 0,3-69-1 0 0,-11-30-24 0 0,-2 63 36 0 0,2 88 62 0 0,-3 19-153 0 0,0 17 118 0 0,2 1-1 0 0,3 47 1 0 0,1-3 110 0 0,-3-27-69 0 0,2 1 0 0 0,3-1-1 0 0,19 83 1 0 0,-20-119-97 0 0,4 14-705 0 0,-11-71-2933 0 0,-1-2-3568 0 0,4 28 5480 0 0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51:46.41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17 0 8 0 0,'-4'5'0'0'0,"-1"0"8"0"0,2 0 16 0 0,1 0 16 0 0,0 0 72 0 0,2-3 176 0 0,0 3-192 0 0,0-3-48 0 0,2 1-264 0 0,0-3-80 0 0,1 2 256 0 0,-3 0 32 0 0,2-2-48 0 0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51:48.88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30 53 8 0 0,'-4'-4'1164'0'0,"-18"-22"7707"0"0,22 26-8758 0 0,-1-1-1 0 0,1 1 1 0 0,0-1 0 0 0,-1 1-1 0 0,1-1 1 0 0,0 1 0 0 0,-1-1-1 0 0,1 0 1 0 0,0 1 0 0 0,0-1-1 0 0,0 1 1 0 0,0-1-1 0 0,0 1 1 0 0,0-1 0 0 0,0 0-1 0 0,0 1 1 0 0,0-1 0 0 0,0 0-1 0 0,0 1 1 0 0,0-1 0 0 0,0 1-1 0 0,0-1 1 0 0,0 1 0 0 0,1-1-1 0 0,-1 0 1 0 0,0 1-1 0 0,0-1 1 0 0,1 1 0 0 0,-1-1-1 0 0,0 1 1 0 0,1-1 0 0 0,-1 1-1 0 0,1-1 1 0 0,-1 1 0 0 0,1 0-1 0 0,-1-1 1 0 0,0 1 0 0 0,1-1-1 0 0,0 1 1 0 0,-1 0-1 0 0,1 0 1 0 0,-1-1 0 0 0,1 1-1 0 0,-1 0 1 0 0,1 0 0 0 0,-1 0-1 0 0,2-1 1 0 0,-2 1-58 0 0,1 1 0 0 0,0-1 0 0 0,-1 0 0 0 0,1 0 0 0 0,0 0 0 0 0,-1 0 0 0 0,1 1 0 0 0,0-1 0 0 0,-1 0 0 0 0,1 1 0 0 0,-1-1-1 0 0,1 0 1 0 0,0 1 0 0 0,-1-1 0 0 0,1 1 0 0 0,-1-1 0 0 0,0 1 0 0 0,1-1 0 0 0,-1 1 0 0 0,1-1 0 0 0,-1 1 0 0 0,0 0 0 0 0,1-1 0 0 0,-1 1 0 0 0,0-1 0 0 0,1 1 0 0 0,-1 0 0 0 0,0-1 0 0 0,0 1 0 0 0,0 0 0 0 0,0-1 0 0 0,0 1 0 0 0,0 1 0 0 0,5 26 454 0 0,8 279 1386 0 0,-11-179-1324 0 0,1-74-193 0 0,11 70 0 0 0,-14-123-375 0 0,0 0 1 0 0,0 0 0 0 0,0 0-1 0 0,0-1 1 0 0,1 1 0 0 0,-1 0-1 0 0,0 0 1 0 0,0 0 0 0 0,1 0-1 0 0,-1 0 1 0 0,0 0 0 0 0,1-1-1 0 0,-1 1 1 0 0,1 0 0 0 0,-1 0-1 0 0,1-1 1 0 0,0 1-1 0 0,-1 0 1 0 0,1-1 0 0 0,0 1-1 0 0,-1 0 1 0 0,1-1 0 0 0,0 1-1 0 0,-1-1 1 0 0,1 1 0 0 0,0-1-1 0 0,0 0 1 0 0,0 1 0 0 0,0-1-1 0 0,0 0 1 0 0,-1 1 0 0 0,1-1-1 0 0,0 0 1 0 0,0 0-1 0 0,0 0 1 0 0,0 0 0 0 0,0 0-1 0 0,0 0 1 0 0,0 0 0 0 0,0 0-1 0 0,0 0 1 0 0,-1-1 0 0 0,1 1-1 0 0,0 0 1 0 0,0 0 0 0 0,1-2-1 0 0,4 0 9 0 0,0-1-1 0 0,0-1 1 0 0,-1 1-1 0 0,0-1 0 0 0,9-7 1 0 0,99-88-151 0 0,-92 80-17 0 0,18-12-707 0 0,-38 30 657 0 0,25-16-2114 0 0,-15 5-5975 0 0,-11 9 6338 0 0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51:49.17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29 32 456 0 0,'-9'-5'748'0'0,"-10"-9"2890"0"0,18 8-1250 0 0,13 0 1 0 0,-10 6-2162 0 0,1 0 0 0 0,-1 0-1 0 0,1 0 1 0 0,-1 0-1 0 0,0 0 1 0 0,1 1 0 0 0,-1-1-1 0 0,0 1 1 0 0,1 0-1 0 0,-1-1 1 0 0,0 1 0 0 0,0 0-1 0 0,3 2 1 0 0,30 20 861 0 0,-27-18-772 0 0,20 15 395 0 0,-1 1 0 0 0,-1 1 0 0 0,34 36 0 0 0,-47-42-439 0 0,0 0-1 0 0,0 1 1 0 0,-1 0 0 0 0,-2 1-1 0 0,1 0 1 0 0,14 39-1 0 0,-15-25-65 0 0,-1 0 0 0 0,-1 0-1 0 0,5 53 1 0 0,-11-60-162 0 0,-1-1-1 0 0,-1 1 1 0 0,-2-1-1 0 0,0 1 1 0 0,-9 38 0 0 0,8-52-71 0 0,0 0 1 0 0,-1 0 0 0 0,0-1-1 0 0,-1 1 1 0 0,-12 18 0 0 0,15-26-167 0 0,0 0 0 0 0,-1 1 1 0 0,0-2-1 0 0,0 1 0 0 0,0 0 1 0 0,0 0-1 0 0,0-1 0 0 0,0 0 1 0 0,-4 3-1 0 0,5-4-164 0 0,0 0 1 0 0,0-1 0 0 0,-1 1-1 0 0,1 0 1 0 0,0-1-1 0 0,0 1 1 0 0,-1-1-1 0 0,1 0 1 0 0,0 0-1 0 0,0 1 1 0 0,-1-2-1 0 0,1 1 1 0 0,0 0 0 0 0,-1 0-1 0 0,1-1 1 0 0,-4-1-1 0 0,-9-6-2426 0 0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52:23.45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60 62 512 0 0,'-3'-1'143'0'0,"0"1"1"0"0,0-1-1 0 0,0 0 0 0 0,1 0 0 0 0,-1 0 1 0 0,0 0-1 0 0,1 0 0 0 0,-1-1 0 0 0,1 1 1 0 0,-1-1-1 0 0,1 0 0 0 0,0 1 1 0 0,-1-1-1 0 0,1 0 0 0 0,0 0 0 0 0,0 0 1 0 0,1-1-1 0 0,-1 1 0 0 0,0 0 0 0 0,1-1 1 0 0,-1 1-1 0 0,1-1 0 0 0,0 0 0 0 0,0 1 1 0 0,-1-6-1 0 0,-1-3 3006 0 0,6 18-291 0 0,14 19-893 0 0,60 39 528 0 0,-57-44-2307 0 0,-1 0-1 0 0,-1 2 1 0 0,19 30 0 0 0,-28-40-119 0 0,-1 1 0 0 0,-1 1 1 0 0,-1-1-1 0 0,0 1 0 0 0,0 0 1 0 0,-2 1-1 0 0,5 22 0 0 0,-8-19 92 0 0,0 0 1 0 0,-2 0-1 0 0,0 0 0 0 0,-1-1 0 0 0,0 1 0 0 0,-2 0 0 0 0,0-1 0 0 0,-1 0 0 0 0,-1 0 0 0 0,-9 18 0 0 0,6-15 37 0 0,0-1 0 0 0,-23 35 0 0 0,20-33-162 0 0,2-1-1 0 0,0 2 0 0 0,1-1 1 0 0,-10 39-1 0 0,4-12 124 0 0,11-34-119 0 0,1 0 0 0 0,1 0-1 0 0,0 0 1 0 0,1 26-1 0 0,1-38-29 0 0,0 0 0 0 0,0 0 1 0 0,1-1-1 0 0,-1 1 0 0 0,1 0 0 0 0,0-1 0 0 0,0 1 0 0 0,0 0 0 0 0,0-1 0 0 0,1 1 0 0 0,-1-1 0 0 0,1 1 0 0 0,-1-1 0 0 0,3 3 0 0 0,32 27 47 0 0,-32-29-39 0 0,-1 0-17 0 0,2-1 0 0 0,-1 0-1 0 0,0 0 1 0 0,0 0-1 0 0,10 2 1 0 0,14 7 81 0 0,-21-7-63 0 0,2 1 5 0 0,0 0-1 0 0,-1 0 0 0 0,1 1 0 0 0,-1 0 1 0 0,0 1-1 0 0,-1 0 0 0 0,1 0 0 0 0,-2 0 1 0 0,1 1-1 0 0,6 10 0 0 0,-1 1 30 0 0,-7-11-13 0 0,0-1 0 0 0,0 2 0 0 0,-1-1 0 0 0,0 0 0 0 0,0 1 0 0 0,-1 0 0 0 0,3 13 0 0 0,-4-12-8 0 0,-1-1-1 0 0,0 1 1 0 0,0-1 0 0 0,-1 1-1 0 0,0 0 1 0 0,-1-1 0 0 0,-3 16-1 0 0,-18 96 173 0 0,21-105-179 0 0,0-1-1 0 0,1 0 0 0 0,0 1 0 0 0,2-1 0 0 0,5 30 0 0 0,-5-40-19 0 0,-1 1 1 0 0,0 1 0 0 0,1-1 0 0 0,0 1 1 0 0,0-1-1 0 0,1 0 0 0 0,-1 0 0 0 0,1 0 1 0 0,1 0-1 0 0,-1-1 0 0 0,6 7 0 0 0,23 38 34 0 0,-20-38-25 0 0,0 1 0 0 0,0 0 1 0 0,-1 1-1 0 0,-1 0 0 0 0,-1 1 1 0 0,0 0-1 0 0,-1 0 0 0 0,10 26 1 0 0,-15-32-17 0 0,0-1 0 0 0,-1 0 0 0 0,0 1 0 0 0,0-1 0 0 0,-1 1 0 0 0,0 0 0 0 0,-1 0 0 0 0,0-1 0 0 0,0 1 0 0 0,-1 0 0 0 0,0-1 0 0 0,-4 17 0 0 0,0-6-464 0 0,1 1-1 0 0,0-1 1 0 0,0 27-1 0 0,-3 14-2187 0 0,5-42 1150 0 0,1 0-1 0 0,1 0 1 0 0,4 31 0 0 0,-2-25-1471 0 0,0-9 1488 0 0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52:26.90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64 178 512 0 0,'-1'-10'1619'0'0,"0"0"1"0"0,-1 1-1 0 0,-3-15 0 0 0,5 22-1070 0 0,16 75 9068 0 0,25 149-7684 0 0,-35-178-1637 0 0,26 156 459 0 0,-27-177-720 0 0,-3-10-240 0 0,-1-32-114 0 0,-2-13-659 0 0,-1 0 0 0 0,-2 1 0 0 0,-1-1 1 0 0,-12-40-1 0 0,1 21-395 0 0,-40-86 1 0 0,41 105 1347 0 0,-14-46 1 0 0,25 69 82 0 0,2-1 0 0 0,0 0 0 0 0,0 0 0 0 0,0 0 0 0 0,2 0 0 0 0,-1 0 0 0 0,1 0 0 0 0,0 0 0 0 0,3-15 0 0 0,-2 21-4 0 0,0 1 0 0 0,0-1 0 0 0,0 1 0 0 0,0 0 0 0 0,1-1 1 0 0,-1 1-1 0 0,1 0 0 0 0,0 0 0 0 0,0 0 0 0 0,0 0 0 0 0,0 1 0 0 0,0-1 1 0 0,1 1-1 0 0,-1-1 0 0 0,1 1 0 0 0,-1 0 0 0 0,1-1 0 0 0,0 1 0 0 0,0 1 0 0 0,0-1 1 0 0,0 0-1 0 0,0 1 0 0 0,1 0 0 0 0,-1-1 0 0 0,0 1 0 0 0,1 1 0 0 0,-1-1 1 0 0,1 0-1 0 0,-1 1 0 0 0,1 0 0 0 0,-1 0 0 0 0,5 0 0 0 0,-2 0 35 0 0,0 1 0 0 0,0 0 0 0 0,-1 0-1 0 0,1 0 1 0 0,0 1 0 0 0,0 0-1 0 0,-1 0 1 0 0,1 0 0 0 0,-1 1 0 0 0,0 0-1 0 0,0 0 1 0 0,0 0 0 0 0,0 1 0 0 0,0-1-1 0 0,-1 1 1 0 0,0 0 0 0 0,0 1 0 0 0,6 6-1 0 0,-3 1 78 0 0,0 0 0 0 0,0 1-1 0 0,-1 0 1 0 0,-1 0 0 0 0,0 1-1 0 0,-1-1 1 0 0,-1 1 0 0 0,0 0-1 0 0,0 0 1 0 0,-2 0 0 0 0,1 1-1 0 0,-2-1 1 0 0,0 0 0 0 0,-3 23-1 0 0,2-27-151 0 0,-1 1-1 0 0,0-1 0 0 0,-1 0 0 0 0,0 0 1 0 0,0 0-1 0 0,-1 0 0 0 0,0-1 0 0 0,-1 0 1 0 0,0 1-1 0 0,-1-2 0 0 0,0 1 0 0 0,0-1 1 0 0,0 1-1 0 0,-1-2 0 0 0,-1 1 0 0 0,1-1 1 0 0,-1 0-1 0 0,0-1 0 0 0,-1 0 0 0 0,-13 8 1 0 0,20-13-134 0 0,1 0 0 0 0,-1-1 1 0 0,0 1-1 0 0,0-1 0 0 0,0 1 0 0 0,0-1 1 0 0,0 1-1 0 0,0-1 0 0 0,0 0 1 0 0,0 0-1 0 0,0 0 0 0 0,0 0 0 0 0,0 0 1 0 0,0-1-1 0 0,0 1 0 0 0,0 0 0 0 0,-2-2 1 0 0,3 2-275 0 0,0-1 1 0 0,-1 0-1 0 0,1 1 1 0 0,0-1 0 0 0,0 0-1 0 0,-1 0 1 0 0,1 0-1 0 0,0 0 1 0 0,0 0-1 0 0,0 0 1 0 0,0 0 0 0 0,0 0-1 0 0,0-1 1 0 0,-1-2-1 0 0,-1-3-2450 0 0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52:30.00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3 211 512 0 0,'-2'-40'203'0'0,"1"-30"-115"0"0,2 64 394 0 0,0 1-1 0 0,0-1 0 0 0,0 1 1 0 0,1-1-1 0 0,2-7 0 0 0,34-46 3551 0 0,-38 59-3940 0 0,0 0 0 0 0,0 0 0 0 0,0 0 0 0 0,0 0 0 0 0,0 0-1 0 0,0 0 1 0 0,0 0 0 0 0,1 1 0 0 0,-1-1 0 0 0,0 0 0 0 0,0 0 0 0 0,0 0 0 0 0,0 0 0 0 0,0 0 0 0 0,0 0-1 0 0,0 0 1 0 0,0 0 0 0 0,0 0 0 0 0,0 0 0 0 0,1 0 0 0 0,-1 0 0 0 0,0 0 0 0 0,0 0 0 0 0,0 0 0 0 0,0 1-1 0 0,0-1 1 0 0,0 0 0 0 0,0 0 0 0 0,1 0 0 0 0,-1 0 0 0 0,0 0 0 0 0,0 0 0 0 0,0-1 0 0 0,0 1 0 0 0,0 0 0 0 0,0 0-1 0 0,0 0 1 0 0,1 0 0 0 0,-1 0 0 0 0,0 0 0 0 0,0 0 0 0 0,0 0 0 0 0,0 0 0 0 0,0 0 0 0 0,0 0 0 0 0,0 0-1 0 0,0 0 1 0 0,0 0 0 0 0,1 0 0 0 0,-1-1 0 0 0,0 24 1454 0 0,-6 30-736 0 0,0-12-229 0 0,-3 62 0 0 0,4-22-147 0 0,3-36-215 0 0,1 1 0 0 0,3 0-1 0 0,2-1 1 0 0,2 0 0 0 0,12 52-1 0 0,-13-79-177 0 0,0 1-1 0 0,1-1 0 0 0,1 0 0 0 0,9 17 0 0 0,-12-26-28 0 0,1 0-1 0 0,0 0 0 0 0,1-1 0 0 0,0 0 0 0 0,0 0 0 0 0,1-1 0 0 0,0 0 0 0 0,0 0 0 0 0,12 8 1 0 0,-14-12-44 0 0,0 0 1 0 0,1 0-1 0 0,-1-1 1 0 0,1 1-1 0 0,0-1 1 0 0,0-1-1 0 0,0 1 1 0 0,0-1-1 0 0,0 0 1 0 0,0-1-1 0 0,0 1 1 0 0,0-1-1 0 0,0-1 1 0 0,0 1-1 0 0,0-1 1 0 0,0 0-1 0 0,0 0 1 0 0,0-1-1 0 0,8-2 1 0 0,-8 2-312 0 0,-1-1 1 0 0,1 1-1 0 0,-1-1 1 0 0,0 0-1 0 0,0-1 1 0 0,0 1-1 0 0,-1-1 1 0 0,9-8-1 0 0,-10 9-359 0 0,0-1 0 0 0,0 0 1 0 0,0 0-1 0 0,-1 0 0 0 0,1-1 0 0 0,-1 1 0 0 0,0-1 0 0 0,0 1 0 0 0,-1-1 0 0 0,1 1 0 0 0,0-8 0 0 0,0-2-820 0 0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52:31.70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35 61 8 0 0,'-5'-5'1219'0'0,"1"0"-1"0"0,1 0 1 0 0,-1 0 0 0 0,1 0-1 0 0,0-1 1 0 0,0 1 0 0 0,0-1-1 0 0,1 0 1 0 0,-2-6 0 0 0,4 11-621 0 0,0 33 1620 0 0,11 103-909 0 0,22 175 350 0 0,-33-305-1621 0 0,2 3 61 0 0,-1 0 0 0 0,1-1 0 0 0,0 1 0 0 0,6 14 1 0 0,-7-21-86 0 0,-1 0 1 0 0,1 0-1 0 0,-1 0 1 0 0,1 0-1 0 0,-1 0 1 0 0,1 0 0 0 0,0 0-1 0 0,0 0 1 0 0,-1-1-1 0 0,1 1 1 0 0,0 0-1 0 0,0 0 1 0 0,0-1-1 0 0,0 1 1 0 0,0 0 0 0 0,0-1-1 0 0,0 1 1 0 0,0-1-1 0 0,0 1 1 0 0,0-1-1 0 0,1 0 1 0 0,-1 1 0 0 0,0-1-1 0 0,0 0 1 0 0,0 0-1 0 0,0 0 1 0 0,0 0-1 0 0,1 0 1 0 0,-1 0-1 0 0,0 0 1 0 0,0 0 0 0 0,0-1-1 0 0,0 1 1 0 0,0 0-1 0 0,1-1 1 0 0,-1 1-1 0 0,0 0 1 0 0,0-1-1 0 0,0 0 1 0 0,0 1 0 0 0,2-2-1 0 0,29-20 193 0 0,-23 16-160 0 0,1-1 0 0 0,-1 1 0 0 0,1 1 0 0 0,0-1 0 0 0,1 2 0 0 0,-1-1 0 0 0,21-4 0 0 0,-29 8-55 0 0,0 1-1 0 0,0 0 1 0 0,1 0 0 0 0,-1 0-1 0 0,0 0 1 0 0,0 0 0 0 0,0 0-1 0 0,1 0 1 0 0,-1 1 0 0 0,0-1-1 0 0,0 1 1 0 0,0 0 0 0 0,0-1-1 0 0,0 1 1 0 0,4 2 0 0 0,10 2-1771 0 0,2-5-6125 0 0,-13-2 6471 0 0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52:32.52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5 13 8 0 0,'-1'-12'3368'0'0,"0"17"2049"0"0,-1 14-768 0 0,2-7-5262 0 0,27 210 4082 0 0,-18-160-3046 0 0,3 25-2 0 0,34 121 1 0 0,-44-198-565 0 0,-1-5-293 0 0,0 0 1 0 0,1-1 0 0 0,-1 1-1 0 0,1-1 1 0 0,2 6-1 0 0,-4-13-5178 0 0,-2 2 3157 0 0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52:34.04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27 7 8 0 0,'0'0'80'0'0,"0"-1"0"0"0,0 1 1 0 0,0 0-1 0 0,0 0 0 0 0,0 0 0 0 0,0-1 1 0 0,0 1-1 0 0,0 0 0 0 0,0 0 0 0 0,0 0 1 0 0,0-1-1 0 0,0 1 0 0 0,0 0 0 0 0,0 0 0 0 0,0 0 1 0 0,0-1-1 0 0,0 1 0 0 0,0 0 0 0 0,-1 0 1 0 0,1 0-1 0 0,0-1 0 0 0,0 1 0 0 0,0 0 0 0 0,0 0 1 0 0,0 0-1 0 0,0 0 0 0 0,-1-1 0 0 0,1 1 1 0 0,0 0-1 0 0,0 0 0 0 0,0 0 0 0 0,0 0 1 0 0,-1 0-1 0 0,1 0 0 0 0,0 0 0 0 0,0 0 0 0 0,0-1 1 0 0,-1 1-1 0 0,1 0 0 0 0,0 0 0 0 0,0 0 1 0 0,-1 0-1 0 0,1 0 0 0 0,0 0 0 0 0,0 0 1 0 0,0 0-1 0 0,-1 0 0 0 0,1 0 0 0 0,0 0 0 0 0,0 0 1 0 0,0 1-1 0 0,-1-1 0 0 0,1 0 0 0 0,0 0 1 0 0,0 0-1 0 0,0 0 0 0 0,-1 0 0 0 0,1 0 1 0 0,0 0-1 0 0,0 1 0 0 0,-1-1 190 0 0,0 1 1 0 0,1-1-1 0 0,-1 1 1 0 0,0 0-1 0 0,1-1 1 0 0,-1 1-1 0 0,0 0 1 0 0,1-1-1 0 0,-1 1 1 0 0,1 0-1 0 0,-1 0 1 0 0,1 0-1 0 0,0-1 1 0 0,-1 1-1 0 0,0 2 1 0 0,-3 33 814 0 0,1 0 0 0 0,2 0 0 0 0,4 52 0 0 0,21 109-262 0 0,-23-191-744 0 0,1 8 11 0 0,5 37 306 0 0,16 54 0 0 0,-20-92-328 0 0,1 0-1 0 0,1 0 1 0 0,0-1-1 0 0,1 1 1 0 0,0-1-1 0 0,1 0 0 0 0,0-1 1 0 0,1 0-1 0 0,13 15 1 0 0,-18-23-50 0 0,0 0 1 0 0,0 0-1 0 0,1-1 1 0 0,-1 1 0 0 0,1-1-1 0 0,-1 0 1 0 0,1 0-1 0 0,0 0 1 0 0,0 0-1 0 0,0-1 1 0 0,0 0-1 0 0,0 0 1 0 0,0 0-1 0 0,7 1 1 0 0,-8-2 3 0 0,0 0 0 0 0,-1 0 0 0 0,1 0-1 0 0,0-1 1 0 0,0 1 0 0 0,0-1 0 0 0,-1 0 0 0 0,1 0-1 0 0,0 0 1 0 0,0 0 0 0 0,-1 0 0 0 0,1 0 0 0 0,-1-1 0 0 0,0 1-1 0 0,1-1 1 0 0,-1 0 0 0 0,0 0 0 0 0,0 0 0 0 0,0 0-1 0 0,0 0 1 0 0,0 0 0 0 0,2-3 0 0 0,4-8 48 0 0,-1 0 1 0 0,0 0-1 0 0,-1-1 1 0 0,-1 0-1 0 0,0 0 1 0 0,0 0-1 0 0,4-28 0 0 0,-5 13 8 0 0,-1 0-1 0 0,-2 0 0 0 0,-2-32 0 0 0,0 44-45 0 0,-1 0 1 0 0,0 0-1 0 0,-1 1 0 0 0,-1 0 1 0 0,-1-1-1 0 0,-1 1 1 0 0,-7-16-1 0 0,13 31-28 0 0,-1 0-1 0 0,1 0 1 0 0,-1 0 0 0 0,1 0 0 0 0,-1 0 0 0 0,0 0 0 0 0,1 0-1 0 0,-1 0 1 0 0,0 0 0 0 0,0 0 0 0 0,0 0 0 0 0,0 0-1 0 0,0 0 1 0 0,0 1 0 0 0,0-1 0 0 0,0 0 0 0 0,0 1 0 0 0,0-1-1 0 0,0 1 1 0 0,0-1 0 0 0,0 1 0 0 0,0-1 0 0 0,-1 1-1 0 0,1 0 1 0 0,0 0 0 0 0,0 0 0 0 0,-1 0 0 0 0,1-1 0 0 0,0 2-1 0 0,0-1 1 0 0,-1 0 0 0 0,1 0 0 0 0,0 0 0 0 0,0 0-1 0 0,0 1 1 0 0,-2 0 0 0 0,1 0 1 0 0,0 0 0 0 0,0 0 0 0 0,0 1 1 0 0,0-1-1 0 0,0 0 0 0 0,1 1 0 0 0,-1 0 0 0 0,1-1 0 0 0,-1 1 0 0 0,1 0 1 0 0,-1 0-1 0 0,1 0 0 0 0,0 0 0 0 0,0 0 0 0 0,0 0 0 0 0,0 0 0 0 0,0 0 1 0 0,1 0-1 0 0,-2 3 0 0 0,-2 26-2 0 0,1 1-1 0 0,3 51 1 0 0,0-49 36 0 0,0-32-43 0 0,4 90-40 0 0,-3-85 37 0 0,0 0 1 0 0,0 0-1 0 0,1 0 0 0 0,0 0 0 0 0,0 0 1 0 0,0 0-1 0 0,1 0 0 0 0,0-1 1 0 0,1 1-1 0 0,5 7 0 0 0,-8-12-11 0 0,0-1-1 0 0,1 1 1 0 0,-1-1-1 0 0,1 0 1 0 0,-1 0-1 0 0,1 0 1 0 0,-1 0-1 0 0,1 0 1 0 0,0 0-1 0 0,-1 0 1 0 0,1 0-1 0 0,0-1 1 0 0,0 1-1 0 0,0 0 1 0 0,-1-1 0 0 0,1 0-1 0 0,0 1 1 0 0,0-1-1 0 0,2 0 1 0 0,0-1-139 0 0,0 1 1 0 0,0-1 0 0 0,0 1 0 0 0,0-1 0 0 0,0-1 0 0 0,-1 1-1 0 0,1 0 1 0 0,6-5 0 0 0,-1 2-542 0 0,-1-2 0 0 0,-1 1 0 0 0,1-1 0 0 0,-1 0 0 0 0,0-1 0 0 0,0 1 0 0 0,6-10 0 0 0,1-3-1486 0 0,-2 2 852 0 0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52:34.34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35 8 8 0 0,'-31'-7'5058'0'0,"31"7"-4977"0"0,0 0 0 0 0,0 0-1 0 0,-1 0 1 0 0,1 0-1 0 0,0 0 1 0 0,0 0-1 0 0,0 0 1 0 0,0 0-1 0 0,0 0 1 0 0,-1 0-1 0 0,1 0 1 0 0,0 0-1 0 0,0 0 1 0 0,0 0-1 0 0,0 1 1 0 0,0-1-1 0 0,-1 0 1 0 0,1 0-1 0 0,0 0 1 0 0,0 0-1 0 0,0 0 1 0 0,0 0 0 0 0,0 1-1 0 0,0-1 1 0 0,0 0-1 0 0,0 0 1 0 0,0 0-1 0 0,0 0 1 0 0,-1 0-1 0 0,1 1 1 0 0,0-1-1 0 0,0 0 1 0 0,0 0-1 0 0,0 0 1 0 0,0 0-1 0 0,0 1 1 0 0,0-1-1 0 0,0 0 1 0 0,0 0-1 0 0,0 0 1 0 0,0 0-1 0 0,1 1 1 0 0,-1-1-1 0 0,0 0 1 0 0,10 16 1430 0 0,18 19-202 0 0,-1 0-1 0 0,-3 2 1 0 0,41 78-1 0 0,-54-89-978 0 0,0 1 0 0 0,-2-1 0 0 0,0 2 0 0 0,-2-1 0 0 0,-2 1 0 0 0,0 0 0 0 0,1 39 0 0 0,-6-3 17 0 0,-10 94 0 0 0,5-119-318 0 0,-3 0 0 0 0,-1 0 0 0 0,-22 61 0 0 0,27-91-193 0 0,0 1 0 0 0,0-1-1 0 0,-1-1 1 0 0,0 1-1 0 0,-1 0 1 0 0,0-1 0 0 0,0 0-1 0 0,-1-1 1 0 0,0 1-1 0 0,-8 6 1 0 0,14-13-128 0 0,0-1-1 0 0,0 1 1 0 0,0-1-1 0 0,0 0 1 0 0,0 1 0 0 0,0-1-1 0 0,-1 0 1 0 0,1 0-1 0 0,0 1 1 0 0,0-1-1 0 0,0 0 1 0 0,0 0 0 0 0,0 0-1 0 0,0 0 1 0 0,0-1-1 0 0,0 1 1 0 0,0 0 0 0 0,-2-1-1 0 0,-4-5-2426 0 0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52:35.12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27 34 512 0 0,'-13'10'-42'0'0,"1"7"4393"0"0,11-16-4167 0 0,1-1 1 0 0,0 0 0 0 0,0 1 0 0 0,0-1-1 0 0,0 1 1 0 0,0-1 0 0 0,-1 1-1 0 0,1-1 1 0 0,0 1 0 0 0,0-1-1 0 0,0 1 1 0 0,0-1 0 0 0,1 1-1 0 0,-1-1 1 0 0,0 1 0 0 0,0-1-1 0 0,0 1 1 0 0,0-1 0 0 0,0 1-1 0 0,1-1 1 0 0,-1 1 0 0 0,0-1-1 0 0,0 0 1 0 0,1 1 0 0 0,0 0-3 0 0,0 0 1 0 0,0 0 0 0 0,0-1-1 0 0,0 1 1 0 0,0 0-1 0 0,1-1 1 0 0,-1 1 0 0 0,0-1-1 0 0,0 1 1 0 0,1-1 0 0 0,-1 0-1 0 0,0 0 1 0 0,3 1 0 0 0,13 0 149 0 0,-1-1 1 0 0,1-1 0 0 0,0 0 0 0 0,0-1-1 0 0,-1-1 1 0 0,1 0 0 0 0,-1-2-1 0 0,0 0 1 0 0,25-10 0 0 0,-17 5-309 0 0,0 2 0 0 0,28-6 0 0 0,-41 12-241 0 0,0 0 0 0 0,1 1 0 0 0,-1 0 0 0 0,1 1 0 0 0,-1 0 0 0 0,1 1 0 0 0,11 1 0 0 0,-23-1 181 0 0,0-1 1 0 0,0 0 0 0 0,0 0 0 0 0,0 0-1 0 0,0 0 1 0 0,0 0 0 0 0,1 0-1 0 0,-1 0 1 0 0,0 1 0 0 0,0-1 0 0 0,0 0-1 0 0,0 0 1 0 0,1 0 0 0 0,-1 0 0 0 0,0 0-1 0 0,0 0 1 0 0,0 0 0 0 0,1 0 0 0 0,-1 0-1 0 0,0 0 1 0 0,0 0 0 0 0,0 0-1 0 0,1 0 1 0 0,-1 0 0 0 0,0 0 0 0 0,0 0-1 0 0,0 0 1 0 0,0 0 0 0 0,1 0 0 0 0,-1 0-1 0 0,0 0 1 0 0,0-1 0 0 0,0 1 0 0 0,0 0-1 0 0,1 0 1 0 0,-1 0 0 0 0,0 0-1 0 0,0 0 1 0 0,0 0 0 0 0,0 0 0 0 0,0-1-1 0 0,0 1 1 0 0,1 0 0 0 0,-1 0 0 0 0,0 0-1 0 0,0 0 1 0 0,0-1 0 0 0,0 1 0 0 0,0 0-1 0 0,0 0 1 0 0,0 0 0 0 0,0-1 0 0 0,0 1-1 0 0,0 0 1 0 0,0 0 0 0 0,0 0-1 0 0,0 0 1 0 0,0-1 0 0 0,0 1 0 0 0,0 0-1 0 0,0 0 1 0 0,0 0 0 0 0,0-1 0 0 0,0 1-1 0 0,0 0 1 0 0,0 0 0 0 0,-9-7-4497 0 0,6 7 2714 0 0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52:35.32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0 88 0 0,'20'23'2776'0'0,"-17"-18"-1843"0"0,1 0 0 0 0,0-1 0 0 0,0 1 0 0 0,1-1 0 0 0,-1 0 0 0 0,9 5 0 0 0,111 62 4784 0 0,-108-63-5625 0 0,1-1 1 0 0,-1-1-1 0 0,1-1 1 0 0,0 0-1 0 0,1-1 1 0 0,19 2-1 0 0,-31-5-265 0 0,-1 0-97 0 0,0-1 1 0 0,1 0-1 0 0,-1 1 1 0 0,0-1-1 0 0,0-1 1 0 0,1 1-1 0 0,-1-1 1 0 0,5-1-1 0 0,-1-1-2150 0 0,1 3-246 0 0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20:52:46.33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78 22096,'7317'0'0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52:49.92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3 258 512 0 0,'-1'-27'-61'0'0,"1"21"793"0"0,-1-1 0 0 0,1 1-1 0 0,0-1 1 0 0,0 0 0 0 0,1 1 0 0 0,0-1 0 0 0,3-10-1 0 0,-3 13-336 0 0,1-1 0 0 0,-2 0-1 0 0,1 0 1 0 0,0 1 0 0 0,-1-1-1 0 0,0-5 1 0 0,0 8-195 0 0,-1-1-1 0 0,1 0 1 0 0,0 1-1 0 0,0-1 1 0 0,0 0-1 0 0,1 1 1 0 0,-1-1-1 0 0,1 0 1 0 0,-1 1-1 0 0,1-1 1 0 0,0 1-1 0 0,0-1 1 0 0,0 1-1 0 0,0-1 1 0 0,1 1-1 0 0,-1 0 1 0 0,1-1-1 0 0,-1 1 1 0 0,1 0 0 0 0,0 0-1 0 0,2-2 1 0 0,2-1 1180 0 0,0 0 358 0 0,-3 19-945 0 0,-1 22-36 0 0,8 49 1 0 0,2 23-122 0 0,-10-65-226 0 0,3 0 0 0 0,13 58 0 0 0,-10-55-65 0 0,2 46 0 0 0,-4-35-166 0 0,-6-54-184 0 0,0-1 1 0 0,1 0-1 0 0,-1 0 0 0 0,1 0 0 0 0,0 0 0 0 0,0 0 0 0 0,0 0 0 0 0,0 0 0 0 0,0 0 1 0 0,0 0-1 0 0,2 2 0 0 0,-3-4 3 0 0,0 0 1 0 0,0 1 0 0 0,1-1-1 0 0,-1 0 1 0 0,0 0-1 0 0,0 0 1 0 0,0 0-1 0 0,0 0 1 0 0,0 1 0 0 0,1-1-1 0 0,-1 0 1 0 0,0 0-1 0 0,0 0 1 0 0,0 0-1 0 0,0 0 1 0 0,1 0 0 0 0,-1 0-1 0 0,0 0 1 0 0,0 0-1 0 0,0 0 1 0 0,1 0-1 0 0,-1 0 1 0 0,0 0 0 0 0,0 0-1 0 0,0 0 1 0 0,1 0-1 0 0,-1 0 1 0 0,0 0-1 0 0,0 0 1 0 0,0 0 0 0 0,0 0-1 0 0,1 0 1 0 0,-1 0-1 0 0,0 0 1 0 0,0 0-1 0 0,0 0 1 0 0,0 0 0 0 0,1-1-1 0 0,-1 1 1 0 0,3-16-10 0 0,-6-49-302 0 0,-13-75 0 0 0,10 97 170 0 0,-4-13 75 0 0,4 32 4 0 0,-2-36 0 0 0,5 25 93 0 0,2 21-42 0 0,-1 0 0 0 0,2 0 0 0 0,0 0 0 0 0,1 0 0 0 0,0 0 0 0 0,3-13 0 0 0,-1 14 12 0 0,1 1-1 0 0,0 0 1 0 0,0 1 0 0 0,1-1 0 0 0,1 1 0 0 0,0 0 0 0 0,0 0 0 0 0,9-10 0 0 0,-11 16 3 0 0,0 1 1 0 0,0 0 0 0 0,0 0 0 0 0,1 0-1 0 0,-1 0 1 0 0,1 1 0 0 0,0-1-1 0 0,0 1 1 0 0,1 1 0 0 0,-1-1-1 0 0,0 1 1 0 0,1 0 0 0 0,0 0 0 0 0,-1 0-1 0 0,1 1 1 0 0,0 0 0 0 0,0 0-1 0 0,0 0 1 0 0,6 1 0 0 0,-9 0 1 0 0,0 0 0 0 0,1 0 1 0 0,-1 0-1 0 0,0 1 1 0 0,0 0-1 0 0,0-1 0 0 0,1 1 1 0 0,-1 0-1 0 0,0 1 0 0 0,0-1 1 0 0,0 0-1 0 0,0 1 0 0 0,-1 0 1 0 0,1-1-1 0 0,0 1 1 0 0,-1 0-1 0 0,3 3 0 0 0,-2-1 3 0 0,0 0 0 0 0,0-1-1 0 0,0 2 1 0 0,-1-1 0 0 0,0 0 0 0 0,1 0-1 0 0,-2 1 1 0 0,1-1 0 0 0,0 1-1 0 0,0 7 1 0 0,1 3 17 0 0,-2 0 1 0 0,0 0-1 0 0,0 1 0 0 0,-2-1 1 0 0,1 1-1 0 0,-5 18 0 0 0,3-24-17 0 0,-1 0 0 0 0,0 0 0 0 0,0-1 0 0 0,-1 1-1 0 0,-1-1 1 0 0,1 1 0 0 0,-1-1 0 0 0,-1-1-1 0 0,0 1 1 0 0,-10 11 0 0 0,13-16-51 0 0,-1 0 1 0 0,1-1-1 0 0,-1 1 1 0 0,0-1-1 0 0,0 0 1 0 0,0 0-1 0 0,0 0 1 0 0,0-1-1 0 0,-1 1 1 0 0,1-1-1 0 0,-1 0 1 0 0,0 0-1 0 0,1-1 1 0 0,-1 1-1 0 0,0-1 1 0 0,0 0-1 0 0,0 0 1 0 0,0-1-1 0 0,0 1 1 0 0,0-1-1 0 0,0-1 1 0 0,0 1-1 0 0,-7-2 1 0 0,11 2-83 0 0,-1 0 1 0 0,1-1 0 0 0,0 1-1 0 0,0 0 1 0 0,-1-1-1 0 0,1 0 1 0 0,0 1 0 0 0,0-1-1 0 0,0 0 1 0 0,0 0-1 0 0,-1 1 1 0 0,1-1-1 0 0,0 0 1 0 0,1 0 0 0 0,-1 0-1 0 0,0 0 1 0 0,0 0-1 0 0,0-1 1 0 0,1 1-1 0 0,-1 0 1 0 0,0 0 0 0 0,0-2-1 0 0,1 1-302 0 0,-1 1 0 0 0,1-1 0 0 0,0 0 0 0 0,0 0 1 0 0,0 0-1 0 0,0 1 0 0 0,0-1 0 0 0,0 0 0 0 0,0 0 0 0 0,1 1 0 0 0,-1-1 0 0 0,0 0 0 0 0,1 1 0 0 0,0-1 0 0 0,1-2 1 0 0,-1-3-2495 0 0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52:50.25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123 36 136 0 0,'-2'-1'438'0'0,"0"0"1"0"0,0 0-1 0 0,0 0 1 0 0,0-1-1 0 0,0 1 1 0 0,1-1-1 0 0,-1 1 0 0 0,0-1 1 0 0,1 0-1 0 0,-1 0 1 0 0,1 1-1 0 0,0-1 1 0 0,0 0-1 0 0,0 0 0 0 0,-2-3 1 0 0,3 4-295 0 0,0 1-1 0 0,-1-1 1 0 0,1 1 0 0 0,-1-1-1 0 0,1 1 1 0 0,-1-1 0 0 0,0 1 0 0 0,1-1-1 0 0,-1 1 1 0 0,1 0 0 0 0,-1-1-1 0 0,0 1 1 0 0,1 0 0 0 0,-1-1 0 0 0,0 1-1 0 0,0 0 1 0 0,1 0 0 0 0,-1 0-1 0 0,0-1 1 0 0,1 1 0 0 0,-1 0 0 0 0,0 0-1 0 0,0 0 1 0 0,1 0 0 0 0,-1 0-1 0 0,0 1 1 0 0,0-1 0 0 0,1 0-1 0 0,-1 0 1 0 0,0 0 0 0 0,1 1 0 0 0,-2 0-1 0 0,0-1 15 0 0,0 1 0 0 0,1 0-1 0 0,-1-1 1 0 0,0 1 0 0 0,1 0-1 0 0,-1 0 1 0 0,1 0 0 0 0,0 1-1 0 0,-1-1 1 0 0,1 0 0 0 0,0 0-1 0 0,-2 3 1 0 0,-4 9 260 0 0,1 1 0 0 0,1 0 0 0 0,0 0 0 0 0,1 0 0 0 0,1 0 0 0 0,-2 16 0 0 0,-6 92 1220 0 0,10-92-1257 0 0,-5 215 1790 0 0,7-223-2024 0 0,1 0-1 0 0,0-1 0 0 0,2 1 1 0 0,9 32-1 0 0,-11-48-144 0 0,0 0 0 0 0,0 1 0 0 0,1-1 0 0 0,0 0 0 0 0,0 0 1 0 0,1-1-1 0 0,-1 1 0 0 0,1-1 0 0 0,0 0 0 0 0,1 0 0 0 0,-1 0 0 0 0,1 0 0 0 0,0-1 0 0 0,0 1 0 0 0,0-1 0 0 0,1-1 0 0 0,0 1 0 0 0,-1-1 1 0 0,8 3-1 0 0,-11-5-59 0 0,1-1 1 0 0,-1 1-1 0 0,1 0 0 0 0,0-1 1 0 0,0 0-1 0 0,-1 0 1 0 0,1 0-1 0 0,0 0 1 0 0,0 0-1 0 0,-1 0 1 0 0,1-1-1 0 0,0 0 0 0 0,-1 1 1 0 0,1-1-1 0 0,0 0 1 0 0,-1 0-1 0 0,5-3 1 0 0,2-1-1286 0 0,-1 0 0 0 0,0-1 0 0 0,11-10 0 0 0,-14 11-58 0 0,5-4-1141 0 0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52:52.76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43 8 0 0,'0'-1'7'0'0,"0"0"1"0"0,1 0-1 0 0,-1 0 1 0 0,0 0-1 0 0,0 0 1 0 0,1 0-1 0 0,-1 0 0 0 0,1 0 1 0 0,-1 0-1 0 0,1 0 1 0 0,0 0-1 0 0,-1 0 0 0 0,2-1 1 0 0,-1 1 137 0 0,0 0-1 0 0,-1 1 1 0 0,1-1-1 0 0,0 0 1 0 0,-1 0 0 0 0,1 0-1 0 0,-1 0 1 0 0,1 0-1 0 0,-1 0 1 0 0,0 0 0 0 0,1 0-1 0 0,-1 0 1 0 0,0-3-1 0 0,0 4 28 0 0,0 0-1 0 0,0-1 0 0 0,0 1 0 0 0,0 0 0 0 0,0-1 0 0 0,0 1 0 0 0,0 0 0 0 0,0-1 0 0 0,0 1 0 0 0,0-1 0 0 0,0 1 0 0 0,0 0 0 0 0,0-1 0 0 0,0 1 0 0 0,0 0 0 0 0,0-1 1 0 0,0 1-1 0 0,1-1 0 0 0,-1 1 0 0 0,0 0 0 0 0,0-1 0 0 0,0 1 0 0 0,1 0 0 0 0,-1 0 0 0 0,0-1 0 0 0,0 1 0 0 0,1 0 0 0 0,-1-1 0 0 0,0 1 0 0 0,0 0 0 0 0,1 0 1 0 0,-1 0-1 0 0,0-1 0 0 0,1 1 0 0 0,-1 0 0 0 0,0 0 0 0 0,1 0 0 0 0,-1 0 0 0 0,1 0 0 0 0,-1 0 0 0 0,1-1 0 0 0,-1 2-54 0 0,1-1-1 0 0,-1 0 1 0 0,1 1 0 0 0,-1-1-1 0 0,1 0 1 0 0,-1 1-1 0 0,0-1 1 0 0,1 1 0 0 0,-1-1-1 0 0,1 1 1 0 0,-1-1-1 0 0,0 1 1 0 0,0-1 0 0 0,1 1-1 0 0,-1-1 1 0 0,0 1-1 0 0,0-1 1 0 0,1 1 0 0 0,-1-1-1 0 0,0 1 1 0 0,0 0-1 0 0,0-1 1 0 0,0 1 0 0 0,0-1-1 0 0,0 1 1 0 0,0 0-1 0 0,5 153 2784 0 0,-3-117-2492 0 0,2 0 1 0 0,9 38 0 0 0,-9-59-268 0 0,0-1 1 0 0,1 1 0 0 0,1-1 0 0 0,0 0 0 0 0,1 0-1 0 0,1 0 1 0 0,10 14 0 0 0,-15-25-113 0 0,1 0-1 0 0,0-1 1 0 0,0 1 0 0 0,0 0-1 0 0,0-1 1 0 0,0 0 0 0 0,1 0-1 0 0,0 0 1 0 0,-1-1 0 0 0,1 1-1 0 0,0-1 1 0 0,0-1 0 0 0,0 1-1 0 0,1 0 1 0 0,-1-1-1 0 0,0 0 1 0 0,1-1 0 0 0,-1 1-1 0 0,0-1 1 0 0,1 0 0 0 0,-1 0-1 0 0,10-2 1 0 0,-9 1-15 0 0,1 0-1 0 0,-1 0 1 0 0,1-1-1 0 0,-1 0 1 0 0,0 0 0 0 0,1 0-1 0 0,-1-1 1 0 0,-1 0 0 0 0,1 0-1 0 0,0-1 1 0 0,-1 0-1 0 0,1 0 1 0 0,-1 0 0 0 0,0 0-1 0 0,-1-1 1 0 0,1 0-1 0 0,-1 0 1 0 0,4-6 0 0 0,3-7-14 0 0,-2 0 1 0 0,0 0 0 0 0,-1-2 0 0 0,9-29-1 0 0,-15 40 3 0 0,0 1-1 0 0,0-1 1 0 0,-1 1-1 0 0,0-1 0 0 0,-1 0 1 0 0,1 1-1 0 0,-2-1 1 0 0,1 0-1 0 0,-2 0 0 0 0,1 1 1 0 0,-1-1-1 0 0,0 1 1 0 0,-5-12-1 0 0,4 12-34 0 0,-26-50 22 0 0,25 53 11 0 0,1 0 0 0 0,0 1 0 0 0,-1-1 0 0 0,0 1 1 0 0,0 0-1 0 0,0 0 0 0 0,0 0 0 0 0,-1 1 0 0 0,-5-4 0 0 0,8 6 0 0 0,1 0-1 0 0,-1 0 1 0 0,1 0 0 0 0,0 0-1 0 0,-1 1 1 0 0,0-1-1 0 0,1 1 1 0 0,-1-1-1 0 0,1 1 1 0 0,-1-1 0 0 0,0 1-1 0 0,1 0 1 0 0,-1 0-1 0 0,0 0 1 0 0,1 0-1 0 0,-1 0 1 0 0,0 0-1 0 0,1 0 1 0 0,-1 1 0 0 0,0-1-1 0 0,-2 2 1 0 0,2-1 1 0 0,0 0 1 0 0,1 1-1 0 0,-1-1 1 0 0,1 0 0 0 0,-1 1-1 0 0,1 0 1 0 0,0-1-1 0 0,-1 1 1 0 0,1 0-1 0 0,0-1 1 0 0,0 1 0 0 0,0 0-1 0 0,1 0 1 0 0,-1 0-1 0 0,0 2 1 0 0,-2 8 15 0 0,0 0 0 0 0,2 0 0 0 0,-1 0 0 0 0,2 21 0 0 0,-1 13 72 0 0,3 1-1 0 0,11 67 0 0 0,-10-100-49 0 0,0 6-8 0 0,1-1-1 0 0,9 24 1 0 0,-12-38-44 0 0,1-1 0 0 0,0 0 1 0 0,0 1-1 0 0,0-1 0 0 0,1 0 0 0 0,-1 0 1 0 0,1 0-1 0 0,0 0 0 0 0,0-1 0 0 0,1 1 1 0 0,-1-1-1 0 0,1 0 0 0 0,-1 0 1 0 0,1 0-1 0 0,4 3 0 0 0,-6-5-72 0 0,1-1 1 0 0,-1 1-1 0 0,0 0 1 0 0,0 0-1 0 0,0-1 1 0 0,1 1-1 0 0,-1-1 0 0 0,0 0 1 0 0,1 0-1 0 0,-1 0 1 0 0,0 0-1 0 0,1 0 1 0 0,-1 0-1 0 0,0 0 0 0 0,1-1 1 0 0,-1 0-1 0 0,0 1 1 0 0,0-1-1 0 0,0 0 0 0 0,1 0 1 0 0,-1 0-1 0 0,0 0 1 0 0,0 0-1 0 0,2-2 1 0 0,3-3-1700 0 0,0 0-1 0 0,0-1 1 0 0,0 0 0 0 0,8-11 0 0 0,-14 16 1431 0 0,8-11-2798 0 0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52:53.06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35 8 0 0,'0'-1'13'0'0,"2"-25"4484"0"0,2 19-1013 0 0,-4 7-3364 0 0,1 0 0 0 0,-1 0 1 0 0,1 0-1 0 0,-1 0 0 0 0,1 1 1 0 0,-1-1-1 0 0,1 0 0 0 0,-1 0 0 0 0,0 1 1 0 0,1-1-1 0 0,-1 0 0 0 0,0 1 1 0 0,1-1-1 0 0,-1 0 0 0 0,0 1 1 0 0,1-1-1 0 0,-1 1 0 0 0,0-1 1 0 0,0 0-1 0 0,1 1 0 0 0,-1-1 1 0 0,0 2-1 0 0,10 18 755 0 0,-2 1-1 0 0,0 0 1 0 0,-2 1-1 0 0,0 0 1 0 0,5 41 0 0 0,-1-8-92 0 0,52 328 1578 0 0,-62-382-2435 0 0,0 1-1 0 0,0-1 0 0 0,1 1 0 0 0,-1-1 0 0 0,0 1 0 0 0,1-1 0 0 0,-1 0 1 0 0,1 1-1 0 0,-1-1 0 0 0,1 1 0 0 0,-1-1 0 0 0,1 0 0 0 0,1 2 0 0 0,-1-3-153 0 0,0 0 0 0 0,-1 0 0 0 0,1-1 1 0 0,0 1-1 0 0,-1 0 0 0 0,1-1 0 0 0,-1 1 0 0 0,1 0 0 0 0,0-1 0 0 0,-1 1 0 0 0,1-1 0 0 0,-1 1 0 0 0,1-1 0 0 0,-1 1 0 0 0,1-1 0 0 0,-1 1 0 0 0,0-1 0 0 0,1 0 0 0 0,-1 1 0 0 0,0-1 0 0 0,1 0 0 0 0,-1 1 0 0 0,0-1 0 0 0,0 0 0 0 0,0 1 1 0 0,1-2-1 0 0,7-15-4333 0 0,-5 8 3044 0 0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52:53.34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15 8 0 0,'0'-1'206'0'0,"1"0"0"0"0,-1 0 0 0 0,1 0 0 0 0,-1 0 0 0 0,1 0 0 0 0,-1 0 0 0 0,1 1 0 0 0,0-1 0 0 0,0 0 0 0 0,-1 0 0 0 0,1 1 0 0 0,0-1 0 0 0,0 1 0 0 0,0-1 0 0 0,0 1 1 0 0,-1-1-1 0 0,3 0 0 0 0,-2 1-25 0 0,0 1 0 0 0,-1-1 0 0 0,1 1 0 0 0,0 0 0 0 0,-1-1 0 0 0,1 1 0 0 0,-1 0 0 0 0,1-1 0 0 0,-1 1 0 0 0,1 0-1 0 0,-1-1 1 0 0,0 1 0 0 0,1 0 0 0 0,-1 0 0 0 0,0-1 0 0 0,0 1 0 0 0,1 0 0 0 0,-1 0 0 0 0,0 0 0 0 0,0 0 0 0 0,0-1 0 0 0,0 1 0 0 0,0 1 0 0 0,13 146 4552 0 0,-8-70-3268 0 0,-5-64-1109 0 0,2-1 0 0 0,0 0 0 0 0,0 0 0 0 0,1 0 0 0 0,6 16 0 0 0,-8-26-296 0 0,0-1 0 0 0,0 0 0 0 0,0 1 0 0 0,1-1-1 0 0,-1 0 1 0 0,1 0 0 0 0,-1 1 0 0 0,1-1 0 0 0,0 0-1 0 0,0-1 1 0 0,0 1 0 0 0,0 0 0 0 0,0 0 0 0 0,0-1 0 0 0,0 0-1 0 0,0 1 1 0 0,1-1 0 0 0,-1 0 0 0 0,0 0 0 0 0,1 0-1 0 0,-1 0 1 0 0,1 0 0 0 0,0-1 0 0 0,-1 1 0 0 0,1-1-1 0 0,-1 0 1 0 0,1 0 0 0 0,0 0 0 0 0,-1 0 0 0 0,1 0-1 0 0,-1 0 1 0 0,1-1 0 0 0,3 0 0 0 0,52-11 252 0 0,-25 6-373 0 0,0-1 0 0 0,43-17 0 0 0,-73 24-187 0 0,-1-1 0 0 0,-1 0 0 0 0,1-1 0 0 0,0 1 0 0 0,0 0-1 0 0,0-1 1 0 0,-1 1 0 0 0,1-1 0 0 0,2-2 0 0 0,-3 3-383 0 0,0-1 0 0 0,0 0 0 0 0,1 1 0 0 0,-1-1 0 0 0,-1 0 0 0 0,1 0 0 0 0,0 0 0 0 0,0 0 0 0 0,0-4 0 0 0,-2-2-1725 0 0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52:53.62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7 13 8 0 0,'-7'-8'2263'0'0,"9"4"-111"0"0,17 8 1516 0 0,24 14-966 0 0,-18-1-2130 0 0,-1 0 0 0 0,0 2 0 0 0,-2 0 0 0 0,0 2 1 0 0,-2 0-1 0 0,20 26 0 0 0,-32-34-344 0 0,1 0 1 0 0,-2 0 0 0 0,0 1-1 0 0,0-1 1 0 0,-1 2 0 0 0,-1-1-1 0 0,0 1 1 0 0,-1-1 0 0 0,3 29-1 0 0,-2-4 170 0 0,-2-1 0 0 0,-4 68 1 0 0,-2-74-309 0 0,-1 0 1 0 0,-1-1 0 0 0,-1 0-1 0 0,-2 0 1 0 0,-1 0 0 0 0,-19 40-1 0 0,23-60-250 0 0,0-1-1 0 0,-1-1 0 0 0,0 1 1 0 0,0-1-1 0 0,-11 11 0 0 0,17-20 37 0 0,0 1 0 0 0,-1-1 0 0 0,1 0 0 0 0,0 1 0 0 0,-1-1 0 0 0,1 0 0 0 0,-1 1 0 0 0,1-1 0 0 0,-1 0 0 0 0,1 0 0 0 0,-1 1 0 0 0,1-1 0 0 0,-1 0-1 0 0,1 0 1 0 0,-1 0 0 0 0,1 0 0 0 0,-1 0 0 0 0,1 1 0 0 0,-1-1 0 0 0,1 0 0 0 0,-1 0 0 0 0,1 0 0 0 0,-1-1 0 0 0,1 1 0 0 0,-1 0 0 0 0,1 0 0 0 0,-1 0 0 0 0,1 0 0 0 0,-1 0 0 0 0,1-1 0 0 0,-1 1 0 0 0,1 0-1 0 0,-1 0 1 0 0,1-1 0 0 0,0 1 0 0 0,-1 0 0 0 0,1-1 0 0 0,-1 1 0 0 0,0-1-323 0 0,0 0-1 0 0,0-1 1 0 0,0 1-1 0 0,1 0 1 0 0,-1 0-1 0 0,0 0 1 0 0,1-1-1 0 0,-1 1 1 0 0,0 0 0 0 0,1 0-1 0 0,-1-3 1 0 0,-1-4-1358 0 0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52:55.19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1 143 512 0 0,'5'-53'196'0'0,"-5"39"1124"0"0,1 0 1 0 0,1 1 0 0 0,7-28 0 0 0,-9 41-1269 0 0,0-1 0 0 0,0 1 0 0 0,-1 0 0 0 0,1 0 0 0 0,0 0 0 0 0,0-1 1 0 0,0 1-1 0 0,0 0 0 0 0,0 0 0 0 0,0-1 0 0 0,0 1 0 0 0,0 0 0 0 0,1 0 1 0 0,-1-1-1 0 0,0 1 0 0 0,0 0 0 0 0,0 0 0 0 0,0 0 0 0 0,0-1 0 0 0,0 1 1 0 0,0 0-1 0 0,0 0 0 0 0,1 0 0 0 0,-1-1 0 0 0,0 1 0 0 0,0 0 0 0 0,0 0 1 0 0,0 0-1 0 0,1 0 0 0 0,-1 0 0 0 0,0-1 0 0 0,0 1 0 0 0,0 0 0 0 0,1 0 0 0 0,-1 0 1 0 0,0 0-1 0 0,0 0 0 0 0,1 0 0 0 0,-1 0 0 0 0,0 0 0 0 0,0 0 0 0 0,0 0 1 0 0,1 0-1 0 0,-1 0 0 0 0,0 0 0 0 0,0 0 0 0 0,1 0 0 0 0,-1 0 0 0 0,0 0 1 0 0,0 0-1 0 0,0 0 0 0 0,1 0 0 0 0,5 16 1932 0 0,0 21 61 0 0,33 329 2064 0 0,-37-345-3913 0 0,0 0-96 0 0,1-1 0 0 0,1 0 0 0 0,0 1 1 0 0,2-2-1 0 0,11 30 0 0 0,-17-48-107 0 0,0-1 1 0 0,0 0-1 0 0,0 0 0 0 0,0 0 0 0 0,0 1 1 0 0,0-1-1 0 0,0 0 0 0 0,0 0 1 0 0,1 0-1 0 0,-1 0 0 0 0,0 1 0 0 0,0-1 1 0 0,0 0-1 0 0,0 0 0 0 0,0 0 0 0 0,0 0 1 0 0,0 1-1 0 0,1-1 0 0 0,-1 0 1 0 0,0 0-1 0 0,0 0 0 0 0,0 0 0 0 0,0 0 1 0 0,1 0-1 0 0,-1 0 0 0 0,0 0 0 0 0,0 1 1 0 0,0-1-1 0 0,0 0 0 0 0,1 0 1 0 0,-1 0-1 0 0,0 0 0 0 0,0 0 0 0 0,0 0 1 0 0,1 0-1 0 0,-1 0 0 0 0,0 0 0 0 0,0 0 1 0 0,0 0-1 0 0,0 0 0 0 0,1 0 1 0 0,-1 0-1 0 0,0 0 0 0 0,0-1 0 0 0,0 1 1 0 0,1 0-1 0 0,-1 0 0 0 0,0 0 0 0 0,0 0 1 0 0,0 0-1 0 0,6-13-661 0 0,0-17-1676 0 0,-6 18-401 0 0,-2-1 1 0 0,1 0-1 0 0,-8-23 0 0 0,5 22 1558 0 0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52:55.46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2 214 8 0 0,'-1'-5'452'0'0,"1"1"0"0"0,0 0 0 0 0,0-1 1 0 0,0 1-1 0 0,0-1 0 0 0,1 1 0 0 0,0 0 0 0 0,0-1 0 0 0,0 1 0 0 0,0 0 0 0 0,1 0 1 0 0,0-1-1 0 0,0 1 0 0 0,0 0 0 0 0,0 1 0 0 0,0-1 0 0 0,1 0 0 0 0,4-5 0 0 0,8-7 519 0 0,0 0-1 0 0,24-21 0 0 0,-32 32-874 0 0,1-2 36 0 0,0 1 1 0 0,0 1-1 0 0,1 0 0 0 0,0 0 1 0 0,0 0-1 0 0,0 1 0 0 0,0 0 0 0 0,1 1 1 0 0,-1 0-1 0 0,1 1 0 0 0,0 0 1 0 0,0 0-1 0 0,0 1 0 0 0,13 0 1 0 0,-18 1-75 0 0,-1 0 0 0 0,1 1 1 0 0,0-1-1 0 0,0 1 0 0 0,0 0 1 0 0,-1 0-1 0 0,1 1 0 0 0,-1-1 1 0 0,1 1-1 0 0,-1 0 0 0 0,1 0 1 0 0,-1 1-1 0 0,0-1 0 0 0,0 1 1 0 0,0 0-1 0 0,0 0 0 0 0,-1 0 1 0 0,1 0-1 0 0,-1 1 0 0 0,0 0 1 0 0,0-1-1 0 0,0 1 1 0 0,0 0-1 0 0,-1 1 0 0 0,0-1 1 0 0,1 0-1 0 0,-2 1 0 0 0,1-1 1 0 0,0 1-1 0 0,-1-1 0 0 0,1 6 1 0 0,1 9 35 0 0,0-1 1 0 0,-1 0 0 0 0,-1 1-1 0 0,-1-1 1 0 0,0 1-1 0 0,-2-1 1 0 0,0 1 0 0 0,-1-1-1 0 0,-1 0 1 0 0,-7 23-1 0 0,5-27-83 0 0,1 0-1 0 0,-2 0 1 0 0,0-1-1 0 0,0 1 1 0 0,-1-1-1 0 0,-1-1 0 0 0,0 0 1 0 0,-1 0-1 0 0,0-1 1 0 0,-1 0-1 0 0,0-1 0 0 0,-25 18 1 0 0,29-24 15 0 0,0 0-1 0 0,-1-1 1 0 0,1 0 0 0 0,-1 0 0 0 0,0 0-1 0 0,0-1 1 0 0,-14 2 0 0 0,20-4-104 0 0,-1 0-1 0 0,1 0 1 0 0,0 0 0 0 0,0 0 0 0 0,-1 0-1 0 0,1 0 1 0 0,0-1 0 0 0,-1 1-1 0 0,1-1 1 0 0,0 1 0 0 0,0-1-1 0 0,0 0 1 0 0,0 0 0 0 0,-3-1-1 0 0,4 1-109 0 0,0-1-1 0 0,0 1 0 0 0,0 0 0 0 0,0 0 1 0 0,0-1-1 0 0,0 1 0 0 0,0 0 0 0 0,0-1 1 0 0,1 1-1 0 0,-1-1 0 0 0,0 1 0 0 0,1-1 1 0 0,-1 1-1 0 0,1-1 0 0 0,0 0 0 0 0,0 1 1 0 0,-1-1-1 0 0,1 1 0 0 0,0-1 0 0 0,0 0 1 0 0,1 1-1 0 0,-1-1 0 0 0,0-1 0 0 0,7-20-3915 0 0,-2 11 2611 0 0</inkml:trace>
</inkml:ink>
</file>

<file path=ppt/ink/ink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52:55.78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77 0 1640 0 0,'-15'15'4828'0'0,"-12"12"17"0"0,24-24-4621 0 0,0 1 0 0 0,1 0-1 0 0,-1-1 1 0 0,1 1-1 0 0,0 0 1 0 0,0 0-1 0 0,0 1 1 0 0,0-1-1 0 0,1 0 1 0 0,-2 7-1 0 0,-2 31 227 0 0,2 0-1 0 0,1 0 0 0 0,3 1 1 0 0,9 67-1 0 0,-9-97-377 0 0,6 27 305 0 0,0 1-1 0 0,3-1 0 0 0,2-1 0 0 0,27 65 0 0 0,-37-98-343 0 0,1 0 0 0 0,1 0-1 0 0,-1 0 1 0 0,1 0 0 0 0,0 0 0 0 0,0-1 0 0 0,1 0 0 0 0,0 0 0 0 0,0 0 0 0 0,0 0-1 0 0,0-1 1 0 0,1 0 0 0 0,-1 0 0 0 0,1 0 0 0 0,0-1 0 0 0,0 0 0 0 0,1 0 0 0 0,-1 0-1 0 0,11 2 1 0 0,-12-4-127 0 0,1 0-1 0 0,-1-1 1 0 0,1 1-1 0 0,-1-1 1 0 0,1 0-1 0 0,-1 0 0 0 0,1-1 1 0 0,-1 1-1 0 0,1-1 1 0 0,8-3-1 0 0,-9 2-345 0 0,1-1-1 0 0,-1 1 0 0 0,0-1 1 0 0,0 0-1 0 0,0 0 0 0 0,0 0 1 0 0,-1-1-1 0 0,1 0 0 0 0,-1 0 1 0 0,0 0-1 0 0,4-6 0 0 0,-3 3-1921 0 0,-2 0-319 0 0</inkml:trace>
</inkml:ink>
</file>

<file path=ppt/ink/ink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52:56.14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8 10 8 0 0,'-1'1'172'0'0,"1"-1"0"0"0,0 0 0 0 0,0 0-1 0 0,-1 0 1 0 0,1 0 0 0 0,0 0 0 0 0,0-1 0 0 0,-1 1 0 0 0,1 0 0 0 0,0 0-1 0 0,0 0 1 0 0,0 0 0 0 0,-1 0 0 0 0,1 0 0 0 0,0 0 0 0 0,0 0 0 0 0,-1 0-1 0 0,1-1 1 0 0,0 1 0 0 0,0 0 0 0 0,0 0 0 0 0,-1 0 0 0 0,1 0 0 0 0,0-1-1 0 0,0 1 1 0 0,0 0 0 0 0,0 0 0 0 0,0-1 0 0 0,-1 1 0 0 0,1 0 0 0 0,0 0-1 0 0,0 0 1 0 0,0-1 0 0 0,0 1 0 0 0,0 0 0 0 0,0 0 0 0 0,0-1-1 0 0,0 1 1 0 0,0 0 0 0 0,0 0 0 0 0,0-1 0 0 0,0 1 0 0 0,0 0 0 0 0,0 0-1 0 0,0-1 1 0 0,0 1 0 0 0,0-1 0 0 0,1 1-101 0 0,-1 0 0 0 0,0 0 0 0 0,0 0 0 0 0,0-1 0 0 0,1 1 0 0 0,-1 0 0 0 0,0 0 0 0 0,0 0 0 0 0,1 0 0 0 0,-1 0 0 0 0,0-1 0 0 0,0 1 0 0 0,1 0 0 0 0,-1 0 0 0 0,0 0 0 0 0,1 0 0 0 0,-1 0 0 0 0,0 0 0 0 0,0 0 0 0 0,1 0 0 0 0,-1 0 0 0 0,0 0 0 0 0,1 0 0 0 0,-1 0 0 0 0,0 0 0 0 0,0 0 0 0 0,1 0 0 0 0,-1 0 0 0 0,0 1 0 0 0,0-1 0 0 0,1 0 0 0 0,-1 0 0 0 0,0 0 0 0 0,0 0 0 0 0,1 0 0 0 0,-1 1 0 0 0,0-1 0 0 0,0 0 0 0 0,0 0 0 0 0,1 0 0 0 0,-1 1 0 0 0,0-1 0 0 0,0 0 0 0 0,0 0 0 0 0,0 1 0 0 0,0-1 0 0 0,1 0 0 0 0,-1 0 0 0 0,0 1 0 0 0,0-1 0 0 0,0 1 0 0 0,4 5 291 0 0,0 0 1 0 0,-1 1-1 0 0,1-1 0 0 0,-2 1 0 0 0,1 0 0 0 0,-1 0 0 0 0,3 11 1 0 0,6 55 695 0 0,-6-32-294 0 0,10 100 777 0 0,7 31 239 0 0,-22-167-1722 0 0,1-1 0 0 0,0 0 0 0 0,1 0 0 0 0,-1 1 0 0 0,1-1 0 0 0,-1 0 0 0 0,1 0 0 0 0,1-1 0 0 0,2 5 0 0 0,-4-7-44 0 0,0 0 0 0 0,0 0 0 0 0,0 0 0 0 0,0 0 0 0 0,0-1 0 0 0,0 1 0 0 0,0 0 0 0 0,0-1 0 0 0,0 1 1 0 0,0 0-1 0 0,1-1 0 0 0,-1 0 0 0 0,0 1 0 0 0,1-1 0 0 0,-1 0 0 0 0,0 0 0 0 0,0 1 0 0 0,1-1 0 0 0,-1 0 0 0 0,0 0 0 0 0,1 0 1 0 0,-1-1-1 0 0,0 1 0 0 0,1 0 0 0 0,-1 0 0 0 0,0-1 0 0 0,0 1 0 0 0,1-1 0 0 0,-1 1 0 0 0,0-1 0 0 0,0 0 0 0 0,0 1 0 0 0,2-2 0 0 0,30-18 39 0 0,-15 9-26 0 0,0 0-1 0 0,1 2 1 0 0,34-13-1 0 0,59-7-58 0 0,-111 29-128 0 0,-1 0-1 0 0,1 0 0 0 0,0 0 0 0 0,0-1 1 0 0,0 1-1 0 0,0 0 0 0 0,0-1 1 0 0,-1 1-1 0 0,1-1 0 0 0,0 1 1 0 0,0 0-1 0 0,-1-1 0 0 0,1 0 1 0 0,0 1-1 0 0,-1-1 0 0 0,1 1 0 0 0,0-1 1 0 0,-1 0-1 0 0,1 0 0 0 0,-1 1 1 0 0,1-1-1 0 0,-1 0 0 0 0,0 0 1 0 0,1 1-1 0 0,-1-1 0 0 0,0 0 1 0 0,1 0-1 0 0,-1 0 0 0 0,0 0 1 0 0,0 0-1 0 0,0 0 0 0 0,0 1 0 0 0,0-1 1 0 0,0 0-1 0 0,0 0 0 0 0,0 0 1 0 0,0 0-1 0 0,0 0 0 0 0,0 0 1 0 0,-1 0-1 0 0,1 1 0 0 0,0-1 1 0 0,-1 0-1 0 0,1 0 0 0 0,0 0 1 0 0,-1 1-1 0 0,1-1 0 0 0,-1 0 0 0 0,1 0 1 0 0,-1 1-1 0 0,0-1 0 0 0,1 1 1 0 0,-1-1-1 0 0,-1-1 0 0 0,-3 0-2478 0 0</inkml:trace>
</inkml:ink>
</file>

<file path=ppt/ink/ink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52:56.41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12 1 176 0 0,'-6'23'4617'0'0,"5"-21"-4412"0"0,1-1 1 0 0,-1 0-1 0 0,0 1 0 0 0,1-1 0 0 0,-1 0 0 0 0,1 1 0 0 0,0-1 0 0 0,-1 1 1 0 0,1-1-1 0 0,0 0 0 0 0,0 1 0 0 0,0-1 0 0 0,0 1 0 0 0,0-1 0 0 0,0 1 1 0 0,0-1-1 0 0,1 1 0 0 0,-1-1 0 0 0,0 0 0 0 0,1 1 0 0 0,-1-1 0 0 0,1 1 0 0 0,0-1 1 0 0,-1 0-1 0 0,1 0 0 0 0,0 1 0 0 0,0-1 0 0 0,1 2 0 0 0,20 19 829 0 0,1-1 1 0 0,1 0-1 0 0,38 23 0 0 0,-32-23-167 0 0,52 47 0 0 0,-62-48-443 0 0,-1 1 1 0 0,0 1-1 0 0,18 30 1 0 0,-29-40-259 0 0,-1 1 0 0 0,-1 0 1 0 0,0 0-1 0 0,-1 0 0 0 0,-1 1 0 0 0,1-1 0 0 0,-2 1 1 0 0,3 20-1 0 0,-5-11-174 0 0,0 0 0 0 0,-2-1 0 0 0,0 1 0 0 0,-1 0-1 0 0,-2-1 1 0 0,0 1 0 0 0,-1-1 0 0 0,-1 0 0 0 0,-2-1 0 0 0,0 1 0 0 0,-1-1 0 0 0,-1-1 0 0 0,-1 0 0 0 0,0 0 0 0 0,-2-1 0 0 0,-15 18 0 0 0,24-33-214 0 0,1 0 1 0 0,-1 0 0 0 0,1-1 0 0 0,-1 1 0 0 0,0-1 0 0 0,0 0 0 0 0,-9 5 0 0 0,10-7-560 0 0,1 1 0 0 0,-1-1-1 0 0,0 0 1 0 0,0 0 0 0 0,0-1 0 0 0,0 1 0 0 0,0-1 0 0 0,-6 1-1 0 0,4-1-2398 0 0</inkml:trace>
</inkml:ink>
</file>

<file path=ppt/ink/ink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52:58.06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12 119 512 0 0,'-6'-60'1600'0'0,"0"2"9245"0"0,6 76-8259 0 0,17 496 2022 0 0,-16-478-4441 0 0,-1-23-165 0 0,0 0 0 0 0,1 0 1 0 0,1-1-1 0 0,4 20 1 0 0,-3-30-194 0 0,1-7 41 0 0,0-9-77 0 0,1-29-801 0 0,2-7-3336 0 0,-3 1 0 0 0,-3-64 1 0 0,-3 96 2633 0 0</inkml:trace>
</inkml:ink>
</file>

<file path=ppt/ink/ink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52:58.29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39 291 8 0 0,'-7'-13'269'0'0,"1"0"0"0"0,0-1 0 0 0,1 0-1 0 0,0 0 1 0 0,-3-26 0 0 0,7 34-33 0 0,0 0 0 0 0,1 1 1 0 0,0-1-1 0 0,0 1 0 0 0,1-1 0 0 0,0 0 0 0 0,-1 1 0 0 0,2-1 0 0 0,-1 1 1 0 0,1 0-1 0 0,0-1 0 0 0,0 1 0 0 0,0 0 0 0 0,1 0 0 0 0,0 0 1 0 0,0 0-1 0 0,0 1 0 0 0,5-6 0 0 0,-3 3 0 0 0,0 1-1 0 0,1 0 1 0 0,-1 1 0 0 0,1-1-1 0 0,0 1 1 0 0,0 0-1 0 0,1 1 1 0 0,-1-1 0 0 0,1 2-1 0 0,0-1 1 0 0,0 0 0 0 0,1 1-1 0 0,-1 1 1 0 0,1-1-1 0 0,11-1 1 0 0,-11 2 6 0 0,1 1 0 0 0,-1 0 0 0 0,0 1 0 0 0,1 0 0 0 0,-1 0 0 0 0,1 1 0 0 0,-1 0 0 0 0,0 0 0 0 0,1 1 0 0 0,9 4 0 0 0,-14-4-130 0 0,0-1-1 0 0,0 1 1 0 0,0 1-1 0 0,0-1 1 0 0,0 1-1 0 0,-1-1 0 0 0,1 1 1 0 0,-1 0-1 0 0,0 0 1 0 0,0 1-1 0 0,0-1 1 0 0,0 1-1 0 0,-1-1 1 0 0,0 1-1 0 0,1 0 1 0 0,-1 0-1 0 0,0 0 1 0 0,-1 0-1 0 0,1 0 1 0 0,-1 0-1 0 0,1 7 1 0 0,2 5 135 0 0,-2 0 1 0 0,0 0-1 0 0,-1 0 1 0 0,0 0-1 0 0,-2 0 1 0 0,0 1-1 0 0,0-1 1 0 0,-2 0-1 0 0,-6 24 1 0 0,7-31-221 0 0,-1 0 0 0 0,-1-1 0 0 0,1 0 0 0 0,-1 1 0 0 0,-1-1 1 0 0,1-1-1 0 0,-1 1 0 0 0,-1-1 0 0 0,1 0 0 0 0,-1 0 0 0 0,-1 0 1 0 0,1-1-1 0 0,-1 0 0 0 0,0 0 0 0 0,0-1 0 0 0,-1 0 0 0 0,0 0 1 0 0,-12 5-1 0 0,16-8-53 0 0,1-1 0 0 0,0 0 0 0 0,-1 0 1 0 0,1 0-1 0 0,-1-1 0 0 0,1 1 0 0 0,-1-1 0 0 0,1 0 1 0 0,-1 0-1 0 0,1 0 0 0 0,-1 0 0 0 0,1-1 0 0 0,-1 1 1 0 0,1-1-1 0 0,-6-1 0 0 0,7 1-149 0 0,0 0 0 0 0,0 0-1 0 0,0-1 1 0 0,0 1 0 0 0,0 0 0 0 0,0-1-1 0 0,1 1 1 0 0,-1-1 0 0 0,0 1 0 0 0,-1-3-1 0 0,1 2-337 0 0,1 0-1 0 0,0 0 1 0 0,0-1-1 0 0,0 1 1 0 0,0 0-1 0 0,0-1 0 0 0,0 1 1 0 0,0 0-1 0 0,1-1 1 0 0,-1-3-1 0 0,0-6-1926 0 0</inkml:trace>
</inkml:ink>
</file>

<file path=ppt/ink/ink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52:59.28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37 31 8 0 0,'2'-20'-45'0'0,"-2"14"2505"0"0,0 2 4130 0 0,-16 61-1068 0 0,5 28-3496 0 0,0 103 0 0 0,11-138-1764 0 0,3 0-1 0 0,2-1 1 0 0,16 74 0 0 0,-17-109-198 0 0,0 0 0 0 0,1 0 0 0 0,1-1 1 0 0,0 1-1 0 0,1-1 0 0 0,11 17 1 0 0,-14-24-73 0 0,1 0 1 0 0,0 0 0 0 0,0 0-1 0 0,0-1 1 0 0,0 1 0 0 0,1-2-1 0 0,0 1 1 0 0,0 0 0 0 0,1-1-1 0 0,-1 0 1 0 0,1-1 0 0 0,0 1-1 0 0,0-1 1 0 0,9 2 0 0 0,-13-4-104 0 0,-1 0-1 0 0,1-1 1 0 0,0 0 0 0 0,0 0 0 0 0,0 0 0 0 0,-1 0 0 0 0,1 0 0 0 0,0 0 0 0 0,0-1-1 0 0,-1 1 1 0 0,1-1 0 0 0,0 0 0 0 0,-1 0 0 0 0,1 0 0 0 0,0 0 0 0 0,-1-1 0 0 0,0 1 0 0 0,1 0-1 0 0,-1-1 1 0 0,0 0 0 0 0,0 0 0 0 0,4-3 0 0 0,1-3-1653 0 0,0-1 0 0 0,0 0 1 0 0,-1 0-1 0 0,7-13 0 0 0,-8 13-106 0 0,3-4-1450 0 0</inkml:trace>
</inkml:ink>
</file>

<file path=ppt/ink/ink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52:59.72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36 60 8 0 0,'0'-7'30'0'0,"0"1"975"0"0,0 0 1 0 0,0-1-1 0 0,0 1 1 0 0,-1-1-1 0 0,0 1 1 0 0,-2-8-1 0 0,0 18 2133 0 0,-4 18-1878 0 0,-2 38 573 0 0,-3 109-1 0 0,13-138-1496 0 0,0 0-1 0 0,2 0 0 0 0,1 0 1 0 0,2 0-1 0 0,12 40 1 0 0,-15-64-274 0 0,-1 0 0 0 0,1 0 1 0 0,1-1-1 0 0,-1 1 1 0 0,1-1-1 0 0,0 1 0 0 0,0-1 1 0 0,1 0-1 0 0,0-1 1 0 0,0 1-1 0 0,0-1 0 0 0,10 8 1 0 0,-11-11-50 0 0,0 0-1 0 0,0 0 1 0 0,-1 0 0 0 0,1 0 0 0 0,0 0 0 0 0,1-1-1 0 0,-1 0 1 0 0,0 0 0 0 0,0 0 0 0 0,0 0 0 0 0,1-1-1 0 0,-1 0 1 0 0,0 0 0 0 0,1 0 0 0 0,-1 0 0 0 0,0-1-1 0 0,1 1 1 0 0,-1-1 0 0 0,0 0 0 0 0,0 0 0 0 0,0-1-1 0 0,7-3 1 0 0,1-1-11 0 0,-1-1 0 0 0,0 0-1 0 0,0-1 1 0 0,0-1 0 0 0,-1 1 0 0 0,-1-2-1 0 0,1 1 1 0 0,-1-1 0 0 0,-1-1 0 0 0,0 1-1 0 0,-1-1 1 0 0,0-1 0 0 0,0 0 0 0 0,-1 0-1 0 0,-1 0 1 0 0,0 0 0 0 0,-1-1-1 0 0,0 0 1 0 0,2-14 0 0 0,-5 20 4 0 0,-1 0 1 0 0,0 0-1 0 0,0-1 1 0 0,-1 1-1 0 0,1 0 0 0 0,-2 0 1 0 0,1 0-1 0 0,-1-1 1 0 0,0 2-1 0 0,-1-1 1 0 0,1 0-1 0 0,-1 0 0 0 0,-1 1 1 0 0,1-1-1 0 0,-1 1 1 0 0,0 0-1 0 0,-1 1 1 0 0,1-1-1 0 0,-1 1 0 0 0,0-1 1 0 0,-8-5-1 0 0,12 10-6 0 0,0 0 0 0 0,0 0-1 0 0,-1 1 1 0 0,1-1 0 0 0,-1 0 0 0 0,1 0-1 0 0,-1 1 1 0 0,1-1 0 0 0,-1 0-1 0 0,1 1 1 0 0,-1 0 0 0 0,1-1 0 0 0,-1 1-1 0 0,0 0 1 0 0,1 0 0 0 0,-1 0-1 0 0,1 0 1 0 0,-1 0 0 0 0,0 0 0 0 0,1 0-1 0 0,-1 1 1 0 0,1-1 0 0 0,-1 0-1 0 0,1 1 1 0 0,-1 0 0 0 0,-1 0 0 0 0,1 1 4 0 0,0-1 0 0 0,0 1-1 0 0,1 0 1 0 0,-1 0 0 0 0,1 0 0 0 0,-1 0 0 0 0,1 0 0 0 0,0 0 0 0 0,0 1 0 0 0,0-1 0 0 0,0 0 0 0 0,0 0 0 0 0,0 1 0 0 0,1-1 0 0 0,-1 1 0 0 0,1 3 0 0 0,-5 40 53 0 0,2 0-1 0 0,2 0 0 0 0,3 0 0 0 0,7 51 1 0 0,-8-92-37 0 0,0 6-20 0 0,0 0-1 0 0,7 20 1 0 0,-8-29-8 0 0,0-1 0 0 0,1 1 0 0 0,-1-1 0 0 0,1 1 0 0 0,-1 0 0 0 0,1-1 0 0 0,0 0 0 0 0,0 1-1 0 0,0-1 1 0 0,0 1 0 0 0,0-1 0 0 0,0 0 0 0 0,0 0 0 0 0,0 1 0 0 0,0-1 0 0 0,1 0 0 0 0,-1 0 0 0 0,0 0 0 0 0,1 0 0 0 0,-1-1 0 0 0,1 1-1 0 0,-1 0 1 0 0,1-1 0 0 0,-1 1 0 0 0,1-1 0 0 0,-1 1 0 0 0,3 0 0 0 0,-3-2-105 0 0,1 1-1 0 0,-1 0 1 0 0,1-1 0 0 0,-1 1 0 0 0,1 0-1 0 0,-1-1 1 0 0,0 0 0 0 0,1 1 0 0 0,-1-1-1 0 0,0 0 1 0 0,0 0 0 0 0,0 1-1 0 0,1-1 1 0 0,-1 0 0 0 0,0 0 0 0 0,0-1-1 0 0,0 1 1 0 0,-1 0 0 0 0,3-2 0 0 0,13-27-4449 0 0,-14 26 3665 0 0,5-13-665 0 0</inkml:trace>
</inkml:ink>
</file>

<file path=ppt/ink/ink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53:00.49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17 8 0 0,'1'-8'-732'0'0,"5"0"4137"0"0,-6 8-3272 0 0,0 0 1 0 0,1 0-1 0 0,-1 0 0 0 0,0 0 1 0 0,1 0-1 0 0,-1 0 1 0 0,0 0-1 0 0,1 0 1 0 0,-1 0-1 0 0,0 0 0 0 0,1 0 1 0 0,-1 0-1 0 0,0 0 1 0 0,1 0-1 0 0,-1 0 0 0 0,0 1 1 0 0,1-1-1 0 0,-1 0 1 0 0,0 0-1 0 0,1 0 0 0 0,-1 0 1 0 0,0 1-1 0 0,0-1 1 0 0,1 0-1 0 0,-1 0 1 0 0,0 1-1 0 0,0-1 0 0 0,1 0 1 0 0,-1 0-1 0 0,0 1 1 0 0,0-1-1 0 0,0 0 0 0 0,0 1 1 0 0,1-1-1 0 0,-1 0 1 0 0,0 1-1 0 0,0-1 0 0 0,0 0 1 0 0,0 1-1 0 0,0-1 1 0 0,0 0-1 0 0,0 1 1 0 0,0-1-1 0 0,0 0 0 0 0,0 1 1 0 0,0-1-1 0 0,0 1 1 0 0,6 31 2796 0 0,4 61 1 0 0,-2-11-1679 0 0,15 128 854 0 0,5 35-1474 0 0,-28-244-669 0 0,-1 0 0 0 0,1 0-1 0 0,0-1 1 0 0,0 1 0 0 0,1 0 0 0 0,-1 0 0 0 0,0 0-1 0 0,0-1 1 0 0,0 1 0 0 0,0 0 0 0 0,1 0 0 0 0,-1-1 0 0 0,0 1-1 0 0,1 0 1 0 0,-1-1 0 0 0,0 1 0 0 0,1 0 0 0 0,-1-1-1 0 0,1 1 1 0 0,-1 0 0 0 0,1-1 0 0 0,-1 1 0 0 0,1-1-1 0 0,0 1 1 0 0,-1-1 0 0 0,1 0 0 0 0,0 1 0 0 0,-1-1-1 0 0,1 1 1 0 0,1-1 0 0 0,-1 0-206 0 0,0-1 0 0 0,0 0 0 0 0,0 0 0 0 0,0 0 0 0 0,0 0 0 0 0,0 0 0 0 0,0 0 0 0 0,0 0 0 0 0,-1 0 0 0 0,1 0 0 0 0,0 0 0 0 0,-1 0 0 0 0,1 0 0 0 0,-1 0 0 0 0,1-1 0 0 0,-1 1 0 0 0,1 0 0 0 0,-1 0 0 0 0,1-3 0 0 0,3-10-1894 0 0</inkml:trace>
</inkml:ink>
</file>

<file path=ppt/ink/ink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53:00.74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1 232 0 0,'0'23'7577'0'0,"-1"27"-1992"0"0,2-22-4852 0 0,0-1 1 0 0,10 53-1 0 0,-11-80-731 0 0,6 24 456 0 0,0 0 0 0 0,2 0 1 0 0,14 32-1 0 0,-19-50-379 0 0,0 0-1 0 0,1 0 1 0 0,0 0 0 0 0,0 0-1 0 0,0-1 1 0 0,0 0-1 0 0,1 0 1 0 0,0 0 0 0 0,0 0-1 0 0,0-1 1 0 0,1 0-1 0 0,0 0 1 0 0,-1 0 0 0 0,1-1-1 0 0,1 0 1 0 0,-1 0-1 0 0,10 3 1 0 0,-2-2 17 0 0,0 0-1 0 0,0-1 0 0 0,0-1 1 0 0,1 0-1 0 0,25 0 1 0 0,-35-3-161 0 0,0 1-1 0 0,0-1 1 0 0,0 0-1 0 0,0 0 1 0 0,0 0 0 0 0,0-1-1 0 0,-1 0 1 0 0,1 0-1 0 0,0 0 1 0 0,-1 0 0 0 0,0-1-1 0 0,1 0 1 0 0,-1 0 0 0 0,0 0-1 0 0,0 0 1 0 0,-1-1-1 0 0,1 1 1 0 0,-1-1 0 0 0,0 0-1 0 0,4-5 1 0 0,-3 2-1330 0 0,0 0 0 0 0,0 0 1 0 0,-1 0-1 0 0,0-1 0 0 0,3-14 0 0 0,-1 6-838 0 0</inkml:trace>
</inkml:ink>
</file>

<file path=ppt/ink/ink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53:01.01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21 10 1048 0 0,'-1'-1'458'0'0,"0"0"0"0"0,0 0 0 0 0,1 1 0 0 0,-1-1 0 0 0,0 0 0 0 0,0 1 0 0 0,0-1 0 0 0,0 0-1 0 0,0 1 1 0 0,0-1 0 0 0,0 1 0 0 0,0-1 0 0 0,-2 1 0 0 0,3 0-326 0 0,0 0 0 0 0,-1 0 0 0 0,1 0 1 0 0,0 0-1 0 0,0 0 0 0 0,-1 0 0 0 0,1 0 0 0 0,0 0 0 0 0,0 0 0 0 0,0 1 0 0 0,-1-1 1 0 0,1 0-1 0 0,0 0 0 0 0,0 0 0 0 0,0 0 0 0 0,-1 0 0 0 0,1 1 0 0 0,0-1 1 0 0,0 0-1 0 0,0 0 0 0 0,0 0 0 0 0,0 1 0 0 0,-1-1 0 0 0,1 0 0 0 0,0 0 0 0 0,0 1 1 0 0,0-1-1 0 0,0 0 0 0 0,0 0 0 0 0,0 1 0 0 0,0-1 0 0 0,0 0 0 0 0,0 0 1 0 0,0 1-1 0 0,0 1 88 0 0,0 1 0 0 0,0-1 0 0 0,1 0 0 0 0,-1 0 0 0 0,1 0 0 0 0,-1 0 0 0 0,1 0 0 0 0,0 0 0 0 0,0 0 0 0 0,0 0 0 0 0,0 0 0 0 0,2 3 1 0 0,10 10 174 0 0,0 0 0 0 0,20 15 1 0 0,7 8-93 0 0,-9-5 156 0 0,-1 1-1 0 0,-2 2 1 0 0,23 38-1 0 0,-40-56-215 0 0,-1 1 0 0 0,-1 0 0 0 0,0 0 0 0 0,-2 1-1 0 0,0 0 1 0 0,-1 1 0 0 0,-2-1 0 0 0,5 34 0 0 0,-8-32-107 0 0,0 0 0 0 0,-1 0 0 0 0,-1 0 0 0 0,-2 0 0 0 0,0 0 0 0 0,-10 36 0 0 0,11-49-179 0 0,-1-1 0 0 0,0 1 0 0 0,-1-1 0 0 0,0 0-1 0 0,0 0 1 0 0,-1 0 0 0 0,1 0 0 0 0,-2-1 0 0 0,1 0-1 0 0,-1 0 1 0 0,0 0 0 0 0,-1-1 0 0 0,1 0 0 0 0,-1 0-1 0 0,-1-1 1 0 0,1 1 0 0 0,-1-2 0 0 0,-14 8 0 0 0,20-11-161 0 0,0 0 1 0 0,0 0 0 0 0,0-1 0 0 0,0 1-1 0 0,-1 0 1 0 0,1-1 0 0 0,0 0-1 0 0,-1 1 1 0 0,1-1 0 0 0,0 0 0 0 0,-1 0-1 0 0,1 0 1 0 0,0-1 0 0 0,-1 1-1 0 0,1 0 1 0 0,0-1 0 0 0,0 1-1 0 0,-1-1 1 0 0,1 0 0 0 0,0 0 0 0 0,0 0-1 0 0,-2-1 1 0 0,-6-8-1976 0 0</inkml:trace>
</inkml:ink>
</file>

<file path=ppt/ink/ink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53:01.71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11 40 896 0 0,'0'0'116'0'0,"0"0"0"0"0,-1 0 0 0 0,1-1 0 0 0,0 1 0 0 0,0 0 0 0 0,0 0 0 0 0,0 0 0 0 0,0 0 0 0 0,0-1 0 0 0,-1 1 0 0 0,1 0 0 0 0,0 0 0 0 0,0 0 0 0 0,0 0 0 0 0,-1 0 0 0 0,1 0 0 0 0,0 0 0 0 0,0 0 0 0 0,0-1 0 0 0,-1 1 0 0 0,1 0 0 0 0,0 0 0 0 0,0 0 0 0 0,0 0 0 0 0,-1 0 0 0 0,1 0 1 0 0,0 0-1 0 0,0 0 0 0 0,0 0 0 0 0,-1 0 0 0 0,1 0 0 0 0,0 1 0 0 0,0-1 0 0 0,0 0 0 0 0,-1 0 0 0 0,1 0 0 0 0,0 0 0 0 0,0 0 0 0 0,-3 10 2183 0 0,3 11 545 0 0,28 83 2590 0 0,26 47-3202 0 0,-39-111-1687 0 0,88 234 1202 0 0,-101-268-1744 0 0,4 8-170 0 0,-3-14-3 0 0,-1-8-54 0 0,-1-8-623 0 0,-1 0 0 0 0,0 0 1 0 0,-2 0-1 0 0,-2-17 0 0 0,-2-14-1971 0 0,5 38 2225 0 0,0 1 0 0 0,0 0 0 0 0,-1-1 0 0 0,-1 1 0 0 0,1 0 0 0 0,-1 0 0 0 0,-1 0 0 0 0,-6-12 1 0 0,-4-2-21 0 0,-26-29 1 0 0,29 38 839 0 0,0-1 0 0 0,1 0 0 0 0,1 0-1 0 0,0-1 1 0 0,-11-24 0 0 0,16 27 102 0 0,0-1 0 0 0,1 0 0 0 0,0 1 0 0 0,-1-16 0 0 0,4 21-48 0 0,-1 0-1 0 0,1 0 1 0 0,1 0-1 0 0,-1 0 1 0 0,1 0-1 0 0,0 0 1 0 0,1 0-1 0 0,0 0 1 0 0,3-9 0 0 0,-2 10-116 0 0,1 1 1 0 0,-1 0 0 0 0,1 0 0 0 0,0 0 0 0 0,0 1 0 0 0,0 0 0 0 0,1-1-1 0 0,-1 1 1 0 0,1 1 0 0 0,0-1 0 0 0,0 1 0 0 0,0 0 0 0 0,1 0-1 0 0,10-4 1 0 0,-9 4-13 0 0,0 0-1 0 0,0 1 0 0 0,0 0 0 0 0,1 1 1 0 0,-1-1-1 0 0,0 1 0 0 0,1 1 1 0 0,-1 0-1 0 0,0 0 0 0 0,1 0 1 0 0,-1 1-1 0 0,10 1 0 0 0,-14-1-63 0 0,1 0 0 0 0,-1 1-1 0 0,0-1 1 0 0,1 0 0 0 0,-1 1 0 0 0,0 0 0 0 0,0 0-1 0 0,0 0 1 0 0,0 0 0 0 0,-1 0 0 0 0,1 1-1 0 0,0-1 1 0 0,-1 1 0 0 0,0 0 0 0 0,1 0-1 0 0,1 4 1 0 0,-1-2 10 0 0,-1 0 0 0 0,1 1-1 0 0,-1 0 1 0 0,-1-1 0 0 0,1 1-1 0 0,-1 0 1 0 0,0 0 0 0 0,0 0 0 0 0,0 6-1 0 0,-2 5 3 0 0,0 0-1 0 0,-1 0 0 0 0,0 0 0 0 0,-1-1 1 0 0,-1 1-1 0 0,-7 16 0 0 0,4-13-5 0 0,-1 0-1 0 0,-16 27 0 0 0,19-38-90 0 0,-1 0 0 0 0,0 0-1 0 0,0-1 1 0 0,-1 0-1 0 0,0 0 1 0 0,-1-1 0 0 0,-8 7-1 0 0,13-12-47 0 0,1-1 0 0 0,-1 0 0 0 0,1 1 0 0 0,-1-1 0 0 0,0-1 0 0 0,1 1 1 0 0,-1 0-1 0 0,0-1 0 0 0,0 1 0 0 0,-4-1 0 0 0,7 0-29 0 0,-1 0 0 0 0,0 0 0 0 0,1 0 0 0 0,-1 0 0 0 0,1 0 1 0 0,-1 0-1 0 0,0 0 0 0 0,1 0 0 0 0,-1 0 0 0 0,0-1 0 0 0,1 1 1 0 0,-1 0-1 0 0,1-1 0 0 0,-1 1 0 0 0,1 0 0 0 0,-1-1 0 0 0,1 1 0 0 0,-1 0 1 0 0,1-1-1 0 0,-1 0 0 0 0,1 1-82 0 0,-1-1 1 0 0,1 0-1 0 0,0 1 0 0 0,0-1 1 0 0,0 0-1 0 0,0 0 0 0 0,0 1 1 0 0,0-1-1 0 0,0 0 0 0 0,0 1 1 0 0,0-1-1 0 0,0 0 0 0 0,0 0 1 0 0,0 1-1 0 0,1-1 0 0 0,-1 0 1 0 0,0 1-1 0 0,1-1 0 0 0,-1 1 1 0 0,0-1-1 0 0,1 0 0 0 0,0 0 1 0 0,13-10-5019 0 0,-7 6 2700 0 0,0-1-946 0 0</inkml:trace>
</inkml:ink>
</file>

<file path=ppt/ink/ink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53:01.92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40 18 736 0 0,'3'-16'7045'0'0,"-3"16"-6938"0"0,0 0 1 0 0,0 0 0 0 0,0-1 0 0 0,-1 1 0 0 0,1 0 0 0 0,0 0-1 0 0,0 0 1 0 0,0 0 0 0 0,0 0 0 0 0,0 0 0 0 0,-1 0 0 0 0,1 0-1 0 0,0 0 1 0 0,0 0 0 0 0,0 0 0 0 0,0 0 0 0 0,0 0 0 0 0,-1 0-1 0 0,1 0 1 0 0,0 0 0 0 0,0 0 0 0 0,0 0 0 0 0,0 0 0 0 0,0 0 0 0 0,-1 0-1 0 0,1 0 1 0 0,0 0 0 0 0,0 0 0 0 0,0 0 0 0 0,0 0 0 0 0,0 0-1 0 0,-1 0 1 0 0,1 0 0 0 0,0 0 0 0 0,0 1 0 0 0,0-1 0 0 0,0 0-1 0 0,0 0 1 0 0,0 0 0 0 0,0 0 0 0 0,0 0 0 0 0,-1 0 0 0 0,1 0-1 0 0,0 1 1 0 0,0-1 0 0 0,0 0 0 0 0,-2 2 216 0 0,0 1 0 0 0,0-1 0 0 0,0 1 0 0 0,1-1 0 0 0,-1 1 0 0 0,1 0 0 0 0,-1-1 0 0 0,-1 6 0 0 0,-3 17-177 0 0,1 0 1 0 0,1 0-1 0 0,2 0 1 0 0,0 1 0 0 0,1 0-1 0 0,2-1 1 0 0,0 1-1 0 0,2-1 1 0 0,1 1-1 0 0,1-1 1 0 0,1 0-1 0 0,1-1 1 0 0,1 0 0 0 0,2 0-1 0 0,0 0 1 0 0,25 41-1 0 0,-32-61-151 0 0,-1-1-1 0 0,0 1 1 0 0,1-1 0 0 0,0 0-1 0 0,0 0 1 0 0,0 0-1 0 0,0 0 1 0 0,0 0-1 0 0,1-1 1 0 0,-1 0 0 0 0,1 1-1 0 0,0-1 1 0 0,0 0-1 0 0,-1-1 1 0 0,1 1 0 0 0,0-1-1 0 0,1 0 1 0 0,-1 0-1 0 0,5 1 1 0 0,-5-2-128 0 0,1 0 0 0 0,-1-1-1 0 0,1 0 1 0 0,-1 1 0 0 0,0-2 0 0 0,0 1 0 0 0,0 0 0 0 0,0-1 0 0 0,0 0-1 0 0,0 0 1 0 0,0 0 0 0 0,0 0 0 0 0,0 0 0 0 0,-1-1 0 0 0,0 0-1 0 0,1 0 1 0 0,-1 0 0 0 0,4-5 0 0 0,6-7-3365 0 0,16-25 1 0 0,-16 19 1256 0 0</inkml:trace>
</inkml:ink>
</file>

<file path=ppt/ink/ink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53:02.27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37 0 728 0 0,'-1'0'349'0'0,"0"1"-1"0"0,0-1 1 0 0,0 1 0 0 0,0-1-1 0 0,0 1 1 0 0,0-1 0 0 0,0 1-1 0 0,0-1 1 0 0,0 1 0 0 0,0 0-1 0 0,0 0 1 0 0,0-1 0 0 0,0 1-1 0 0,0 0 1 0 0,1 0 0 0 0,-1 0-1 0 0,0 0 1 0 0,1 0 0 0 0,-1 0-1 0 0,1 0 1 0 0,-1 0-1 0 0,1 0 1 0 0,-1 0 0 0 0,1 2-1 0 0,-10 30 2380 0 0,9-29-2237 0 0,-1 8 32 0 0,0 0 1 0 0,1 0 0 0 0,1-1-1 0 0,0 1 1 0 0,0 0 0 0 0,1 0 0 0 0,4 20-1 0 0,28 82 1440 0 0,-21-78-1218 0 0,9 41 1 0 0,11 58 435 0 0,-32-134-1172 0 0,0 0-1 0 0,0 0 1 0 0,1 0-1 0 0,-1 0 0 0 0,0 0 1 0 0,1 0-1 0 0,-1 0 1 0 0,1 0-1 0 0,-1 0 1 0 0,1 0-1 0 0,0 0 0 0 0,-1-1 1 0 0,1 1-1 0 0,0 0 1 0 0,-1 0-1 0 0,1-1 0 0 0,1 2 1 0 0,-1-2-7 0 0,-1 0 0 0 0,1 0 0 0 0,0 0 0 0 0,-1 1 0 0 0,1-1 0 0 0,-1 0 0 0 0,1 0 0 0 0,0-1 0 0 0,-1 1 0 0 0,1 0 0 0 0,-1 0 0 0 0,1 0 0 0 0,0 0 0 0 0,-1 0 0 0 0,1-1 0 0 0,-1 1 0 0 0,1 0 0 0 0,-1 0 0 0 0,1-1 0 0 0,-1 1 0 0 0,1 0 0 0 0,0-1 0 0 0,4-4-18 0 0,0 0 0 0 0,0-1 0 0 0,-1 1 0 0 0,6-10 1 0 0,4-3-42 0 0,-7 11 68 0 0,1 0 1 0 0,0 1-1 0 0,0 0 1 0 0,0 1 0 0 0,0 0-1 0 0,1 0 1 0 0,13-5-1 0 0,-2 3-158 0 0,1 0 0 0 0,27-4 1 0 0,-47 11-22 0 0,0 0 0 0 0,0 0 1 0 0,0 0-1 0 0,0-1 1 0 0,0 1-1 0 0,0-1 0 0 0,0 1 1 0 0,0-1-1 0 0,0 1 1 0 0,0-1-1 0 0,0 1 1 0 0,0-1-1 0 0,0 0 0 0 0,-1 1 1 0 0,1-1-1 0 0,1-1 1 0 0,-2 1-313 0 0,1 0 1 0 0,-1 1-1 0 0,0-1 1 0 0,1 0-1 0 0,-1 0 0 0 0,0 1 1 0 0,0-1-1 0 0,0 0 1 0 0,0 0-1 0 0,0 1 1 0 0,0-1-1 0 0,0 0 1 0 0,0 0-1 0 0,0 0 1 0 0,0 1-1 0 0,-1-2 1 0 0,-1-3-1423 0 0</inkml:trace>
</inkml:ink>
</file>

<file path=ppt/ink/ink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53:02.55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13 8 896 0 0,'-10'-7'5628'0'0,"7"11"-467"0"0,3-3-4909 0 0,1 1 0 0 0,-1-1 0 0 0,1 0 0 0 0,-1 1 0 0 0,1-1 0 0 0,0 0 0 0 0,-1 0 0 0 0,1 1 0 0 0,0-1 0 0 0,0 0 0 0 0,0 0 0 0 0,0 0 0 0 0,0 0 0 0 0,0 0 0 0 0,1 1 0 0 0,16 13 537 0 0,-1 0 0 0 0,0 1 0 0 0,21 28 0 0 0,-12-14-309 0 0,-10-12-133 0 0,-2 1 0 0 0,1 0 0 0 0,-2 1-1 0 0,-1 1 1 0 0,0 0 0 0 0,-2 0-1 0 0,15 42 1 0 0,-20-44-191 0 0,0-1 1 0 0,-2 1-1 0 0,0 0 0 0 0,-1 0 1 0 0,-1 0-1 0 0,0 0 0 0 0,-2 1 1 0 0,0-1-1 0 0,-1 0 0 0 0,-6 22 0 0 0,4-22-113 0 0,0-1 0 0 0,-2 0 0 0 0,0 0 0 0 0,-1-1 0 0 0,0 0-1 0 0,-2 0 1 0 0,-13 21 0 0 0,20-36-89 0 0,0 0-1 0 0,0 1 1 0 0,0-1-1 0 0,0 0 0 0 0,0 0 1 0 0,0 0-1 0 0,-1-1 1 0 0,1 1-1 0 0,-1 0 1 0 0,1-1-1 0 0,-1 0 1 0 0,0 1-1 0 0,0-1 1 0 0,-5 1-1 0 0,7-2-167 0 0,-1 0 0 0 0,0 0 0 0 0,0 0 0 0 0,0 0 0 0 0,1 0 0 0 0,-1 0 0 0 0,0 0 0 0 0,0-1 0 0 0,1 1 0 0 0,-1-1 0 0 0,0 1 0 0 0,1-1 0 0 0,-1 0 0 0 0,0 0 0 0 0,1 0 0 0 0,-1 0 0 0 0,1 0 0 0 0,-1 0 0 0 0,1 0 0 0 0,0 0 0 0 0,0 0 0 0 0,-1-1 0 0 0,1 1 0 0 0,0 0 0 0 0,-1-3 0 0 0,-10-14-3679 0 0,2 3 1590 0 0</inkml:trace>
</inkml:ink>
</file>

<file path=ppt/ink/ink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53:03.41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34 8 512 0 0,'-4'2'137'0'0,"0"0"-1"0"0,0 0 1 0 0,0 0-1 0 0,0 1 1 0 0,-4 4-1 0 0,2 1 6289 0 0,33-14-1268 0 0,-8 0-3999 0 0,29 1 279 0 0,0 2 0 0 0,60 3 0 0 0,-40 1-1144 0 0,-59 1-341 0 0,3-1-958 0 0,-12-2 763 0 0,0 1 0 0 0,1 0 0 0 0,-1-1 0 0 0,0 1 0 0 0,0 0 0 0 0,1-1 0 0 0,-1 1 0 0 0,0 0 0 0 0,0-1 0 0 0,0 1 0 0 0,0 0 0 0 0,0-1 0 0 0,1 1 0 0 0,-1-1 0 0 0,0 1 0 0 0,0 0 1 0 0,0-1-1 0 0,0 1 0 0 0,0-1 0 0 0,0 1 0 0 0,0 0 0 0 0,0-1 0 0 0,0 1 0 0 0,-1-1 0 0 0,1 1 0 0 0,0 0 0 0 0,0-1 0 0 0,0 1 0 0 0,0 0 0 0 0,0-1 0 0 0,-1 1 0 0 0,1-1 0 0 0,-2-3-2655 0 0</inkml:trace>
</inkml:ink>
</file>

<file path=ppt/ink/ink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53:03.64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20 1 440 0 0,'-1'0'225'0'0,"0"1"0"0"0,0-1 0 0 0,0 1 0 0 0,0 0-1 0 0,1-1 1 0 0,-1 1 0 0 0,0 0 0 0 0,0-1 0 0 0,0 1 0 0 0,0 0 0 0 0,1 0 0 0 0,-1 0 0 0 0,0 0-1 0 0,1 0 1 0 0,-1 0 0 0 0,1 0 0 0 0,-1 0 0 0 0,1 0 0 0 0,0 0 0 0 0,-1 0 0 0 0,1 0-1 0 0,0 0 1 0 0,0 0 0 0 0,0 0 0 0 0,-1 0 0 0 0,1 2 0 0 0,-3 33 3252 0 0,6 19 81 0 0,14 81 0 0 0,-1-15-2447 0 0,-14-104-1048 0 0,-1 2-29 0 0,1 0-1 0 0,1 0 1 0 0,6 23-1 0 0,-6-43-1177 0 0,1-9 80 0 0,1-10-1650 0 0,-2 4 1339 0 0,1 1 165 0 0</inkml:trace>
</inkml:ink>
</file>

<file path=ppt/ink/ink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53:05.27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1 8 0 0,'2'28'8673'0'0,"3"6"-5262"0"0,3 39-1161 0 0,5 80 526 0 0,-2-39-1510 0 0,-11-111-1230 0 0,3 47 435 0 0,3-1 0 0 0,11 51 1 0 0,-10-85-502 0 0,-7-15 24 0 0,0 0 0 0 0,1 0 0 0 0,-1 1 1 0 0,0-1-1 0 0,0 0 0 0 0,1 0 0 0 0,-1 0 1 0 0,0 1-1 0 0,1-1 0 0 0,-1 0 0 0 0,0 0 1 0 0,1 0-1 0 0,-1 0 0 0 0,0 0 0 0 0,0 0 1 0 0,1 0-1 0 0,-1 0 0 0 0,0 0 0 0 0,1 0 1 0 0,-1 0-1 0 0,0 0 0 0 0,1 0 0 0 0,-1 0 1 0 0,0 0-1 0 0,1 0 0 0 0,-1-1 0 0 0,2 1-22 0 0,-1-1 0 0 0,0 0 0 0 0,0 0 0 0 0,0 0-1 0 0,0 0 1 0 0,-1 0 0 0 0,1 0 0 0 0,0 0 0 0 0,0 0 0 0 0,-1 0-1 0 0,1-1 1 0 0,0 1 0 0 0,-1 0 0 0 0,1 0 0 0 0,-1-1 0 0 0,1-1-1 0 0,9-60-3123 0 0,-9 50 1463 0 0,-1-1 0 0 0,0 1 0 0 0,-1-1 1 0 0,0 1-1 0 0,-4-16 0 0 0,1 14 654 0 0</inkml:trace>
</inkml:ink>
</file>

<file path=ppt/ink/ink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53:05.51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0 111 8 0 0,'1'-6'246'0'0,"1"1"1"0"0,-1-1-1 0 0,1 1 1 0 0,0 0-1 0 0,1-1 1 0 0,-1 1-1 0 0,1 0 0 0 0,0 0 1 0 0,0 1-1 0 0,0-1 1 0 0,1 1-1 0 0,0-1 1 0 0,0 1-1 0 0,0 0 1 0 0,0 1-1 0 0,1-1 0 0 0,-1 1 1 0 0,1 0-1 0 0,0 0 1 0 0,0 0-1 0 0,0 1 1 0 0,0-1-1 0 0,1 1 0 0 0,-1 1 1 0 0,11-3-1 0 0,-7 2 68 0 0,-1 0-1 0 0,1 1 1 0 0,0 1 0 0 0,-1-1-1 0 0,1 1 1 0 0,0 1-1 0 0,-1-1 1 0 0,1 2 0 0 0,0-1-1 0 0,-1 1 1 0 0,0 0 0 0 0,1 1-1 0 0,-1 0 1 0 0,0 0-1 0 0,0 1 1 0 0,10 6 0 0 0,-10-4-69 0 0,-1 0 1 0 0,1 1-1 0 0,-1 0 1 0 0,0 1 0 0 0,-1-1-1 0 0,1 1 1 0 0,-1 0 0 0 0,-1 1-1 0 0,0-1 1 0 0,0 1 0 0 0,-1 0-1 0 0,0 1 1 0 0,0-1 0 0 0,-1 1-1 0 0,-1-1 1 0 0,1 1 0 0 0,-2 0-1 0 0,1 0 1 0 0,-1 18 0 0 0,0-16-216 0 0,-2 1 1 0 0,0 0 0 0 0,0-1-1 0 0,-1 1 1 0 0,-1-1 0 0 0,0 0-1 0 0,-1 1 1 0 0,0-1 0 0 0,-1-1-1 0 0,0 1 1 0 0,-1-1 0 0 0,0 0-1 0 0,0 0 1 0 0,-2-1 0 0 0,-11 15-1 0 0,12-18-31 0 0,0-1-1 0 0,0 1 0 0 0,-1-2 0 0 0,0 1 0 0 0,0-1 0 0 0,0 0 1 0 0,0 0-1 0 0,-13 4 0 0 0,16-7-131 0 0,0-1 0 0 0,0 1 0 0 0,0-1 1 0 0,-1 0-1 0 0,1-1 0 0 0,0 1 0 0 0,-7-1 0 0 0,9 0-232 0 0,-1-1 0 0 0,1 1 0 0 0,-1-1 0 0 0,1 0 0 0 0,-1 0 0 0 0,1 0 0 0 0,0 0 0 0 0,-1-1 0 0 0,1 1 0 0 0,0-1 0 0 0,-5-3-1 0 0,-3-6-1298 0 0</inkml:trace>
</inkml:ink>
</file>

<file path=ppt/ink/ink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53:10.62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38 3 512 0 0,'0'0'70'0'0,"0"0"0"0"0,0 0 0 0 0,0-1 0 0 0,0 1 0 0 0,0 0 0 0 0,0 0 0 0 0,0 0 0 0 0,0 0 0 0 0,0 0 0 0 0,0 0 0 0 0,0 0 0 0 0,0-1 0 0 0,0 1 0 0 0,0 0 0 0 0,-1 0 0 0 0,1 0 0 0 0,0 0 0 0 0,0 0 0 0 0,0 0 0 0 0,0 0 0 0 0,0 0 0 0 0,0 0 0 0 0,0 0 0 0 0,-1 0 0 0 0,1 0-1 0 0,0 0 1 0 0,0 0 0 0 0,0 0 0 0 0,0 0 0 0 0,0 0 0 0 0,0 0 0 0 0,0 0 0 0 0,-1 0 0 0 0,1 0 0 0 0,0 0 0 0 0,0 0 0 0 0,0 0 0 0 0,0 0 0 0 0,0 0 0 0 0,0 0 0 0 0,-1 0 0 0 0,1 0 0 0 0,0 0 0 0 0,0 0 0 0 0,0 0 0 0 0,0 0 0 0 0,0 0 0 0 0,0 0 0 0 0,-6 9 1916 0 0,-4 16 374 0 0,9-22-1786 0 0,-4 16 317 0 0,1 1 0 0 0,1-1 0 0 0,1 1 0 0 0,0 0 0 0 0,2 21 1 0 0,-1-6 66 0 0,3 186 2015 0 0,1-171-2620 0 0,3 0-1 0 0,17 67 1 0 0,-20-103-330 0 0,1 0-1 0 0,1 0 0 0 0,0 0 0 0 0,1-1 0 0 0,0 0 0 0 0,12 17 0 0 0,-16-27-56 0 0,0-1 0 0 0,0 1 0 0 0,0 0 0 0 0,0-1 0 0 0,0 0 0 0 0,1 1 0 0 0,-1-1 0 0 0,1 0-1 0 0,0 0 1 0 0,0-1 0 0 0,0 1 0 0 0,-1-1 0 0 0,2 1 0 0 0,-1-1 0 0 0,0 0 0 0 0,0 0 0 0 0,0 0 0 0 0,0 0 0 0 0,1-1 0 0 0,-1 1 0 0 0,0-1 0 0 0,1 0 0 0 0,-1 0 0 0 0,0 0-1 0 0,1-1 1 0 0,-1 1 0 0 0,0-1 0 0 0,0 1 0 0 0,1-1 0 0 0,-1 0 0 0 0,0 0 0 0 0,6-4 0 0 0,0-1-895 0 0,0 0 0 0 0,0-1 0 0 0,0 0-1 0 0,-1 0 1 0 0,0-1 0 0 0,-1 0 0 0 0,0-1 0 0 0,0 1 0 0 0,7-14 0 0 0,-2 7-1551 0 0</inkml:trace>
</inkml:ink>
</file>

<file path=ppt/ink/ink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53:11.52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30 82 8 0 0,'-8'-34'1611'0'0,"7"27"-322"0"0,0 0 0 0 0,-1 0 0 0 0,0-1-1 0 0,-4-8 1 0 0,6 16-1254 0 0,0 0-1 0 0,0-1 1 0 0,0 1 0 0 0,0 0-1 0 0,0 0 1 0 0,0 0-1 0 0,0 0 1 0 0,0 0 0 0 0,0 0-1 0 0,0 0 1 0 0,0 0 0 0 0,0-1-1 0 0,0 1 1 0 0,0 0-1 0 0,0 0 1 0 0,0 0 0 0 0,-1 0-1 0 0,1 0 1 0 0,0 0 0 0 0,0 0-1 0 0,0 0 1 0 0,0 0-1 0 0,0 0 1 0 0,0 0 0 0 0,0 0-1 0 0,0-1 1 0 0,0 1 0 0 0,0 0-1 0 0,0 0 1 0 0,-1 0 0 0 0,1 0-1 0 0,0 0 1 0 0,0 0-1 0 0,0 0 1 0 0,0 0 0 0 0,0 0-1 0 0,0 0 1 0 0,0 0 0 0 0,0 0-1 0 0,0 0 1 0 0,-1 0-1 0 0,1 0 1 0 0,0 0 0 0 0,0 0-1 0 0,0 0 1 0 0,0 0 0 0 0,0 0-1 0 0,0 0 1 0 0,0 0-1 0 0,0 0 1 0 0,-1 0 0 0 0,1 0-1 0 0,0 1 1 0 0,0-1 0 0 0,0 0-1 0 0,0 0 1 0 0,0 0-1 0 0,0 0 1 0 0,0 0 0 0 0,0 0-1 0 0,-3 9 688 0 0,1 10 35 0 0,6 183 4757 0 0,-3-188-5234 0 0,0-1 1 0 0,1 0 0 0 0,0 0 0 0 0,1 0-1 0 0,6 18 1 0 0,30 62 629 0 0,-20-51-589 0 0,-16-36-307 0 0,0 0-1 0 0,1 1 1 0 0,-1-2 0 0 0,1 1 0 0 0,1 0-1 0 0,-1-1 1 0 0,1 0 0 0 0,0 0-1 0 0,0 0 1 0 0,1-1 0 0 0,-1 0 0 0 0,11 6-1 0 0,-13-8-15 0 0,1 0 0 0 0,-1 0 0 0 0,1-1 0 0 0,0 1 0 0 0,-1-1 0 0 0,1 0 0 0 0,0 0 0 0 0,0 0 0 0 0,0 0 0 0 0,0-1 0 0 0,0 0 1 0 0,0 0-1 0 0,0 0 0 0 0,0 0 0 0 0,0-1 0 0 0,0 1 0 0 0,0-1 0 0 0,0 0 0 0 0,0 0 0 0 0,-1 0 0 0 0,1-1 0 0 0,0 0 0 0 0,3-1 0 0 0,0-1 3 0 0,-1 0 0 0 0,1-1 0 0 0,-1 1 1 0 0,0-1-1 0 0,0 0 0 0 0,-1-1 0 0 0,0 1 1 0 0,0-1-1 0 0,0 0 0 0 0,-1 0 0 0 0,1-1 1 0 0,-1 0-1 0 0,-1 1 0 0 0,5-13 0 0 0,-4 9 12 0 0,-1 0-1 0 0,0-1 0 0 0,-1 1 1 0 0,0-1-1 0 0,0 1 0 0 0,-2-1 1 0 0,1 1-1 0 0,-1-1 0 0 0,-2-19 1 0 0,0 22-11 0 0,1-1 1 0 0,-1 1-1 0 0,0 0 1 0 0,-1 0-1 0 0,0 0 1 0 0,-1 0-1 0 0,1 0 1 0 0,-1 1-1 0 0,-1-1 1 0 0,1 1-1 0 0,-1 0 1 0 0,-10-10-1 0 0,13 15 0 0 0,0 0 0 0 0,0 0 0 0 0,1 1 0 0 0,-1-1 0 0 0,0 1 0 0 0,0 0 0 0 0,-1 0 0 0 0,1-1 0 0 0,0 1 0 0 0,0 1 0 0 0,-3-2 0 0 0,4 2 4 0 0,-1 0 0 0 0,1-1 0 0 0,0 1 0 0 0,0 0 0 0 0,0 0 0 0 0,-1 0 0 0 0,1 1 0 0 0,0-1 0 0 0,0 0 0 0 0,0 0 0 0 0,-1 1 0 0 0,1-1 0 0 0,0 0 0 0 0,0 1 0 0 0,0-1 0 0 0,0 1 0 0 0,-1 0 0 0 0,-1 2 2 0 0,1-1 0 0 0,0 0-1 0 0,0 1 1 0 0,0-1-1 0 0,0 1 1 0 0,0 0-1 0 0,0 0 1 0 0,1 0-1 0 0,-1 0 1 0 0,1 0 0 0 0,0 0-1 0 0,0 0 1 0 0,0 0-1 0 0,-1 7 1 0 0,-3 34 115 0 0,2 0 0 0 0,1 1 1 0 0,3-1-1 0 0,1 0 1 0 0,10 50-1 0 0,-4-53-117 0 0,-7-39-21 0 0,-1 0 1 0 0,1 0 0 0 0,-1 0 0 0 0,1 0-1 0 0,0 0 1 0 0,0 0 0 0 0,-1-1-1 0 0,1 1 1 0 0,1 0 0 0 0,-1-1 0 0 0,0 1-1 0 0,0 0 1 0 0,1-1 0 0 0,-1 0 0 0 0,0 1-1 0 0,1-1 1 0 0,-1 0 0 0 0,4 2 0 0 0,-4-3-27 0 0,0 0 0 0 0,0 0 0 0 0,0 0 1 0 0,0 0-1 0 0,-1 0 0 0 0,1-1 1 0 0,0 1-1 0 0,0 0 0 0 0,0 0 1 0 0,0-1-1 0 0,0 1 0 0 0,-1-1 1 0 0,1 1-1 0 0,0-1 0 0 0,0 1 1 0 0,-1-1-1 0 0,1 1 0 0 0,0-1 0 0 0,-1 0 1 0 0,1 1-1 0 0,-1-1 0 0 0,1 0 1 0 0,-1 0-1 0 0,2-1 0 0 0,11-23-2212 0 0,-10 19 1344 0 0,22-57-7845 0 0,-16 47 7116 0 0</inkml:trace>
</inkml:ink>
</file>

<file path=ppt/ink/ink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53:11.79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13 32 672 0 0,'-6'-11'2696'0'0,"5"10"-2256"0"0,1-1 0 0 0,-1 1 0 0 0,0 0 0 0 0,0-1 0 0 0,1 1 0 0 0,-1-1 0 0 0,1 1 0 0 0,0-1 0 0 0,-1 1 0 0 0,1-1 0 0 0,0-1 1 0 0,0 3-377 0 0,0 0 0 0 0,0-1 0 0 0,0 1 0 0 0,0 0 0 0 0,0 0 0 0 0,0 0 0 0 0,0 0 0 0 0,0 0 0 0 0,1 0 0 0 0,-1 0 0 0 0,0 0 0 0 0,0 0 0 0 0,0 0 0 0 0,0 0 0 0 0,0-1 0 0 0,0 1 0 0 0,1 0 0 0 0,-1 0 0 0 0,0 0 0 0 0,0 0 0 0 0,0 0 0 0 0,0 0 0 0 0,0 0 0 0 0,0 0 0 0 0,1 0 0 0 0,-1 0 0 0 0,0 0 0 0 0,0 0 0 0 0,0 0 0 0 0,0 0 0 0 0,0 0 0 0 0,0 1 0 0 0,1-1 0 0 0,-1 0 0 0 0,0 0 0 0 0,0 0 0 0 0,0 0 0 0 0,0 0 0 0 0,0 0 0 0 0,0 0 0 0 0,0 0 0 0 0,1 0 0 0 0,-1 0 0 0 0,0 0 0 0 0,0 1 0 0 0,0-1 0 0 0,0 0 0 0 0,0 0 0 0 0,0 0 0 0 0,0 0 0 0 0,0 0 0 0 0,0 0 0 0 0,0 0 0 0 0,0 1 0 0 0,0-1 0 0 0,0 0 0 0 0,0 0 0 0 0,7 8 1141 0 0,51 223 3848 0 0,-52-200-4613 0 0,5 34 625 0 0,5 98 0 0 0,-11-85-1482 0 0,4-106-4833 0 0,-3 11 1332 0 0,-1 2 1083 0 0,-1-1 347 0 0</inkml:trace>
</inkml:ink>
</file>

<file path=ppt/ink/ink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53:12.33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24 264 0 0,'1'-8'-194'0'0,"1"-7"7364"0"0,1 15-3503 0 0,2 7-2174 0 0,-1 3-956 0 0,-1 0 0 0 0,0 0 1 0 0,-1 0-1 0 0,0 1 0 0 0,-1-1 0 0 0,0 14 1 0 0,3 14 89 0 0,5 30 536 0 0,4-1 0 0 0,30 96 1 0 0,-38-151-1002 0 0,0 0 1 0 0,0 0-1 0 0,9 12 1 0 0,-11-19-126 0 0,0-1 0 0 0,0 1 0 0 0,1-1 1 0 0,-1 0-1 0 0,1 0 0 0 0,0 0 0 0 0,0-1 0 0 0,0 1 0 0 0,10 5 0 0 0,-10-7-39 0 0,-1-1-1 0 0,1 1 0 0 0,0-1 1 0 0,0 0-1 0 0,0 0 1 0 0,0 0-1 0 0,0-1 0 0 0,0 1 1 0 0,0-1-1 0 0,0 0 1 0 0,0 0-1 0 0,0 0 1 0 0,0-1-1 0 0,0 1 0 0 0,0-1 1 0 0,0 0-1 0 0,0 0 1 0 0,0-1-1 0 0,0 1 0 0 0,-1-1 1 0 0,1 0-1 0 0,0 0 1 0 0,-1 0-1 0 0,0 0 0 0 0,1 0 1 0 0,-1-1-1 0 0,0 0 1 0 0,0 0-1 0 0,0 1 0 0 0,-1-2 1 0 0,1 1-1 0 0,-1 0 1 0 0,0 0-1 0 0,1-1 0 0 0,1-4 1 0 0,0-1-27 0 0,-1-1 0 0 0,1 1 0 0 0,-2 0 0 0 0,1-1 0 0 0,-1 0 0 0 0,-1 0 0 0 0,0 1 0 0 0,0-13 0 0 0,-2-12-123 0 0,-5-36 1 0 0,1 23 71 0 0,-12-95-130 0 0,16 131 208 0 0,0 1 0 0 0,-1-1 0 0 0,0 1 0 0 0,0-1 0 0 0,-1 1 0 0 0,-8-16 0 0 0,8 23 160 0 0,2 10-64 0 0,1 8-37 0 0,37 138 603 0 0,-28-105-425 0 0,51 252 1156 0 0,-57-266-1372 0 0,-3-28-56 0 0,0 0 1 0 0,1 0-1 0 0,0 0 1 0 0,0 0-1 0 0,0 0 1 0 0,1-1-1 0 0,2 7 0 0 0,-1-46-2908 0 0,0 15 1296 0 0,5-46-7609 0 0,-4 46 7348 0 0</inkml:trace>
</inkml:ink>
</file>

<file path=ppt/ink/ink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53:12.81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7 43 8 0 0,'-6'-21'3435'0'0,"5"0"5157"0"0,1 20-7790 0 0,10 15 3395 0 0,-3 16-3293 0 0,-1-1-1 0 0,-1 1 1 0 0,-2 0-1 0 0,0 43 1 0 0,-1-15-339 0 0,2 65 278 0 0,7 68 418 0 0,-11-187-1241 0 0,1 3 25 0 0,0-1 0 0 0,0 0 0 0 0,0 0 1 0 0,1 0-1 0 0,3 8 0 0 0,-5-13-38 0 0,1 0 0 0 0,-1 0 1 0 0,1 0-1 0 0,-1 0 0 0 0,1 0 0 0 0,0-1 1 0 0,-1 1-1 0 0,1 0 0 0 0,0 0 0 0 0,0-1 1 0 0,-1 1-1 0 0,1 0 0 0 0,0-1 0 0 0,0 1 0 0 0,0-1 1 0 0,0 1-1 0 0,0-1 0 0 0,0 1 0 0 0,0-1 1 0 0,0 0-1 0 0,0 1 0 0 0,0-1 0 0 0,0 0 0 0 0,0 0 1 0 0,0 0-1 0 0,0 0 0 0 0,0 0 0 0 0,0 0 1 0 0,0 0-1 0 0,1 0 0 0 0,-1 0 0 0 0,0 0 1 0 0,0-1-1 0 0,0 1 0 0 0,0 0 0 0 0,0-1 0 0 0,1 0 1 0 0,120-52 204 0 0,-108 48-205 0 0,1 1 0 0 0,22-4 1 0 0,-1 0-45 0 0,-35 8-24 0 0,0-1-1 0 0,0 1 1 0 0,0-1-1 0 0,0 0 1 0 0,0 1 0 0 0,0-1-1 0 0,0 0 1 0 0,0 0 0 0 0,0 0-1 0 0,0 0 1 0 0,-1 1-1 0 0,1-1 1 0 0,0 0 0 0 0,-1-1-1 0 0,1 1 1 0 0,-1 0 0 0 0,1 0-1 0 0,-1 0 1 0 0,1 0-1 0 0,-1 0 1 0 0,1-2 0 0 0,5-33-4421 0 0,-4 21 1732 0 0,4-11-3408 0 0,-6 12 2155 0 0</inkml:trace>
</inkml:ink>
</file>

<file path=ppt/ink/ink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53:13.37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 0 568 0 0,'-1'1'180'0'0,"1"-1"-1"0"0,0 0 0 0 0,-1 0 1 0 0,1 0-1 0 0,0 0 1 0 0,0 0-1 0 0,-1 1 1 0 0,1-1-1 0 0,0 0 0 0 0,0 0 1 0 0,-1 1-1 0 0,1-1 1 0 0,0 0-1 0 0,0 0 0 0 0,-1 1 1 0 0,1-1-1 0 0,0 0 1 0 0,0 0-1 0 0,0 1 1 0 0,0-1-1 0 0,0 0 0 0 0,0 1 1 0 0,0-1-1 0 0,-1 0 1 0 0,1 1-1 0 0,0-1 1 0 0,0 0-1 0 0,0 1 0 0 0,0-1 1 0 0,0 0-1 0 0,0 0 1 0 0,0 1-1 0 0,0-1 1 0 0,1 0-1 0 0,-1 1 0 0 0,0-1 1 0 0,0 0-1 0 0,0 1 1 0 0,0-1-1 0 0,0 0 0 0 0,0 1 1 0 0,1-1-1 0 0,-1 0 1 0 0,0 0-1 0 0,0 1 1 0 0,0-1-1 0 0,1 0 0 0 0,-1 0 1 0 0,1 1-1 0 0,3 5 714 0 0,6 7 537 0 0,0 0 0 0 0,16 15 1 0 0,-14-16-776 0 0,0 0 0 0 0,15 23 0 0 0,-12-10-92 0 0,-1 1 1 0 0,-2 1 0 0 0,0 0-1 0 0,-2 0 1 0 0,0 1 0 0 0,9 52-1 0 0,-12-38-307 0 0,-2 0-1 0 0,-2 0 0 0 0,-1 1 1 0 0,-5 46-1 0 0,2-81-251 0 0,1 4-72 0 0,-1-1-1 0 0,0 0 1 0 0,-1 1 0 0 0,0-1-1 0 0,-1 0 1 0 0,0 0 0 0 0,-1 0 0 0 0,-6 14-1 0 0,9-24-65 0 0,1 0 1 0 0,0 0-1 0 0,-1-1 0 0 0,1 1 0 0 0,-1 0 0 0 0,1-1 1 0 0,-1 1-1 0 0,1 0 0 0 0,-1-1 0 0 0,0 1 0 0 0,1-1 1 0 0,-1 1-1 0 0,0-1 0 0 0,1 1 0 0 0,-1-1 0 0 0,0 0 1 0 0,0 1-1 0 0,1-1 0 0 0,-1 0 0 0 0,0 1 0 0 0,0-1 1 0 0,1 0-1 0 0,-1 0 0 0 0,0 0 0 0 0,0 0 1 0 0,0 0-1 0 0,0 0 0 0 0,1 0 0 0 0,-1 0 0 0 0,0 0 1 0 0,0 0-1 0 0,0 0 0 0 0,1-1 0 0 0,-1 1 0 0 0,0 0 1 0 0,0-1-1 0 0,1 1 0 0 0,-1 0 0 0 0,0-1 0 0 0,1 1 1 0 0,-1-1-1 0 0,0 1 0 0 0,1-1 0 0 0,-1 1 0 0 0,0-1 1 0 0,1 1-1 0 0,-1-1 0 0 0,0-1 0 0 0,-6-7-2798 0 0</inkml:trace>
</inkml:ink>
</file>

<file path=ppt/ink/ink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53:21.33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46 127 512 0 0,'-2'-6'404'0'0,"-1"0"0"0"0,1 0 0 0 0,-1 0-1 0 0,-1 0 1 0 0,-6-10 0 0 0,-7-10 4765 0 0,12 14-2875 0 0,10 19-273 0 0,10 19-201 0 0,1 22-622 0 0,-1 1 0 0 0,-3 0 0 0 0,9 73 1 0 0,0 154 480 0 0,-20-261-1628 0 0,0 25 11 0 0,0-19-510 0 0,0-50-849 0 0,-2-31-3927 0 0,-2 1-1 0 0,-20-109 1 0 0,10 110 3382 0 0,-8-37 1242 0 0,18 80 1192 0 0,2-1 1 0 0,0 1 0 0 0,0-1 0 0 0,3-18 0 0 0,-1 30-357 0 0,0-1 1 0 0,1 0-1 0 0,-1 0 1 0 0,1 1 0 0 0,0-1-1 0 0,1 1 1 0 0,-1 0-1 0 0,1 0 1 0 0,0 0-1 0 0,0 0 1 0 0,0 0 0 0 0,0 0-1 0 0,1 1 1 0 0,-1-1-1 0 0,1 1 1 0 0,0 0 0 0 0,0 0-1 0 0,6-2 1 0 0,9-7 645 0 0,1 2 1 0 0,35-13-1 0 0,-51 22-741 0 0,1-1-1 0 0,-1 1 1 0 0,1-1-1 0 0,-1 1 0 0 0,1 1 1 0 0,0-1-1 0 0,-1 1 1 0 0,1 0-1 0 0,0 0 0 0 0,-1 0 1 0 0,1 1-1 0 0,0-1 0 0 0,-1 1 1 0 0,10 3-1 0 0,-11-3-47 0 0,-1 0-1 0 0,1 1 0 0 0,0 0 0 0 0,0-1 1 0 0,-1 1-1 0 0,1 0 0 0 0,-1 0 1 0 0,0 0-1 0 0,0 1 0 0 0,1-1 1 0 0,-1 1-1 0 0,-1-1 0 0 0,1 1 1 0 0,0-1-1 0 0,-1 1 0 0 0,1 0 0 0 0,-1 0 1 0 0,0 0-1 0 0,0 0 0 0 0,0 0 1 0 0,0 0-1 0 0,0 6 0 0 0,1 2-14 0 0,-1-1-1 0 0,-1 1 0 0 0,0 0 1 0 0,-1-1-1 0 0,0 1 0 0 0,0-1 1 0 0,-1 1-1 0 0,-1-1 0 0 0,1 1 1 0 0,-2-1-1 0 0,-4 11 1 0 0,5-14-57 0 0,-1 0 1 0 0,0 0-1 0 0,0 0 1 0 0,-1-1-1 0 0,1 1 1 0 0,-1-1-1 0 0,-1 0 1 0 0,1-1-1 0 0,-1 1 1 0 0,0-1-1 0 0,-1 0 1 0 0,1 0-1 0 0,-1-1 1 0 0,0 0-1 0 0,-10 5 1 0 0,14-8-44 0 0,0 0 0 0 0,-1 0 1 0 0,1-1-1 0 0,0 1 0 0 0,0-1 1 0 0,0 1-1 0 0,-1-1 1 0 0,1 0-1 0 0,0 0 0 0 0,0-1 1 0 0,-4 0-1 0 0,5 1-170 0 0,1 0 0 0 0,-1-1 0 0 0,1 1 0 0 0,0-1-1 0 0,-1 1 1 0 0,1-1 0 0 0,0 1 0 0 0,0-1 0 0 0,-1 0 0 0 0,1 0-1 0 0,0 1 1 0 0,0-1 0 0 0,0 0 0 0 0,0 0 0 0 0,0 0 0 0 0,0 0-1 0 0,0 0 1 0 0,0-1 0 0 0,1 1 0 0 0,-1 0 0 0 0,0 0 0 0 0,1-1-1 0 0,-1 1 1 0 0,1 0 0 0 0,-1-1 0 0 0,1 1 0 0 0,-1-2 0 0 0,1-6-1746 0 0</inkml:trace>
</inkml:ink>
</file>

<file path=ppt/ink/ink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53:22.01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40 22 8 0 0,'-2'-17'3353'0'0,"-2"13"2514"0"0,-4 13-365 0 0,2 4-5525 0 0,2-2 425 0 0,0 0-1 0 0,1 0 0 0 0,1 0 1 0 0,0 1-1 0 0,-1 17 1 0 0,2 62 715 0 0,1-53-587 0 0,0 24 296 0 0,9 62 1 0 0,-7-105-734 0 0,2 0 0 0 0,0 0 0 0 0,1 0 1 0 0,0-1-1 0 0,2 1 0 0 0,0-1 1 0 0,15 26-1 0 0,-19-40-102 0 0,0 1 1 0 0,-1-1-1 0 0,1-1 0 0 0,1 1 0 0 0,-1 0 1 0 0,1-1-1 0 0,-1 1 0 0 0,1-1 1 0 0,0 0-1 0 0,0-1 0 0 0,0 1 1 0 0,1-1-1 0 0,-1 1 0 0 0,1-1 1 0 0,-1-1-1 0 0,1 1 0 0 0,0 0 1 0 0,-1-1-1 0 0,1 0 0 0 0,0 0 1 0 0,9 0-1 0 0,-8-1-220 0 0,0-1 0 0 0,0 1 0 0 0,0-1 0 0 0,1 0 0 0 0,-1-1 0 0 0,-1 1 0 0 0,8-4 0 0 0,-6 2-635 0 0,0-1 1 0 0,0 1-1 0 0,0-1 1 0 0,-1 0-1 0 0,11-10 1 0 0,-11 9-1043 0 0,-1 1 1 0 0,-1-1-1 0 0,9-12 1 0 0,-5 5-1694 0 0</inkml:trace>
</inkml:ink>
</file>

<file path=ppt/ink/ink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53:22.76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10 56 8 0 0,'2'-9'3293'0'0,"-2"10"-3036"0"0,0 0 0 0 0,0 0 0 0 0,0-1 0 0 0,0 1 0 0 0,0 0 0 0 0,0 0 0 0 0,0-1 0 0 0,0 1 0 0 0,0 0 0 0 0,-1 0 0 0 0,1-1 0 0 0,0 1 0 0 0,0 0 0 0 0,-1-1 0 0 0,1 1 0 0 0,0 0 0 0 0,-2 0 0 0 0,1 1-101 0 0,1-1 1 0 0,-1 0-1 0 0,0 1 1 0 0,0-1-1 0 0,0 1 1 0 0,1 0-1 0 0,-1-1 1 0 0,1 1-1 0 0,-1-1 0 0 0,1 1 1 0 0,0 0-1 0 0,-1-1 1 0 0,1 1-1 0 0,0 0 1 0 0,0-1-1 0 0,0 1 0 0 0,1 0 1 0 0,-1 2-1 0 0,10 39 1185 0 0,-1-9-388 0 0,0 30 473 0 0,2 1 0 0 0,36 111-1 0 0,-40-154-1181 0 0,10 25 77 0 0,-16-44-301 0 0,1 1 0 0 0,0-1 0 0 0,0 1-1 0 0,0-1 1 0 0,0 0 0 0 0,0 0 0 0 0,1 0 0 0 0,0 0-1 0 0,5 4 1 0 0,-7-6-26 0 0,1 0 0 0 0,-1 0-1 0 0,0 0 1 0 0,1 0 0 0 0,-1 0-1 0 0,1 0 1 0 0,0-1 0 0 0,-1 1 0 0 0,1 0-1 0 0,-1-1 1 0 0,1 0 0 0 0,0 1-1 0 0,0-1 1 0 0,-1 0 0 0 0,1 0 0 0 0,0 0-1 0 0,-1 0 1 0 0,1 0 0 0 0,0 0-1 0 0,-1-1 1 0 0,3 0 0 0 0,-1 0-3 0 0,-1 0 0 0 0,0 0 0 0 0,0-1 0 0 0,0 1 0 0 0,0-1 0 0 0,0 1 0 0 0,0-1 0 0 0,0 0 0 0 0,-1 0 0 0 0,1 0 0 0 0,-1 0 0 0 0,1 0 0 0 0,0-2 0 0 0,5-9-73 0 0,-2 1 0 0 0,1-1-1 0 0,-2 0 1 0 0,4-17-1 0 0,-6 22-2 0 0,5-25 28 0 0,-2-1-1 0 0,-2 1 1 0 0,-1-64 0 0 0,-2 85 67 0 0,-10-239-39 0 0,10 251 31 0 0,0-1 0 0 0,0 1 0 0 0,0-1-1 0 0,-1 1 1 0 0,1-1 0 0 0,0 1 0 0 0,0-1 0 0 0,0 1 0 0 0,0-1 0 0 0,0 1 0 0 0,0-1 0 0 0,0 1 0 0 0,0-1 0 0 0,1 1 0 0 0,-1 0 0 0 0,0-1 0 0 0,0 1 0 0 0,0-1 0 0 0,0 1 0 0 0,1-1 0 0 0,-1 1-1 0 0,0-1 1 0 0,0 1 0 0 0,1 0 0 0 0,-1-1 0 0 0,0 1 0 0 0,1 0 0 0 0,-1-1 0 0 0,0 1 0 0 0,1 0 0 0 0,-1-1 0 0 0,1 1 0 0 0,-1 0 0 0 0,0 0 0 0 0,1-1 0 0 0,0 1 0 0 0,0 1 3 0 0,-1-1-1 0 0,1 1 1 0 0,0-1 0 0 0,0 1 0 0 0,-1-1 0 0 0,1 1 0 0 0,0 0 0 0 0,-1 0 0 0 0,1-1 0 0 0,-1 1 0 0 0,1 0 0 0 0,-1 0 0 0 0,1 0-1 0 0,-1-1 1 0 0,0 1 0 0 0,1 0 0 0 0,-1 0 0 0 0,0 2 0 0 0,72 318 1250 0 0,-35-132-795 0 0,-16-95-1005 0 0,-21-94 514 0 0,0 0 0 0 0,0 0 0 0 0,0 0 0 0 0,0 0 1 0 0,0 0-1 0 0,0 0 0 0 0,0 1 0 0 0,0-1 0 0 0,0 0 0 0 0,0 0 1 0 0,0 0-1 0 0,0 0 0 0 0,0 0 0 0 0,0 0 0 0 0,0 0 1 0 0,0 0-1 0 0,1 0 0 0 0,-1 0 0 0 0,0 0 0 0 0,0 0 1 0 0,0 0-1 0 0,0 0 0 0 0,0 0 0 0 0,0 0 0 0 0,0 0 0 0 0,0 0 1 0 0,0 0-1 0 0,0 0 0 0 0,0 0 0 0 0,0 0 0 0 0,0 0 1 0 0,1 1-1 0 0,-1-1 0 0 0,0 0 0 0 0,0-1 0 0 0,0 1 0 0 0,0 0 1 0 0,0 0-1 0 0,0 0 0 0 0,0 0 0 0 0,0 0 0 0 0,0 0 1 0 0,0 0-1 0 0,0 0 0 0 0,1 0 0 0 0,-1 0 0 0 0,0 0 0 0 0,0 0 1 0 0,0 0-1 0 0,0 0 0 0 0,0 0 0 0 0,0 0 0 0 0,0 0 1 0 0,0 0-1 0 0,0 0 0 0 0,0 0 0 0 0,0 0 0 0 0,0 0 1 0 0,0 0-1 0 0,0-1 0 0 0,0 1 0 0 0,0 0 0 0 0,0 0 0 0 0,0 0 1 0 0,0 0-1 0 0,0 0 0 0 0,5-9-1741 0 0,2-11-1428 0 0,-2-2-527 0 0,-1 8 2485 0 0</inkml:trace>
</inkml:ink>
</file>

<file path=ppt/ink/ink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53:23.83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2 143 8 0 0,'0'-15'162'0'0,"-1"-17"1660"0"0,1 30-1424 0 0,0 1 1 0 0,0-1-1 0 0,1 0 1 0 0,-1 0-1 0 0,0 1 1 0 0,1-1-1 0 0,-1 1 1 0 0,1-1-1 0 0,0 0 1 0 0,-1 1-1 0 0,1-1 1 0 0,0 1-1 0 0,2-3 1 0 0,-3 4-306 0 0,0 0-1 0 0,0 0 1 0 0,1 0-1 0 0,-1 0 1 0 0,0 0 0 0 0,0 1-1 0 0,1-1 1 0 0,-1 0 0 0 0,0 0-1 0 0,0 0 1 0 0,1 0-1 0 0,-1 0 1 0 0,0 1 0 0 0,0-1-1 0 0,0 0 1 0 0,1 0-1 0 0,-1 0 1 0 0,0 1 0 0 0,0-1-1 0 0,0 0 1 0 0,0 0 0 0 0,1 1-1 0 0,-1-1 1 0 0,0 0-1 0 0,0 0 1 0 0,0 1 0 0 0,0-1-1 0 0,0 0 1 0 0,0 1-1 0 0,0-1 1 0 0,0 0 0 0 0,0 0-1 0 0,0 1 1 0 0,5 16 822 0 0,-3-12-389 0 0,9 31 1397 0 0,12 70-1 0 0,-2-6 191 0 0,20 41 434 0 0,-40-132-2154 0 0,-8-20-314 0 0,-6-24-140 0 0,2-2 131 0 0,-19-82-55 0 0,27 102-8 0 0,1 0 1 0 0,1 0-1 0 0,0 0 1 0 0,1 0-1 0 0,1 0 1 0 0,1 0-1 0 0,5-23 1 0 0,-7 38-9 0 0,0 1 1 0 0,0 0-1 0 0,1 0 1 0 0,-1 0-1 0 0,0-1 1 0 0,1 1-1 0 0,-1 0 1 0 0,1 0-1 0 0,0 0 1 0 0,-1 0-1 0 0,1 0 1 0 0,0 0-1 0 0,0 0 1 0 0,-1 0-1 0 0,1 0 1 0 0,0 0-1 0 0,0 1 1 0 0,0-1-1 0 0,0 0 1 0 0,0 1-1 0 0,0-1 1 0 0,0 0-1 0 0,1 1 1 0 0,-1-1-1 0 0,2 0 1 0 0,-3 1 4 0 0,1 0 1 0 0,0 0 0 0 0,-1 0-1 0 0,1 0 1 0 0,-1 0 0 0 0,1 1 0 0 0,-1-1-1 0 0,1 0 1 0 0,0 0 0 0 0,-1 0 0 0 0,1 0-1 0 0,-1 1 1 0 0,1-1 0 0 0,-1 0 0 0 0,1 0-1 0 0,-1 1 1 0 0,1-1 0 0 0,-1 0-1 0 0,1 1 1 0 0,-1-1 0 0 0,0 1 0 0 0,1-1-1 0 0,-1 1 1 0 0,0-1 0 0 0,1 0 0 0 0,-1 1-1 0 0,0-1 1 0 0,1 1 0 0 0,-1 0 0 0 0,0-1-1 0 0,0 1 1 0 0,0-1 0 0 0,1 1-1 0 0,-1-1 1 0 0,0 1 0 0 0,0-1 0 0 0,0 1-1 0 0,0 0 1 0 0,0 0 0 0 0,23 56 411 0 0,35 178 786 0 0,-48-189-919 0 0,-6-25-138 0 0,0 0-1 0 0,10 23 1 0 0,-10-37-138 0 0,1 8 39 0 0,-5-15 20 0 0,-2-14-132 0 0,2 11 39 0 0,-1-1 0 0 0,-1 1 0 0 0,1 0 0 0 0,0-1 0 0 0,-1 1 0 0 0,1 0 0 0 0,-1 0 0 0 0,0 0 0 0 0,0 0 0 0 0,-5-5 0 0 0,-3-6-1095 0 0,8 9 773 0 0,0 0 0 0 0,0 0 0 0 0,1 0 0 0 0,0 0-1 0 0,0 0 1 0 0,1-1 0 0 0,-1 1 0 0 0,1 0 0 0 0,1-10-1 0 0,-2-11-484 0 0,-1-3 571 0 0,-2-21 120 0 0,-2 0-1 0 0,-14-51 1 0 0,20 100 145 0 0,-9-29 358 0 0,1-1 1 0 0,2 0 0 0 0,-4-57 0 0 0,22 110 749 0 0,10 105 574 0 0,11 206-1 0 0,-33-306-1516 0 0,-1-21-117 0 0,1 0 1 0 0,0 0 0 0 0,0 0 0 0 0,0 0-1 0 0,1 1 1 0 0,0-1 0 0 0,0 0-1 0 0,1 0 1 0 0,-1 0 0 0 0,4 7-1 0 0,-5-13-45 0 0,1 0-1 0 0,-1 0 0 0 0,0 0 1 0 0,0 0-1 0 0,1 0 1 0 0,-1 0-1 0 0,0 0 0 0 0,1 0 1 0 0,-1 0-1 0 0,0 0 0 0 0,0 0 1 0 0,1 0-1 0 0,-1 0 0 0 0,0 0 1 0 0,1 0-1 0 0,-1-1 0 0 0,0 1 1 0 0,0 0-1 0 0,1 0 0 0 0,-1 0 1 0 0,0 0-1 0 0,0 0 0 0 0,1-1 1 0 0,-1 1-1 0 0,0 0 0 0 0,0 0 1 0 0,0-1-1 0 0,1 1 0 0 0,-1 0 1 0 0,0 0-1 0 0,0 0 0 0 0,0-1 1 0 0,0 1-1 0 0,1 0 0 0 0,-1-1 1 0 0,0 1-1 0 0,0 0 0 0 0,0-1 1 0 0,11-17 17 0 0,-4 8-63 0 0,8-12 76 0 0,-12 17-33 0 0,0 1 0 0 0,0-1 0 0 0,0 1 0 0 0,0 0 0 0 0,1 1-1 0 0,-1-1 1 0 0,1 0 0 0 0,0 1 0 0 0,0 0 0 0 0,5-3 0 0 0,16-5 21 0 0,0 0-1 0 0,1 2 0 0 0,52-11 1 0 0,-52 13-10 0 0,25-1-7 0 0,-48 7-4 0 0,0 1 0 0 0,0 0 0 0 0,-1 0 0 0 0,1 0 0 0 0,0 1 0 0 0,-1-1 0 0 0,1 1 0 0 0,0-1 0 0 0,-1 1 0 0 0,1 0 0 0 0,-1 0 0 0 0,1 0 0 0 0,-1 0 0 0 0,1 0 0 0 0,-1 1 0 0 0,4 2 0 0 0,-6-4-18 0 0,1 1 0 0 0,-1-1 1 0 0,0 1-1 0 0,1-1 0 0 0,-1 1 0 0 0,0-1 1 0 0,1 1-1 0 0,-1-1 0 0 0,0 1 0 0 0,0 0 0 0 0,0-1 1 0 0,1 1-1 0 0,-1-1 0 0 0,0 1 0 0 0,0-1 1 0 0,0 1-1 0 0,0 0 0 0 0,0-1 0 0 0,0 1 1 0 0,0 0-1 0 0,0-1 0 0 0,0 1 0 0 0,0-1 1 0 0,0 1-1 0 0,-1-1 0 0 0,1 1 0 0 0,0 0 0 0 0,0-1 1 0 0,-1 1-1 0 0,1-1 0 0 0,0 1 0 0 0,-1-1 1 0 0,1 1-1 0 0,0-1 0 0 0,-1 1 0 0 0,1-1 1 0 0,-1 0-1 0 0,1 1 0 0 0,-1-1 0 0 0,1 1 1 0 0,-1-1-1 0 0,1 0 0 0 0,-1 0 0 0 0,1 1 1 0 0,-1-1-1 0 0,1 0 0 0 0,-1 0 0 0 0,1 1 0 0 0,-1-1 1 0 0,0 0-1 0 0,0 0 0 0 0,0 0-102 0 0,1 1-1 0 0,-1-1 1 0 0,1 0 0 0 0,-1 1-1 0 0,0-1 1 0 0,1 0 0 0 0,-1 0-1 0 0,0 1 1 0 0,1-1 0 0 0,-1 0-1 0 0,0 0 1 0 0,1 0 0 0 0,-1 0-1 0 0,0 0 1 0 0,1 0-1 0 0,-1 0 1 0 0,0 0 0 0 0,1 0-1 0 0,-1 0 1 0 0,0 0 0 0 0,1-1-1 0 0,-1 1 1 0 0,0 0 0 0 0,1 0-1 0 0,-1-1 1 0 0,0 1 0 0 0,1 0-1 0 0,-1-1 1 0 0,1 1 0 0 0,-1-1-1 0 0,1 1 1 0 0,-1-1-1 0 0,1 1 1 0 0,-1-1 0 0 0,1 1-1 0 0,-1-1 1 0 0,1 1 0 0 0,0-1-1 0 0,-1 1 1 0 0,1-1 0 0 0,-1-1-1 0 0,-1-28-7733 0 0,4 22 6321 0 0</inkml:trace>
</inkml:ink>
</file>

<file path=ppt/ink/ink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03T20:53:24.11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7 81 8 0 0,'-1'-3'329'0'0,"0"0"1"0"0,0 0-1 0 0,0 0 0 0 0,0 0 0 0 0,1 0 1 0 0,-1 0-1 0 0,1 0 0 0 0,-1 0 1 0 0,1 0-1 0 0,0 0 0 0 0,1 0 1 0 0,-1 0-1 0 0,0 0 0 0 0,1 0 0 0 0,0 0 1 0 0,-1 0-1 0 0,1 0 0 0 0,0 0 1 0 0,1 1-1 0 0,-1-1 0 0 0,0 0 0 0 0,1 1 1 0 0,3-5-1 0 0,-4 6-135 0 0,0 0 0 0 0,0 0 1 0 0,0 1-1 0 0,0-1 0 0 0,1 1 0 0 0,-1-1 0 0 0,0 1 0 0 0,0-1 0 0 0,0 1 1 0 0,1 0-1 0 0,-1 0 0 0 0,0-1 0 0 0,0 1 0 0 0,1 0 0 0 0,-1 0 1 0 0,0 0-1 0 0,0 0 0 0 0,1 1 0 0 0,-1-1 0 0 0,2 1 0 0 0,0-1 205 0 0,0 1 0 0 0,1 0 0 0 0,-1 1 0 0 0,0-1 0 0 0,0 0 0 0 0,6 4-1 0 0,13 12 353 0 0,-1 0-1 0 0,0 1 0 0 0,-1 1 0 0 0,-1 1 1 0 0,23 30-1 0 0,-30-33-452 0 0,0 1-1 0 0,-1 0 1 0 0,-1 1 0 0 0,-1 0 0 0 0,-1 0 0 0 0,0 1 0 0 0,7 35 0 0 0,-8-26-115 0 0,-2 1 0 0 0,-1 0 1 0 0,-2 0-1 0 0,-1 0 0 0 0,-1 0 1 0 0,-1 0-1 0 0,-11 59 1 0 0,8-78-201 0 0,1-1 0 0 0,-1 1 1 0 0,-7 11-1 0 0,-7 18-1171 0 0,18-39 1048 0 0,0-1 1 0 0,0 1-1 0 0,-1-1 0 0 0,1 1 1 0 0,0-1-1 0 0,0 0 1 0 0,-1 1-1 0 0,1-1 1 0 0,0 1-1 0 0,-1-1 1 0 0,1 0-1 0 0,-1 1 1 0 0,1-1-1 0 0,0 0 0 0 0,-1 1 1 0 0,1-1-1 0 0,-1 0 1 0 0,1 0-1 0 0,-1 0 1 0 0,1 1-1 0 0,-1-1 1 0 0,1 0-1 0 0,-1 0 1 0 0,1 0-1 0 0,-1 0 1 0 0,1 0-1 0 0,-1 0 0 0 0,1 0 1 0 0,-1 0-1 0 0,1 0 1 0 0,-1 0-1 0 0,1 0 1 0 0,-1 0-1 0 0,1 0 1 0 0,-1 0-1 0 0,1-1 1 0 0,-1 1-1 0 0,1 0 0 0 0,-1 0 1 0 0,1 0-1 0 0,-1-1 1 0 0,1 1-1 0 0,-1-1 1 0 0,-6-3-2035 0 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4C31A1-3D5C-4ED7-BBD2-D3B42D27A2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51329E7-FD43-44A5-A812-7493DA5AAD0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84C31D-FC95-4804-B31A-8BB44F0069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7400FF-F8B8-4C93-985B-4879076B472D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DF2264-F0A4-440E-B7AD-CB99C36347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4A87DD-526A-45FC-AAD2-493A51246D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6643B0-9D45-4672-AF7B-AF87F6C20A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0708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F2A13D-9B6F-49B7-9E32-2D770708EA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6784C-D174-4306-AF0A-07F99837C4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93F1B8-1422-4C8B-93A1-BB031AF096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7400FF-F8B8-4C93-985B-4879076B472D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48114C-5AFD-457E-9433-470C769BA1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54B9D7-8004-4331-963F-D48BDA3F40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6643B0-9D45-4672-AF7B-AF87F6C20A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7435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A062CF-C0AE-4026-A39C-E9437508EE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B032F4-C426-497B-A42F-451826547C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65F231-1414-413D-BD8A-1F72D317C5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7400FF-F8B8-4C93-985B-4879076B472D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66A89B-0053-4225-AFD8-BB2349EFAD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ACD9BF-AF93-4F8A-835E-70EF7F0BA4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6643B0-9D45-4672-AF7B-AF87F6C20A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36093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0DFB21-FEB6-497E-BEB1-43344E91AA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0ABD31-3894-4AD0-BFF2-2255E3A4114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BBCB04-0BF3-4362-A6E9-9DFF4F1F3B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4475ACB-2F25-4C32-85A4-BA520D81AA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7400FF-F8B8-4C93-985B-4879076B472D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287AD4E-822D-4755-85DD-D644FE4838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4CC394-095E-4764-9414-A0C16B683C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6643B0-9D45-4672-AF7B-AF87F6C20A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87681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F2FE6C-9596-4F11-BDB7-5465EE641D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F6F121-C858-41F3-B4C4-D3D738AA7D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A7C481-D18B-4CC9-9B30-3CF9FA5E44E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B34FF34-6BCC-4EF9-B321-50D94107AA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5489F12-1D9B-4AE3-894A-1CD7B98F69E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CD487D3-98CA-44EE-9657-7A15862AF9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7400FF-F8B8-4C93-985B-4879076B472D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52F799E-E9D7-4C27-B280-1E78877244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0F13A8A-A232-4B2D-8449-3866D7D529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6643B0-9D45-4672-AF7B-AF87F6C20A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17452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D95535-9830-48A9-B342-C0608BC9EE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5F529E2-F85F-4760-BA43-256CD8A0E6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7400FF-F8B8-4C93-985B-4879076B472D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21B6BD6-6D94-4BCF-9190-5CF40441E1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F17D1B6-7D5E-4909-BFF5-1D2A21CB64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6643B0-9D45-4672-AF7B-AF87F6C20A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17655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9E956EF-151C-4107-87B0-666EA180F8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7400FF-F8B8-4C93-985B-4879076B472D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894CEB4-8402-4631-B54E-5E19DE0024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5806C5-7E0A-4E08-909A-721AAEF4EE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6643B0-9D45-4672-AF7B-AF87F6C20A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4163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38E3FA-0BB7-4D1B-9176-E5C68BF1FA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3C9F8-23C7-406A-BFA9-3BFEAD8522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34322F-CF18-4B28-A4D7-A887AB4520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20756E-1161-426D-BF17-518FA5C6AD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7400FF-F8B8-4C93-985B-4879076B472D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1F7DBC7-5421-439B-98CA-7CADD90D38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511147-6B32-455B-8528-5EEAA1C924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6643B0-9D45-4672-AF7B-AF87F6C20A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34032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047147-D633-4F62-B68E-682E5DAF5C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BD66677-E84F-45C5-A8FE-670B5DD1970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1F14CC-A5E2-4217-91E5-B1B621E0E7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8E13221-7AA4-4E6B-B8E6-92383688EB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7400FF-F8B8-4C93-985B-4879076B472D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B5B08B-887D-4089-8929-1C0673B971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45B2A2-EDD8-4A97-9A57-F2080B4B31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6643B0-9D45-4672-AF7B-AF87F6C20A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21288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7F7C32-EB1F-4905-87A8-219333BEC6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D696CD3-7573-4788-8A0D-E2048A4E1D6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9E201B-A80C-46B1-8603-4C56353555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7400FF-F8B8-4C93-985B-4879076B472D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07893B-05E9-4EC5-BABD-173181AFA7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087582-4B91-41F8-B1DA-3731CBE72C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6643B0-9D45-4672-AF7B-AF87F6C20A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56875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19EC99E-198F-479B-A841-EB4A80CE75D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CB5EA45-3E86-461E-B4DC-F13611A496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356A46-B5BC-49D8-88C2-BD3E132B96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7400FF-F8B8-4C93-985B-4879076B472D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B52151-967F-4C11-ADA1-C7B933DA06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7E7443-682E-4FDC-B2A5-5CA5DCCA6E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6643B0-9D45-4672-AF7B-AF87F6C20A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26395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E33D982-A458-409F-843D-2DD5B04F78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D7D8103-0EAA-496C-BD43-7B84051CCC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AC3F57-87B3-4345-9396-D7C3E704C64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97400FF-F8B8-4C93-985B-4879076B472D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537365-078E-4B45-881C-0544384EEEE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FE9D04-2029-4518-B977-D22AB8A1E8E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E6643B0-9D45-4672-AF7B-AF87F6C20A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99778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58.png"/><Relationship Id="rId299" Type="http://schemas.openxmlformats.org/officeDocument/2006/relationships/image" Target="../media/image149.png"/><Relationship Id="rId21" Type="http://schemas.openxmlformats.org/officeDocument/2006/relationships/image" Target="../media/image10.png"/><Relationship Id="rId63" Type="http://schemas.openxmlformats.org/officeDocument/2006/relationships/image" Target="../media/image31.png"/><Relationship Id="rId159" Type="http://schemas.openxmlformats.org/officeDocument/2006/relationships/image" Target="../media/image79.png"/><Relationship Id="rId324" Type="http://schemas.openxmlformats.org/officeDocument/2006/relationships/customXml" Target="../ink/ink162.xml"/><Relationship Id="rId366" Type="http://schemas.openxmlformats.org/officeDocument/2006/relationships/customXml" Target="../ink/ink183.xml"/><Relationship Id="rId170" Type="http://schemas.openxmlformats.org/officeDocument/2006/relationships/customXml" Target="../ink/ink85.xml"/><Relationship Id="rId226" Type="http://schemas.openxmlformats.org/officeDocument/2006/relationships/customXml" Target="../ink/ink113.xml"/><Relationship Id="rId268" Type="http://schemas.openxmlformats.org/officeDocument/2006/relationships/customXml" Target="../ink/ink134.xml"/><Relationship Id="rId32" Type="http://schemas.openxmlformats.org/officeDocument/2006/relationships/customXml" Target="../ink/ink16.xml"/><Relationship Id="rId74" Type="http://schemas.openxmlformats.org/officeDocument/2006/relationships/customXml" Target="../ink/ink37.xml"/><Relationship Id="rId128" Type="http://schemas.openxmlformats.org/officeDocument/2006/relationships/customXml" Target="../ink/ink64.xml"/><Relationship Id="rId335" Type="http://schemas.openxmlformats.org/officeDocument/2006/relationships/image" Target="../media/image167.png"/><Relationship Id="rId5" Type="http://schemas.openxmlformats.org/officeDocument/2006/relationships/image" Target="../media/image2.png"/><Relationship Id="rId181" Type="http://schemas.openxmlformats.org/officeDocument/2006/relationships/image" Target="../media/image90.png"/><Relationship Id="rId237" Type="http://schemas.openxmlformats.org/officeDocument/2006/relationships/image" Target="../media/image118.png"/><Relationship Id="rId279" Type="http://schemas.openxmlformats.org/officeDocument/2006/relationships/image" Target="../media/image139.png"/><Relationship Id="rId43" Type="http://schemas.openxmlformats.org/officeDocument/2006/relationships/image" Target="../media/image21.png"/><Relationship Id="rId139" Type="http://schemas.openxmlformats.org/officeDocument/2006/relationships/image" Target="../media/image69.png"/><Relationship Id="rId290" Type="http://schemas.openxmlformats.org/officeDocument/2006/relationships/customXml" Target="../ink/ink145.xml"/><Relationship Id="rId304" Type="http://schemas.openxmlformats.org/officeDocument/2006/relationships/customXml" Target="../ink/ink152.xml"/><Relationship Id="rId346" Type="http://schemas.openxmlformats.org/officeDocument/2006/relationships/customXml" Target="../ink/ink173.xml"/><Relationship Id="rId85" Type="http://schemas.openxmlformats.org/officeDocument/2006/relationships/image" Target="../media/image42.png"/><Relationship Id="rId150" Type="http://schemas.openxmlformats.org/officeDocument/2006/relationships/customXml" Target="../ink/ink75.xml"/><Relationship Id="rId192" Type="http://schemas.openxmlformats.org/officeDocument/2006/relationships/customXml" Target="../ink/ink96.xml"/><Relationship Id="rId206" Type="http://schemas.openxmlformats.org/officeDocument/2006/relationships/customXml" Target="../ink/ink103.xml"/><Relationship Id="rId248" Type="http://schemas.openxmlformats.org/officeDocument/2006/relationships/customXml" Target="../ink/ink124.xml"/><Relationship Id="rId12" Type="http://schemas.openxmlformats.org/officeDocument/2006/relationships/customXml" Target="../ink/ink6.xml"/><Relationship Id="rId108" Type="http://schemas.openxmlformats.org/officeDocument/2006/relationships/customXml" Target="../ink/ink54.xml"/><Relationship Id="rId315" Type="http://schemas.openxmlformats.org/officeDocument/2006/relationships/image" Target="../media/image157.png"/><Relationship Id="rId357" Type="http://schemas.openxmlformats.org/officeDocument/2006/relationships/image" Target="../media/image178.png"/><Relationship Id="rId54" Type="http://schemas.openxmlformats.org/officeDocument/2006/relationships/customXml" Target="../ink/ink27.xml"/><Relationship Id="rId96" Type="http://schemas.openxmlformats.org/officeDocument/2006/relationships/customXml" Target="../ink/ink48.xml"/><Relationship Id="rId161" Type="http://schemas.openxmlformats.org/officeDocument/2006/relationships/image" Target="../media/image80.png"/><Relationship Id="rId217" Type="http://schemas.openxmlformats.org/officeDocument/2006/relationships/image" Target="../media/image108.png"/><Relationship Id="rId259" Type="http://schemas.openxmlformats.org/officeDocument/2006/relationships/image" Target="../media/image129.png"/><Relationship Id="rId23" Type="http://schemas.openxmlformats.org/officeDocument/2006/relationships/image" Target="../media/image11.png"/><Relationship Id="rId119" Type="http://schemas.openxmlformats.org/officeDocument/2006/relationships/image" Target="../media/image59.png"/><Relationship Id="rId270" Type="http://schemas.openxmlformats.org/officeDocument/2006/relationships/customXml" Target="../ink/ink135.xml"/><Relationship Id="rId326" Type="http://schemas.openxmlformats.org/officeDocument/2006/relationships/customXml" Target="../ink/ink163.xml"/><Relationship Id="rId65" Type="http://schemas.openxmlformats.org/officeDocument/2006/relationships/image" Target="../media/image32.png"/><Relationship Id="rId130" Type="http://schemas.openxmlformats.org/officeDocument/2006/relationships/customXml" Target="../ink/ink65.xml"/><Relationship Id="rId368" Type="http://schemas.openxmlformats.org/officeDocument/2006/relationships/customXml" Target="../ink/ink184.xml"/><Relationship Id="rId172" Type="http://schemas.openxmlformats.org/officeDocument/2006/relationships/customXml" Target="../ink/ink86.xml"/><Relationship Id="rId228" Type="http://schemas.openxmlformats.org/officeDocument/2006/relationships/customXml" Target="../ink/ink114.xml"/><Relationship Id="rId281" Type="http://schemas.openxmlformats.org/officeDocument/2006/relationships/image" Target="../media/image140.png"/><Relationship Id="rId337" Type="http://schemas.openxmlformats.org/officeDocument/2006/relationships/image" Target="../media/image168.png"/><Relationship Id="rId34" Type="http://schemas.openxmlformats.org/officeDocument/2006/relationships/customXml" Target="../ink/ink17.xml"/><Relationship Id="rId76" Type="http://schemas.openxmlformats.org/officeDocument/2006/relationships/customXml" Target="../ink/ink38.xml"/><Relationship Id="rId141" Type="http://schemas.openxmlformats.org/officeDocument/2006/relationships/image" Target="../media/image70.png"/><Relationship Id="rId7" Type="http://schemas.openxmlformats.org/officeDocument/2006/relationships/image" Target="../media/image3.png"/><Relationship Id="rId183" Type="http://schemas.openxmlformats.org/officeDocument/2006/relationships/image" Target="../media/image91.png"/><Relationship Id="rId239" Type="http://schemas.openxmlformats.org/officeDocument/2006/relationships/image" Target="../media/image119.png"/><Relationship Id="rId250" Type="http://schemas.openxmlformats.org/officeDocument/2006/relationships/customXml" Target="../ink/ink125.xml"/><Relationship Id="rId292" Type="http://schemas.openxmlformats.org/officeDocument/2006/relationships/customXml" Target="../ink/ink146.xml"/><Relationship Id="rId306" Type="http://schemas.openxmlformats.org/officeDocument/2006/relationships/customXml" Target="../ink/ink153.xml"/><Relationship Id="rId45" Type="http://schemas.openxmlformats.org/officeDocument/2006/relationships/image" Target="../media/image22.png"/><Relationship Id="rId87" Type="http://schemas.openxmlformats.org/officeDocument/2006/relationships/image" Target="../media/image43.png"/><Relationship Id="rId110" Type="http://schemas.openxmlformats.org/officeDocument/2006/relationships/customXml" Target="../ink/ink55.xml"/><Relationship Id="rId348" Type="http://schemas.openxmlformats.org/officeDocument/2006/relationships/customXml" Target="../ink/ink174.xml"/><Relationship Id="rId152" Type="http://schemas.openxmlformats.org/officeDocument/2006/relationships/customXml" Target="../ink/ink76.xml"/><Relationship Id="rId194" Type="http://schemas.openxmlformats.org/officeDocument/2006/relationships/customXml" Target="../ink/ink97.xml"/><Relationship Id="rId208" Type="http://schemas.openxmlformats.org/officeDocument/2006/relationships/customXml" Target="../ink/ink104.xml"/><Relationship Id="rId261" Type="http://schemas.openxmlformats.org/officeDocument/2006/relationships/image" Target="../media/image130.png"/><Relationship Id="rId14" Type="http://schemas.openxmlformats.org/officeDocument/2006/relationships/customXml" Target="../ink/ink7.xml"/><Relationship Id="rId56" Type="http://schemas.openxmlformats.org/officeDocument/2006/relationships/customXml" Target="../ink/ink28.xml"/><Relationship Id="rId317" Type="http://schemas.openxmlformats.org/officeDocument/2006/relationships/image" Target="../media/image158.png"/><Relationship Id="rId359" Type="http://schemas.openxmlformats.org/officeDocument/2006/relationships/image" Target="../media/image179.png"/><Relationship Id="rId98" Type="http://schemas.openxmlformats.org/officeDocument/2006/relationships/customXml" Target="../ink/ink49.xml"/><Relationship Id="rId121" Type="http://schemas.openxmlformats.org/officeDocument/2006/relationships/image" Target="../media/image60.png"/><Relationship Id="rId163" Type="http://schemas.openxmlformats.org/officeDocument/2006/relationships/image" Target="../media/image81.png"/><Relationship Id="rId219" Type="http://schemas.openxmlformats.org/officeDocument/2006/relationships/image" Target="../media/image109.png"/><Relationship Id="rId370" Type="http://schemas.openxmlformats.org/officeDocument/2006/relationships/customXml" Target="../ink/ink185.xml"/><Relationship Id="rId230" Type="http://schemas.openxmlformats.org/officeDocument/2006/relationships/customXml" Target="../ink/ink115.xml"/><Relationship Id="rId25" Type="http://schemas.openxmlformats.org/officeDocument/2006/relationships/image" Target="../media/image12.png"/><Relationship Id="rId67" Type="http://schemas.openxmlformats.org/officeDocument/2006/relationships/image" Target="../media/image33.png"/><Relationship Id="rId272" Type="http://schemas.openxmlformats.org/officeDocument/2006/relationships/customXml" Target="../ink/ink136.xml"/><Relationship Id="rId328" Type="http://schemas.openxmlformats.org/officeDocument/2006/relationships/customXml" Target="../ink/ink164.xml"/><Relationship Id="rId132" Type="http://schemas.openxmlformats.org/officeDocument/2006/relationships/customXml" Target="../ink/ink66.xml"/><Relationship Id="rId174" Type="http://schemas.openxmlformats.org/officeDocument/2006/relationships/customXml" Target="../ink/ink87.xml"/><Relationship Id="rId241" Type="http://schemas.openxmlformats.org/officeDocument/2006/relationships/image" Target="../media/image120.png"/><Relationship Id="rId36" Type="http://schemas.openxmlformats.org/officeDocument/2006/relationships/customXml" Target="../ink/ink18.xml"/><Relationship Id="rId283" Type="http://schemas.openxmlformats.org/officeDocument/2006/relationships/image" Target="../media/image141.png"/><Relationship Id="rId339" Type="http://schemas.openxmlformats.org/officeDocument/2006/relationships/image" Target="../media/image169.png"/><Relationship Id="rId78" Type="http://schemas.openxmlformats.org/officeDocument/2006/relationships/customXml" Target="../ink/ink39.xml"/><Relationship Id="rId99" Type="http://schemas.openxmlformats.org/officeDocument/2006/relationships/image" Target="../media/image49.png"/><Relationship Id="rId101" Type="http://schemas.openxmlformats.org/officeDocument/2006/relationships/image" Target="../media/image50.png"/><Relationship Id="rId122" Type="http://schemas.openxmlformats.org/officeDocument/2006/relationships/customXml" Target="../ink/ink61.xml"/><Relationship Id="rId143" Type="http://schemas.openxmlformats.org/officeDocument/2006/relationships/image" Target="../media/image71.png"/><Relationship Id="rId164" Type="http://schemas.openxmlformats.org/officeDocument/2006/relationships/customXml" Target="../ink/ink82.xml"/><Relationship Id="rId185" Type="http://schemas.openxmlformats.org/officeDocument/2006/relationships/image" Target="../media/image92.png"/><Relationship Id="rId350" Type="http://schemas.openxmlformats.org/officeDocument/2006/relationships/customXml" Target="../ink/ink175.xml"/><Relationship Id="rId371" Type="http://schemas.openxmlformats.org/officeDocument/2006/relationships/image" Target="../media/image185.png"/><Relationship Id="rId9" Type="http://schemas.openxmlformats.org/officeDocument/2006/relationships/image" Target="../media/image4.png"/><Relationship Id="rId210" Type="http://schemas.openxmlformats.org/officeDocument/2006/relationships/customXml" Target="../ink/ink105.xml"/><Relationship Id="rId26" Type="http://schemas.openxmlformats.org/officeDocument/2006/relationships/customXml" Target="../ink/ink13.xml"/><Relationship Id="rId231" Type="http://schemas.openxmlformats.org/officeDocument/2006/relationships/image" Target="../media/image115.png"/><Relationship Id="rId252" Type="http://schemas.openxmlformats.org/officeDocument/2006/relationships/customXml" Target="../ink/ink126.xml"/><Relationship Id="rId273" Type="http://schemas.openxmlformats.org/officeDocument/2006/relationships/image" Target="../media/image136.png"/><Relationship Id="rId294" Type="http://schemas.openxmlformats.org/officeDocument/2006/relationships/customXml" Target="../ink/ink147.xml"/><Relationship Id="rId308" Type="http://schemas.openxmlformats.org/officeDocument/2006/relationships/customXml" Target="../ink/ink154.xml"/><Relationship Id="rId329" Type="http://schemas.openxmlformats.org/officeDocument/2006/relationships/image" Target="../media/image164.png"/><Relationship Id="rId47" Type="http://schemas.openxmlformats.org/officeDocument/2006/relationships/image" Target="../media/image23.png"/><Relationship Id="rId68" Type="http://schemas.openxmlformats.org/officeDocument/2006/relationships/customXml" Target="../ink/ink34.xml"/><Relationship Id="rId89" Type="http://schemas.openxmlformats.org/officeDocument/2006/relationships/image" Target="../media/image44.png"/><Relationship Id="rId112" Type="http://schemas.openxmlformats.org/officeDocument/2006/relationships/customXml" Target="../ink/ink56.xml"/><Relationship Id="rId133" Type="http://schemas.openxmlformats.org/officeDocument/2006/relationships/image" Target="../media/image66.png"/><Relationship Id="rId154" Type="http://schemas.openxmlformats.org/officeDocument/2006/relationships/customXml" Target="../ink/ink77.xml"/><Relationship Id="rId175" Type="http://schemas.openxmlformats.org/officeDocument/2006/relationships/image" Target="../media/image87.png"/><Relationship Id="rId340" Type="http://schemas.openxmlformats.org/officeDocument/2006/relationships/customXml" Target="../ink/ink170.xml"/><Relationship Id="rId361" Type="http://schemas.openxmlformats.org/officeDocument/2006/relationships/image" Target="../media/image180.png"/><Relationship Id="rId196" Type="http://schemas.openxmlformats.org/officeDocument/2006/relationships/customXml" Target="../ink/ink98.xml"/><Relationship Id="rId200" Type="http://schemas.openxmlformats.org/officeDocument/2006/relationships/customXml" Target="../ink/ink100.xml"/><Relationship Id="rId16" Type="http://schemas.openxmlformats.org/officeDocument/2006/relationships/customXml" Target="../ink/ink8.xml"/><Relationship Id="rId221" Type="http://schemas.openxmlformats.org/officeDocument/2006/relationships/image" Target="../media/image110.png"/><Relationship Id="rId242" Type="http://schemas.openxmlformats.org/officeDocument/2006/relationships/customXml" Target="../ink/ink121.xml"/><Relationship Id="rId263" Type="http://schemas.openxmlformats.org/officeDocument/2006/relationships/image" Target="../media/image131.png"/><Relationship Id="rId284" Type="http://schemas.openxmlformats.org/officeDocument/2006/relationships/customXml" Target="../ink/ink142.xml"/><Relationship Id="rId319" Type="http://schemas.openxmlformats.org/officeDocument/2006/relationships/image" Target="../media/image159.png"/><Relationship Id="rId37" Type="http://schemas.openxmlformats.org/officeDocument/2006/relationships/image" Target="../media/image18.png"/><Relationship Id="rId58" Type="http://schemas.openxmlformats.org/officeDocument/2006/relationships/customXml" Target="../ink/ink29.xml"/><Relationship Id="rId79" Type="http://schemas.openxmlformats.org/officeDocument/2006/relationships/image" Target="../media/image39.png"/><Relationship Id="rId102" Type="http://schemas.openxmlformats.org/officeDocument/2006/relationships/customXml" Target="../ink/ink51.xml"/><Relationship Id="rId123" Type="http://schemas.openxmlformats.org/officeDocument/2006/relationships/image" Target="../media/image61.png"/><Relationship Id="rId144" Type="http://schemas.openxmlformats.org/officeDocument/2006/relationships/customXml" Target="../ink/ink72.xml"/><Relationship Id="rId330" Type="http://schemas.openxmlformats.org/officeDocument/2006/relationships/customXml" Target="../ink/ink165.xml"/><Relationship Id="rId90" Type="http://schemas.openxmlformats.org/officeDocument/2006/relationships/customXml" Target="../ink/ink45.xml"/><Relationship Id="rId165" Type="http://schemas.openxmlformats.org/officeDocument/2006/relationships/image" Target="../media/image82.png"/><Relationship Id="rId186" Type="http://schemas.openxmlformats.org/officeDocument/2006/relationships/customXml" Target="../ink/ink93.xml"/><Relationship Id="rId351" Type="http://schemas.openxmlformats.org/officeDocument/2006/relationships/image" Target="../media/image175.png"/><Relationship Id="rId372" Type="http://schemas.openxmlformats.org/officeDocument/2006/relationships/customXml" Target="../ink/ink186.xml"/><Relationship Id="rId211" Type="http://schemas.openxmlformats.org/officeDocument/2006/relationships/image" Target="../media/image105.png"/><Relationship Id="rId232" Type="http://schemas.openxmlformats.org/officeDocument/2006/relationships/customXml" Target="../ink/ink116.xml"/><Relationship Id="rId253" Type="http://schemas.openxmlformats.org/officeDocument/2006/relationships/image" Target="../media/image126.png"/><Relationship Id="rId274" Type="http://schemas.openxmlformats.org/officeDocument/2006/relationships/customXml" Target="../ink/ink137.xml"/><Relationship Id="rId295" Type="http://schemas.openxmlformats.org/officeDocument/2006/relationships/image" Target="../media/image147.png"/><Relationship Id="rId309" Type="http://schemas.openxmlformats.org/officeDocument/2006/relationships/image" Target="../media/image154.png"/><Relationship Id="rId27" Type="http://schemas.openxmlformats.org/officeDocument/2006/relationships/image" Target="../media/image13.png"/><Relationship Id="rId48" Type="http://schemas.openxmlformats.org/officeDocument/2006/relationships/customXml" Target="../ink/ink24.xml"/><Relationship Id="rId69" Type="http://schemas.openxmlformats.org/officeDocument/2006/relationships/image" Target="../media/image34.png"/><Relationship Id="rId113" Type="http://schemas.openxmlformats.org/officeDocument/2006/relationships/image" Target="../media/image56.png"/><Relationship Id="rId134" Type="http://schemas.openxmlformats.org/officeDocument/2006/relationships/customXml" Target="../ink/ink67.xml"/><Relationship Id="rId320" Type="http://schemas.openxmlformats.org/officeDocument/2006/relationships/customXml" Target="../ink/ink160.xml"/><Relationship Id="rId80" Type="http://schemas.openxmlformats.org/officeDocument/2006/relationships/customXml" Target="../ink/ink40.xml"/><Relationship Id="rId155" Type="http://schemas.openxmlformats.org/officeDocument/2006/relationships/image" Target="../media/image77.png"/><Relationship Id="rId176" Type="http://schemas.openxmlformats.org/officeDocument/2006/relationships/customXml" Target="../ink/ink88.xml"/><Relationship Id="rId197" Type="http://schemas.openxmlformats.org/officeDocument/2006/relationships/image" Target="../media/image98.png"/><Relationship Id="rId341" Type="http://schemas.openxmlformats.org/officeDocument/2006/relationships/image" Target="../media/image170.png"/><Relationship Id="rId362" Type="http://schemas.openxmlformats.org/officeDocument/2006/relationships/customXml" Target="../ink/ink181.xml"/><Relationship Id="rId201" Type="http://schemas.openxmlformats.org/officeDocument/2006/relationships/image" Target="../media/image100.png"/><Relationship Id="rId222" Type="http://schemas.openxmlformats.org/officeDocument/2006/relationships/customXml" Target="../ink/ink111.xml"/><Relationship Id="rId243" Type="http://schemas.openxmlformats.org/officeDocument/2006/relationships/image" Target="../media/image121.png"/><Relationship Id="rId264" Type="http://schemas.openxmlformats.org/officeDocument/2006/relationships/customXml" Target="../ink/ink132.xml"/><Relationship Id="rId285" Type="http://schemas.openxmlformats.org/officeDocument/2006/relationships/image" Target="../media/image142.png"/><Relationship Id="rId17" Type="http://schemas.openxmlformats.org/officeDocument/2006/relationships/image" Target="../media/image8.png"/><Relationship Id="rId38" Type="http://schemas.openxmlformats.org/officeDocument/2006/relationships/customXml" Target="../ink/ink19.xml"/><Relationship Id="rId59" Type="http://schemas.openxmlformats.org/officeDocument/2006/relationships/image" Target="../media/image29.png"/><Relationship Id="rId103" Type="http://schemas.openxmlformats.org/officeDocument/2006/relationships/image" Target="../media/image51.png"/><Relationship Id="rId124" Type="http://schemas.openxmlformats.org/officeDocument/2006/relationships/customXml" Target="../ink/ink62.xml"/><Relationship Id="rId310" Type="http://schemas.openxmlformats.org/officeDocument/2006/relationships/customXml" Target="../ink/ink155.xml"/><Relationship Id="rId70" Type="http://schemas.openxmlformats.org/officeDocument/2006/relationships/customXml" Target="../ink/ink35.xml"/><Relationship Id="rId91" Type="http://schemas.openxmlformats.org/officeDocument/2006/relationships/image" Target="../media/image45.png"/><Relationship Id="rId145" Type="http://schemas.openxmlformats.org/officeDocument/2006/relationships/image" Target="../media/image72.png"/><Relationship Id="rId166" Type="http://schemas.openxmlformats.org/officeDocument/2006/relationships/customXml" Target="../ink/ink83.xml"/><Relationship Id="rId187" Type="http://schemas.openxmlformats.org/officeDocument/2006/relationships/image" Target="../media/image93.png"/><Relationship Id="rId331" Type="http://schemas.openxmlformats.org/officeDocument/2006/relationships/image" Target="../media/image165.png"/><Relationship Id="rId352" Type="http://schemas.openxmlformats.org/officeDocument/2006/relationships/customXml" Target="../ink/ink176.xml"/><Relationship Id="rId373" Type="http://schemas.openxmlformats.org/officeDocument/2006/relationships/image" Target="../media/image186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106.xml"/><Relationship Id="rId233" Type="http://schemas.openxmlformats.org/officeDocument/2006/relationships/image" Target="../media/image116.png"/><Relationship Id="rId254" Type="http://schemas.openxmlformats.org/officeDocument/2006/relationships/customXml" Target="../ink/ink127.xml"/><Relationship Id="rId28" Type="http://schemas.openxmlformats.org/officeDocument/2006/relationships/customXml" Target="../ink/ink14.xml"/><Relationship Id="rId49" Type="http://schemas.openxmlformats.org/officeDocument/2006/relationships/image" Target="../media/image24.png"/><Relationship Id="rId114" Type="http://schemas.openxmlformats.org/officeDocument/2006/relationships/customXml" Target="../ink/ink57.xml"/><Relationship Id="rId275" Type="http://schemas.openxmlformats.org/officeDocument/2006/relationships/image" Target="../media/image137.png"/><Relationship Id="rId296" Type="http://schemas.openxmlformats.org/officeDocument/2006/relationships/customXml" Target="../ink/ink148.xml"/><Relationship Id="rId300" Type="http://schemas.openxmlformats.org/officeDocument/2006/relationships/customXml" Target="../ink/ink150.xml"/><Relationship Id="rId60" Type="http://schemas.openxmlformats.org/officeDocument/2006/relationships/customXml" Target="../ink/ink30.xml"/><Relationship Id="rId81" Type="http://schemas.openxmlformats.org/officeDocument/2006/relationships/image" Target="../media/image40.png"/><Relationship Id="rId135" Type="http://schemas.openxmlformats.org/officeDocument/2006/relationships/image" Target="../media/image67.png"/><Relationship Id="rId156" Type="http://schemas.openxmlformats.org/officeDocument/2006/relationships/customXml" Target="../ink/ink78.xml"/><Relationship Id="rId177" Type="http://schemas.openxmlformats.org/officeDocument/2006/relationships/image" Target="../media/image88.png"/><Relationship Id="rId198" Type="http://schemas.openxmlformats.org/officeDocument/2006/relationships/customXml" Target="../ink/ink99.xml"/><Relationship Id="rId321" Type="http://schemas.openxmlformats.org/officeDocument/2006/relationships/image" Target="../media/image160.png"/><Relationship Id="rId342" Type="http://schemas.openxmlformats.org/officeDocument/2006/relationships/customXml" Target="../ink/ink171.xml"/><Relationship Id="rId363" Type="http://schemas.openxmlformats.org/officeDocument/2006/relationships/image" Target="../media/image181.png"/><Relationship Id="rId202" Type="http://schemas.openxmlformats.org/officeDocument/2006/relationships/customXml" Target="../ink/ink101.xml"/><Relationship Id="rId223" Type="http://schemas.openxmlformats.org/officeDocument/2006/relationships/image" Target="../media/image111.png"/><Relationship Id="rId244" Type="http://schemas.openxmlformats.org/officeDocument/2006/relationships/customXml" Target="../ink/ink122.xml"/><Relationship Id="rId18" Type="http://schemas.openxmlformats.org/officeDocument/2006/relationships/customXml" Target="../ink/ink9.xml"/><Relationship Id="rId39" Type="http://schemas.openxmlformats.org/officeDocument/2006/relationships/image" Target="../media/image19.png"/><Relationship Id="rId265" Type="http://schemas.openxmlformats.org/officeDocument/2006/relationships/image" Target="../media/image132.png"/><Relationship Id="rId286" Type="http://schemas.openxmlformats.org/officeDocument/2006/relationships/customXml" Target="../ink/ink143.xml"/><Relationship Id="rId50" Type="http://schemas.openxmlformats.org/officeDocument/2006/relationships/customXml" Target="../ink/ink25.xml"/><Relationship Id="rId104" Type="http://schemas.openxmlformats.org/officeDocument/2006/relationships/customXml" Target="../ink/ink52.xml"/><Relationship Id="rId125" Type="http://schemas.openxmlformats.org/officeDocument/2006/relationships/image" Target="../media/image62.png"/><Relationship Id="rId146" Type="http://schemas.openxmlformats.org/officeDocument/2006/relationships/customXml" Target="../ink/ink73.xml"/><Relationship Id="rId167" Type="http://schemas.openxmlformats.org/officeDocument/2006/relationships/image" Target="../media/image83.png"/><Relationship Id="rId188" Type="http://schemas.openxmlformats.org/officeDocument/2006/relationships/customXml" Target="../ink/ink94.xml"/><Relationship Id="rId311" Type="http://schemas.openxmlformats.org/officeDocument/2006/relationships/image" Target="../media/image155.png"/><Relationship Id="rId332" Type="http://schemas.openxmlformats.org/officeDocument/2006/relationships/customXml" Target="../ink/ink166.xml"/><Relationship Id="rId353" Type="http://schemas.openxmlformats.org/officeDocument/2006/relationships/image" Target="../media/image176.png"/><Relationship Id="rId374" Type="http://schemas.openxmlformats.org/officeDocument/2006/relationships/customXml" Target="../ink/ink187.xml"/><Relationship Id="rId71" Type="http://schemas.openxmlformats.org/officeDocument/2006/relationships/image" Target="../media/image35.png"/><Relationship Id="rId92" Type="http://schemas.openxmlformats.org/officeDocument/2006/relationships/customXml" Target="../ink/ink46.xml"/><Relationship Id="rId213" Type="http://schemas.openxmlformats.org/officeDocument/2006/relationships/image" Target="../media/image106.png"/><Relationship Id="rId234" Type="http://schemas.openxmlformats.org/officeDocument/2006/relationships/customXml" Target="../ink/ink117.xml"/><Relationship Id="rId2" Type="http://schemas.openxmlformats.org/officeDocument/2006/relationships/customXml" Target="../ink/ink1.xml"/><Relationship Id="rId29" Type="http://schemas.openxmlformats.org/officeDocument/2006/relationships/image" Target="../media/image14.png"/><Relationship Id="rId255" Type="http://schemas.openxmlformats.org/officeDocument/2006/relationships/image" Target="../media/image127.png"/><Relationship Id="rId276" Type="http://schemas.openxmlformats.org/officeDocument/2006/relationships/customXml" Target="../ink/ink138.xml"/><Relationship Id="rId297" Type="http://schemas.openxmlformats.org/officeDocument/2006/relationships/image" Target="../media/image148.png"/><Relationship Id="rId40" Type="http://schemas.openxmlformats.org/officeDocument/2006/relationships/customXml" Target="../ink/ink20.xml"/><Relationship Id="rId115" Type="http://schemas.openxmlformats.org/officeDocument/2006/relationships/image" Target="../media/image57.png"/><Relationship Id="rId136" Type="http://schemas.openxmlformats.org/officeDocument/2006/relationships/customXml" Target="../ink/ink68.xml"/><Relationship Id="rId157" Type="http://schemas.openxmlformats.org/officeDocument/2006/relationships/image" Target="../media/image78.png"/><Relationship Id="rId178" Type="http://schemas.openxmlformats.org/officeDocument/2006/relationships/customXml" Target="../ink/ink89.xml"/><Relationship Id="rId301" Type="http://schemas.openxmlformats.org/officeDocument/2006/relationships/image" Target="../media/image150.png"/><Relationship Id="rId322" Type="http://schemas.openxmlformats.org/officeDocument/2006/relationships/customXml" Target="../ink/ink161.xml"/><Relationship Id="rId343" Type="http://schemas.openxmlformats.org/officeDocument/2006/relationships/image" Target="../media/image171.png"/><Relationship Id="rId364" Type="http://schemas.openxmlformats.org/officeDocument/2006/relationships/customXml" Target="../ink/ink182.xml"/><Relationship Id="rId61" Type="http://schemas.openxmlformats.org/officeDocument/2006/relationships/image" Target="../media/image30.png"/><Relationship Id="rId82" Type="http://schemas.openxmlformats.org/officeDocument/2006/relationships/customXml" Target="../ink/ink41.xml"/><Relationship Id="rId199" Type="http://schemas.openxmlformats.org/officeDocument/2006/relationships/image" Target="../media/image99.png"/><Relationship Id="rId203" Type="http://schemas.openxmlformats.org/officeDocument/2006/relationships/image" Target="../media/image101.png"/><Relationship Id="rId19" Type="http://schemas.openxmlformats.org/officeDocument/2006/relationships/image" Target="../media/image9.png"/><Relationship Id="rId224" Type="http://schemas.openxmlformats.org/officeDocument/2006/relationships/customXml" Target="../ink/ink112.xml"/><Relationship Id="rId245" Type="http://schemas.openxmlformats.org/officeDocument/2006/relationships/image" Target="../media/image122.png"/><Relationship Id="rId266" Type="http://schemas.openxmlformats.org/officeDocument/2006/relationships/customXml" Target="../ink/ink133.xml"/><Relationship Id="rId287" Type="http://schemas.openxmlformats.org/officeDocument/2006/relationships/image" Target="../media/image143.png"/><Relationship Id="rId30" Type="http://schemas.openxmlformats.org/officeDocument/2006/relationships/customXml" Target="../ink/ink15.xml"/><Relationship Id="rId105" Type="http://schemas.openxmlformats.org/officeDocument/2006/relationships/image" Target="../media/image52.png"/><Relationship Id="rId126" Type="http://schemas.openxmlformats.org/officeDocument/2006/relationships/customXml" Target="../ink/ink63.xml"/><Relationship Id="rId147" Type="http://schemas.openxmlformats.org/officeDocument/2006/relationships/image" Target="../media/image73.png"/><Relationship Id="rId168" Type="http://schemas.openxmlformats.org/officeDocument/2006/relationships/customXml" Target="../ink/ink84.xml"/><Relationship Id="rId312" Type="http://schemas.openxmlformats.org/officeDocument/2006/relationships/customXml" Target="../ink/ink156.xml"/><Relationship Id="rId333" Type="http://schemas.openxmlformats.org/officeDocument/2006/relationships/image" Target="../media/image166.png"/><Relationship Id="rId354" Type="http://schemas.openxmlformats.org/officeDocument/2006/relationships/customXml" Target="../ink/ink177.xml"/><Relationship Id="rId51" Type="http://schemas.openxmlformats.org/officeDocument/2006/relationships/image" Target="../media/image25.png"/><Relationship Id="rId72" Type="http://schemas.openxmlformats.org/officeDocument/2006/relationships/customXml" Target="../ink/ink36.xml"/><Relationship Id="rId93" Type="http://schemas.openxmlformats.org/officeDocument/2006/relationships/image" Target="../media/image46.png"/><Relationship Id="rId189" Type="http://schemas.openxmlformats.org/officeDocument/2006/relationships/image" Target="../media/image94.png"/><Relationship Id="rId375" Type="http://schemas.openxmlformats.org/officeDocument/2006/relationships/image" Target="../media/image187.png"/><Relationship Id="rId3" Type="http://schemas.openxmlformats.org/officeDocument/2006/relationships/image" Target="../media/image1.png"/><Relationship Id="rId214" Type="http://schemas.openxmlformats.org/officeDocument/2006/relationships/customXml" Target="../ink/ink107.xml"/><Relationship Id="rId235" Type="http://schemas.openxmlformats.org/officeDocument/2006/relationships/image" Target="../media/image117.png"/><Relationship Id="rId256" Type="http://schemas.openxmlformats.org/officeDocument/2006/relationships/customXml" Target="../ink/ink128.xml"/><Relationship Id="rId277" Type="http://schemas.openxmlformats.org/officeDocument/2006/relationships/image" Target="../media/image138.png"/><Relationship Id="rId298" Type="http://schemas.openxmlformats.org/officeDocument/2006/relationships/customXml" Target="../ink/ink149.xml"/><Relationship Id="rId116" Type="http://schemas.openxmlformats.org/officeDocument/2006/relationships/customXml" Target="../ink/ink58.xml"/><Relationship Id="rId137" Type="http://schemas.openxmlformats.org/officeDocument/2006/relationships/image" Target="../media/image68.png"/><Relationship Id="rId158" Type="http://schemas.openxmlformats.org/officeDocument/2006/relationships/customXml" Target="../ink/ink79.xml"/><Relationship Id="rId302" Type="http://schemas.openxmlformats.org/officeDocument/2006/relationships/customXml" Target="../ink/ink151.xml"/><Relationship Id="rId323" Type="http://schemas.openxmlformats.org/officeDocument/2006/relationships/image" Target="../media/image161.png"/><Relationship Id="rId344" Type="http://schemas.openxmlformats.org/officeDocument/2006/relationships/customXml" Target="../ink/ink172.xml"/><Relationship Id="rId20" Type="http://schemas.openxmlformats.org/officeDocument/2006/relationships/customXml" Target="../ink/ink10.xml"/><Relationship Id="rId41" Type="http://schemas.openxmlformats.org/officeDocument/2006/relationships/image" Target="../media/image20.png"/><Relationship Id="rId62" Type="http://schemas.openxmlformats.org/officeDocument/2006/relationships/customXml" Target="../ink/ink31.xml"/><Relationship Id="rId83" Type="http://schemas.openxmlformats.org/officeDocument/2006/relationships/image" Target="../media/image41.png"/><Relationship Id="rId179" Type="http://schemas.openxmlformats.org/officeDocument/2006/relationships/image" Target="../media/image89.png"/><Relationship Id="rId365" Type="http://schemas.openxmlformats.org/officeDocument/2006/relationships/image" Target="../media/image182.png"/><Relationship Id="rId190" Type="http://schemas.openxmlformats.org/officeDocument/2006/relationships/customXml" Target="../ink/ink95.xml"/><Relationship Id="rId204" Type="http://schemas.openxmlformats.org/officeDocument/2006/relationships/customXml" Target="../ink/ink102.xml"/><Relationship Id="rId225" Type="http://schemas.openxmlformats.org/officeDocument/2006/relationships/image" Target="../media/image112.png"/><Relationship Id="rId246" Type="http://schemas.openxmlformats.org/officeDocument/2006/relationships/customXml" Target="../ink/ink123.xml"/><Relationship Id="rId267" Type="http://schemas.openxmlformats.org/officeDocument/2006/relationships/image" Target="../media/image133.png"/><Relationship Id="rId288" Type="http://schemas.openxmlformats.org/officeDocument/2006/relationships/customXml" Target="../ink/ink144.xml"/><Relationship Id="rId106" Type="http://schemas.openxmlformats.org/officeDocument/2006/relationships/customXml" Target="../ink/ink53.xml"/><Relationship Id="rId127" Type="http://schemas.openxmlformats.org/officeDocument/2006/relationships/image" Target="../media/image63.png"/><Relationship Id="rId313" Type="http://schemas.openxmlformats.org/officeDocument/2006/relationships/image" Target="../media/image156.png"/><Relationship Id="rId10" Type="http://schemas.openxmlformats.org/officeDocument/2006/relationships/customXml" Target="../ink/ink5.xml"/><Relationship Id="rId31" Type="http://schemas.openxmlformats.org/officeDocument/2006/relationships/image" Target="../media/image15.png"/><Relationship Id="rId52" Type="http://schemas.openxmlformats.org/officeDocument/2006/relationships/customXml" Target="../ink/ink26.xml"/><Relationship Id="rId73" Type="http://schemas.openxmlformats.org/officeDocument/2006/relationships/image" Target="../media/image36.png"/><Relationship Id="rId94" Type="http://schemas.openxmlformats.org/officeDocument/2006/relationships/customXml" Target="../ink/ink47.xml"/><Relationship Id="rId148" Type="http://schemas.openxmlformats.org/officeDocument/2006/relationships/customXml" Target="../ink/ink74.xml"/><Relationship Id="rId169" Type="http://schemas.openxmlformats.org/officeDocument/2006/relationships/image" Target="../media/image84.png"/><Relationship Id="rId334" Type="http://schemas.openxmlformats.org/officeDocument/2006/relationships/customXml" Target="../ink/ink167.xml"/><Relationship Id="rId355" Type="http://schemas.openxmlformats.org/officeDocument/2006/relationships/image" Target="../media/image177.png"/><Relationship Id="rId4" Type="http://schemas.openxmlformats.org/officeDocument/2006/relationships/customXml" Target="../ink/ink2.xml"/><Relationship Id="rId180" Type="http://schemas.openxmlformats.org/officeDocument/2006/relationships/customXml" Target="../ink/ink90.xml"/><Relationship Id="rId215" Type="http://schemas.openxmlformats.org/officeDocument/2006/relationships/image" Target="../media/image107.png"/><Relationship Id="rId236" Type="http://schemas.openxmlformats.org/officeDocument/2006/relationships/customXml" Target="../ink/ink118.xml"/><Relationship Id="rId257" Type="http://schemas.openxmlformats.org/officeDocument/2006/relationships/image" Target="../media/image128.png"/><Relationship Id="rId278" Type="http://schemas.openxmlformats.org/officeDocument/2006/relationships/customXml" Target="../ink/ink139.xml"/><Relationship Id="rId303" Type="http://schemas.openxmlformats.org/officeDocument/2006/relationships/image" Target="../media/image151.png"/><Relationship Id="rId42" Type="http://schemas.openxmlformats.org/officeDocument/2006/relationships/customXml" Target="../ink/ink21.xml"/><Relationship Id="rId84" Type="http://schemas.openxmlformats.org/officeDocument/2006/relationships/customXml" Target="../ink/ink42.xml"/><Relationship Id="rId138" Type="http://schemas.openxmlformats.org/officeDocument/2006/relationships/customXml" Target="../ink/ink69.xml"/><Relationship Id="rId345" Type="http://schemas.openxmlformats.org/officeDocument/2006/relationships/image" Target="../media/image172.png"/><Relationship Id="rId191" Type="http://schemas.openxmlformats.org/officeDocument/2006/relationships/image" Target="../media/image95.png"/><Relationship Id="rId205" Type="http://schemas.openxmlformats.org/officeDocument/2006/relationships/image" Target="../media/image102.png"/><Relationship Id="rId247" Type="http://schemas.openxmlformats.org/officeDocument/2006/relationships/image" Target="../media/image123.png"/><Relationship Id="rId107" Type="http://schemas.openxmlformats.org/officeDocument/2006/relationships/image" Target="../media/image53.png"/><Relationship Id="rId289" Type="http://schemas.openxmlformats.org/officeDocument/2006/relationships/image" Target="../media/image144.png"/><Relationship Id="rId11" Type="http://schemas.openxmlformats.org/officeDocument/2006/relationships/image" Target="../media/image5.png"/><Relationship Id="rId53" Type="http://schemas.openxmlformats.org/officeDocument/2006/relationships/image" Target="../media/image26.png"/><Relationship Id="rId149" Type="http://schemas.openxmlformats.org/officeDocument/2006/relationships/image" Target="../media/image74.png"/><Relationship Id="rId314" Type="http://schemas.openxmlformats.org/officeDocument/2006/relationships/customXml" Target="../ink/ink157.xml"/><Relationship Id="rId356" Type="http://schemas.openxmlformats.org/officeDocument/2006/relationships/customXml" Target="../ink/ink178.xml"/><Relationship Id="rId95" Type="http://schemas.openxmlformats.org/officeDocument/2006/relationships/image" Target="../media/image47.png"/><Relationship Id="rId160" Type="http://schemas.openxmlformats.org/officeDocument/2006/relationships/customXml" Target="../ink/ink80.xml"/><Relationship Id="rId216" Type="http://schemas.openxmlformats.org/officeDocument/2006/relationships/customXml" Target="../ink/ink108.xml"/><Relationship Id="rId258" Type="http://schemas.openxmlformats.org/officeDocument/2006/relationships/customXml" Target="../ink/ink129.xml"/><Relationship Id="rId22" Type="http://schemas.openxmlformats.org/officeDocument/2006/relationships/customXml" Target="../ink/ink11.xml"/><Relationship Id="rId64" Type="http://schemas.openxmlformats.org/officeDocument/2006/relationships/customXml" Target="../ink/ink32.xml"/><Relationship Id="rId118" Type="http://schemas.openxmlformats.org/officeDocument/2006/relationships/customXml" Target="../ink/ink59.xml"/><Relationship Id="rId325" Type="http://schemas.openxmlformats.org/officeDocument/2006/relationships/image" Target="../media/image162.png"/><Relationship Id="rId367" Type="http://schemas.openxmlformats.org/officeDocument/2006/relationships/image" Target="../media/image183.png"/><Relationship Id="rId171" Type="http://schemas.openxmlformats.org/officeDocument/2006/relationships/image" Target="../media/image85.png"/><Relationship Id="rId227" Type="http://schemas.openxmlformats.org/officeDocument/2006/relationships/image" Target="../media/image113.png"/><Relationship Id="rId269" Type="http://schemas.openxmlformats.org/officeDocument/2006/relationships/image" Target="../media/image134.png"/><Relationship Id="rId33" Type="http://schemas.openxmlformats.org/officeDocument/2006/relationships/image" Target="../media/image16.png"/><Relationship Id="rId129" Type="http://schemas.openxmlformats.org/officeDocument/2006/relationships/image" Target="../media/image64.png"/><Relationship Id="rId280" Type="http://schemas.openxmlformats.org/officeDocument/2006/relationships/customXml" Target="../ink/ink140.xml"/><Relationship Id="rId336" Type="http://schemas.openxmlformats.org/officeDocument/2006/relationships/customXml" Target="../ink/ink168.xml"/><Relationship Id="rId75" Type="http://schemas.openxmlformats.org/officeDocument/2006/relationships/image" Target="../media/image37.png"/><Relationship Id="rId140" Type="http://schemas.openxmlformats.org/officeDocument/2006/relationships/customXml" Target="../ink/ink70.xml"/><Relationship Id="rId182" Type="http://schemas.openxmlformats.org/officeDocument/2006/relationships/customXml" Target="../ink/ink91.xml"/><Relationship Id="rId6" Type="http://schemas.openxmlformats.org/officeDocument/2006/relationships/customXml" Target="../ink/ink3.xml"/><Relationship Id="rId238" Type="http://schemas.openxmlformats.org/officeDocument/2006/relationships/customXml" Target="../ink/ink119.xml"/><Relationship Id="rId291" Type="http://schemas.openxmlformats.org/officeDocument/2006/relationships/image" Target="../media/image145.png"/><Relationship Id="rId305" Type="http://schemas.openxmlformats.org/officeDocument/2006/relationships/image" Target="../media/image152.png"/><Relationship Id="rId347" Type="http://schemas.openxmlformats.org/officeDocument/2006/relationships/image" Target="../media/image173.png"/><Relationship Id="rId44" Type="http://schemas.openxmlformats.org/officeDocument/2006/relationships/customXml" Target="../ink/ink22.xml"/><Relationship Id="rId86" Type="http://schemas.openxmlformats.org/officeDocument/2006/relationships/customXml" Target="../ink/ink43.xml"/><Relationship Id="rId151" Type="http://schemas.openxmlformats.org/officeDocument/2006/relationships/image" Target="../media/image75.png"/><Relationship Id="rId193" Type="http://schemas.openxmlformats.org/officeDocument/2006/relationships/image" Target="../media/image96.png"/><Relationship Id="rId207" Type="http://schemas.openxmlformats.org/officeDocument/2006/relationships/image" Target="../media/image103.png"/><Relationship Id="rId249" Type="http://schemas.openxmlformats.org/officeDocument/2006/relationships/image" Target="../media/image124.png"/><Relationship Id="rId13" Type="http://schemas.openxmlformats.org/officeDocument/2006/relationships/image" Target="../media/image6.png"/><Relationship Id="rId109" Type="http://schemas.openxmlformats.org/officeDocument/2006/relationships/image" Target="../media/image54.png"/><Relationship Id="rId260" Type="http://schemas.openxmlformats.org/officeDocument/2006/relationships/customXml" Target="../ink/ink130.xml"/><Relationship Id="rId316" Type="http://schemas.openxmlformats.org/officeDocument/2006/relationships/customXml" Target="../ink/ink158.xml"/><Relationship Id="rId55" Type="http://schemas.openxmlformats.org/officeDocument/2006/relationships/image" Target="../media/image27.png"/><Relationship Id="rId97" Type="http://schemas.openxmlformats.org/officeDocument/2006/relationships/image" Target="../media/image48.png"/><Relationship Id="rId120" Type="http://schemas.openxmlformats.org/officeDocument/2006/relationships/customXml" Target="../ink/ink60.xml"/><Relationship Id="rId358" Type="http://schemas.openxmlformats.org/officeDocument/2006/relationships/customXml" Target="../ink/ink179.xml"/><Relationship Id="rId162" Type="http://schemas.openxmlformats.org/officeDocument/2006/relationships/customXml" Target="../ink/ink81.xml"/><Relationship Id="rId218" Type="http://schemas.openxmlformats.org/officeDocument/2006/relationships/customXml" Target="../ink/ink109.xml"/><Relationship Id="rId271" Type="http://schemas.openxmlformats.org/officeDocument/2006/relationships/image" Target="../media/image135.png"/><Relationship Id="rId24" Type="http://schemas.openxmlformats.org/officeDocument/2006/relationships/customXml" Target="../ink/ink12.xml"/><Relationship Id="rId66" Type="http://schemas.openxmlformats.org/officeDocument/2006/relationships/customXml" Target="../ink/ink33.xml"/><Relationship Id="rId131" Type="http://schemas.openxmlformats.org/officeDocument/2006/relationships/image" Target="../media/image65.png"/><Relationship Id="rId327" Type="http://schemas.openxmlformats.org/officeDocument/2006/relationships/image" Target="../media/image163.png"/><Relationship Id="rId369" Type="http://schemas.openxmlformats.org/officeDocument/2006/relationships/image" Target="../media/image184.png"/><Relationship Id="rId173" Type="http://schemas.openxmlformats.org/officeDocument/2006/relationships/image" Target="../media/image86.png"/><Relationship Id="rId229" Type="http://schemas.openxmlformats.org/officeDocument/2006/relationships/image" Target="../media/image114.png"/><Relationship Id="rId240" Type="http://schemas.openxmlformats.org/officeDocument/2006/relationships/customXml" Target="../ink/ink120.xml"/><Relationship Id="rId35" Type="http://schemas.openxmlformats.org/officeDocument/2006/relationships/image" Target="../media/image17.png"/><Relationship Id="rId77" Type="http://schemas.openxmlformats.org/officeDocument/2006/relationships/image" Target="../media/image38.png"/><Relationship Id="rId100" Type="http://schemas.openxmlformats.org/officeDocument/2006/relationships/customXml" Target="../ink/ink50.xml"/><Relationship Id="rId282" Type="http://schemas.openxmlformats.org/officeDocument/2006/relationships/customXml" Target="../ink/ink141.xml"/><Relationship Id="rId338" Type="http://schemas.openxmlformats.org/officeDocument/2006/relationships/customXml" Target="../ink/ink169.xml"/><Relationship Id="rId8" Type="http://schemas.openxmlformats.org/officeDocument/2006/relationships/customXml" Target="../ink/ink4.xml"/><Relationship Id="rId142" Type="http://schemas.openxmlformats.org/officeDocument/2006/relationships/customXml" Target="../ink/ink71.xml"/><Relationship Id="rId184" Type="http://schemas.openxmlformats.org/officeDocument/2006/relationships/customXml" Target="../ink/ink92.xml"/><Relationship Id="rId251" Type="http://schemas.openxmlformats.org/officeDocument/2006/relationships/image" Target="../media/image125.png"/><Relationship Id="rId46" Type="http://schemas.openxmlformats.org/officeDocument/2006/relationships/customXml" Target="../ink/ink23.xml"/><Relationship Id="rId293" Type="http://schemas.openxmlformats.org/officeDocument/2006/relationships/image" Target="../media/image146.png"/><Relationship Id="rId307" Type="http://schemas.openxmlformats.org/officeDocument/2006/relationships/image" Target="../media/image153.png"/><Relationship Id="rId349" Type="http://schemas.openxmlformats.org/officeDocument/2006/relationships/image" Target="../media/image174.png"/><Relationship Id="rId88" Type="http://schemas.openxmlformats.org/officeDocument/2006/relationships/customXml" Target="../ink/ink44.xml"/><Relationship Id="rId111" Type="http://schemas.openxmlformats.org/officeDocument/2006/relationships/image" Target="../media/image55.png"/><Relationship Id="rId153" Type="http://schemas.openxmlformats.org/officeDocument/2006/relationships/image" Target="../media/image76.png"/><Relationship Id="rId195" Type="http://schemas.openxmlformats.org/officeDocument/2006/relationships/image" Target="../media/image97.png"/><Relationship Id="rId209" Type="http://schemas.openxmlformats.org/officeDocument/2006/relationships/image" Target="../media/image104.png"/><Relationship Id="rId360" Type="http://schemas.openxmlformats.org/officeDocument/2006/relationships/customXml" Target="../ink/ink180.xml"/><Relationship Id="rId220" Type="http://schemas.openxmlformats.org/officeDocument/2006/relationships/customXml" Target="../ink/ink110.xml"/><Relationship Id="rId15" Type="http://schemas.openxmlformats.org/officeDocument/2006/relationships/image" Target="../media/image7.png"/><Relationship Id="rId57" Type="http://schemas.openxmlformats.org/officeDocument/2006/relationships/image" Target="../media/image28.png"/><Relationship Id="rId262" Type="http://schemas.openxmlformats.org/officeDocument/2006/relationships/customXml" Target="../ink/ink131.xml"/><Relationship Id="rId318" Type="http://schemas.openxmlformats.org/officeDocument/2006/relationships/customXml" Target="../ink/ink159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50CEEE3-5463-4DA3-BC3D-0F26579ED202}"/>
              </a:ext>
            </a:extLst>
          </p:cNvPr>
          <p:cNvSpPr/>
          <p:nvPr/>
        </p:nvSpPr>
        <p:spPr>
          <a:xfrm>
            <a:off x="1315452" y="911259"/>
            <a:ext cx="8925827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Lab #2:  </a:t>
            </a:r>
          </a:p>
          <a:p>
            <a:r>
              <a:rPr lang="en-US" dirty="0"/>
              <a:t>	</a:t>
            </a:r>
          </a:p>
          <a:p>
            <a:endParaRPr lang="en-US" dirty="0"/>
          </a:p>
          <a:p>
            <a:r>
              <a:rPr lang="en-US" dirty="0"/>
              <a:t>By the beginning of the next lab (Feb. 11</a:t>
            </a:r>
            <a:r>
              <a:rPr lang="en-US" baseline="30000" dirty="0"/>
              <a:t>th</a:t>
            </a:r>
            <a:r>
              <a:rPr lang="en-US" dirty="0"/>
              <a:t>), check what you have into canvas (attachments or </a:t>
            </a:r>
            <a:r>
              <a:rPr lang="en-US" dirty="0" err="1"/>
              <a:t>github</a:t>
            </a:r>
            <a:r>
              <a:rPr lang="en-US" dirty="0"/>
              <a:t>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18210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A1EC103-9574-407D-BCE5-F949E2B40E51}"/>
              </a:ext>
            </a:extLst>
          </p:cNvPr>
          <p:cNvSpPr txBox="1"/>
          <p:nvPr/>
        </p:nvSpPr>
        <p:spPr>
          <a:xfrm>
            <a:off x="229864" y="627185"/>
            <a:ext cx="11604070" cy="57989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 (1) You walk into the “occasionally dishonest casino”  with prior probabilities and likelihoods set to the values in slides 21-25 of lecture #5. (that is, a “loaded” die has a 10% chance of getting a 1-5 and a 50% chance of getting a 6 but 99% of the dice are fair)  </a:t>
            </a:r>
          </a:p>
          <a:p>
            <a:endParaRPr lang="en-US" dirty="0"/>
          </a:p>
          <a:p>
            <a:r>
              <a:rPr lang="en-US" dirty="0"/>
              <a:t>You pick up one die and with it roll:  </a:t>
            </a:r>
          </a:p>
          <a:p>
            <a:endParaRPr lang="en-US" dirty="0"/>
          </a:p>
          <a:p>
            <a:r>
              <a:rPr lang="en-US" dirty="0"/>
              <a:t>2 3 2 6 3 5 6 2 6 6 2 6 6 2 3 6 6 6 5 6 6 5 6 6 6 6 6 4 6 3 3 3 6 6 5 6 6</a:t>
            </a:r>
          </a:p>
          <a:p>
            <a:endParaRPr lang="en-US" dirty="0"/>
          </a:p>
          <a:p>
            <a:r>
              <a:rPr lang="en-US" dirty="0"/>
              <a:t>Make a graph of the posterior probability that you have picked up a loaded die as a function of the number of times you have rolled the die.</a:t>
            </a:r>
          </a:p>
          <a:p>
            <a:endParaRPr lang="en-US" dirty="0"/>
          </a:p>
          <a:p>
            <a:r>
              <a:rPr lang="en-US" dirty="0"/>
              <a:t>Show your code…</a:t>
            </a:r>
          </a:p>
          <a:p>
            <a:endParaRPr lang="en-US" dirty="0"/>
          </a:p>
          <a:p>
            <a:r>
              <a:rPr lang="en-US" dirty="0"/>
              <a:t>  You can represent the rolls as</a:t>
            </a:r>
          </a:p>
          <a:p>
            <a:r>
              <a:rPr lang="en-US" dirty="0"/>
              <a:t>data&lt;-c(2,3,2,6,3,5,6,2,6,6,2,6,6,2,3,6,6,6,5,6,6,5,6,6,6,6,6,4,6,3,3,3,6,6,5,6,6)</a:t>
            </a:r>
          </a:p>
          <a:p>
            <a:endParaRPr lang="en-US" dirty="0"/>
          </a:p>
          <a:p>
            <a:r>
              <a:rPr lang="en-US" dirty="0"/>
              <a:t>(2) How many times on average would you need to roll a loaded die to be 99.999%  sure that it was loaded?  </a:t>
            </a:r>
          </a:p>
          <a:p>
            <a:r>
              <a:rPr lang="en-US" dirty="0"/>
              <a:t>(Show your work)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17C4376-2F36-40BE-AFD9-D62FBFF81287}"/>
              </a:ext>
            </a:extLst>
          </p:cNvPr>
          <p:cNvSpPr/>
          <p:nvPr/>
        </p:nvSpPr>
        <p:spPr>
          <a:xfrm>
            <a:off x="330308" y="83883"/>
            <a:ext cx="142859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Problem #1 </a:t>
            </a:r>
          </a:p>
        </p:txBody>
      </p:sp>
      <p:grpSp>
        <p:nvGrpSpPr>
          <p:cNvPr id="42" name="Group 41">
            <a:extLst>
              <a:ext uri="{FF2B5EF4-FFF2-40B4-BE49-F238E27FC236}">
                <a16:creationId xmlns:a16="http://schemas.microsoft.com/office/drawing/2014/main" id="{594324CC-65D4-51F8-EF5A-4D4014024060}"/>
              </a:ext>
            </a:extLst>
          </p:cNvPr>
          <p:cNvGrpSpPr/>
          <p:nvPr/>
        </p:nvGrpSpPr>
        <p:grpSpPr>
          <a:xfrm>
            <a:off x="3859552" y="1244305"/>
            <a:ext cx="1532880" cy="709200"/>
            <a:chOff x="3859552" y="1244305"/>
            <a:chExt cx="1532880" cy="709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92F49598-2F61-C43C-3BAF-17CC0C56A522}"/>
                    </a:ext>
                  </a:extLst>
                </p14:cNvPr>
                <p14:cNvContentPartPr/>
                <p14:nvPr/>
              </p14:nvContentPartPr>
              <p14:xfrm>
                <a:off x="3995272" y="1468225"/>
                <a:ext cx="58680" cy="900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92F49598-2F61-C43C-3BAF-17CC0C56A522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3990952" y="1463905"/>
                  <a:ext cx="67320" cy="1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5E3741ED-9982-7AE6-DF7B-24E6786FE6C9}"/>
                    </a:ext>
                  </a:extLst>
                </p14:cNvPr>
                <p14:cNvContentPartPr/>
                <p14:nvPr/>
              </p14:nvContentPartPr>
              <p14:xfrm>
                <a:off x="3942352" y="1392985"/>
                <a:ext cx="34560" cy="20196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5E3741ED-9982-7AE6-DF7B-24E6786FE6C9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3938032" y="1388665"/>
                  <a:ext cx="4320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62242014-D22F-F6F1-1297-7EAD272342D9}"/>
                    </a:ext>
                  </a:extLst>
                </p14:cNvPr>
                <p14:cNvContentPartPr/>
                <p14:nvPr/>
              </p14:nvContentPartPr>
              <p14:xfrm>
                <a:off x="3918952" y="1392625"/>
                <a:ext cx="134640" cy="14544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62242014-D22F-F6F1-1297-7EAD272342D9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3914632" y="1388305"/>
                  <a:ext cx="14328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980B1732-F338-2741-96CC-24003A32FB91}"/>
                    </a:ext>
                  </a:extLst>
                </p14:cNvPr>
                <p14:cNvContentPartPr/>
                <p14:nvPr/>
              </p14:nvContentPartPr>
              <p14:xfrm>
                <a:off x="4138912" y="1359865"/>
                <a:ext cx="68040" cy="19764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980B1732-F338-2741-96CC-24003A32FB91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4134592" y="1355545"/>
                  <a:ext cx="76680" cy="20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F8AE8321-4A8A-E1CB-E0FD-C3D541592C8C}"/>
                    </a:ext>
                  </a:extLst>
                </p14:cNvPr>
                <p14:cNvContentPartPr/>
                <p14:nvPr/>
              </p14:nvContentPartPr>
              <p14:xfrm>
                <a:off x="4255192" y="1355905"/>
                <a:ext cx="137520" cy="19008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F8AE8321-4A8A-E1CB-E0FD-C3D541592C8C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250872" y="1351585"/>
                  <a:ext cx="14616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E9DB577F-0C58-3F29-32A6-E4E6AC7AC772}"/>
                    </a:ext>
                  </a:extLst>
                </p14:cNvPr>
                <p14:cNvContentPartPr/>
                <p14:nvPr/>
              </p14:nvContentPartPr>
              <p14:xfrm>
                <a:off x="4425112" y="1296145"/>
                <a:ext cx="99000" cy="22680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E9DB577F-0C58-3F29-32A6-E4E6AC7AC772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420792" y="1291825"/>
                  <a:ext cx="107640" cy="23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F73834AF-F12F-608E-FB34-798811CE72DB}"/>
                    </a:ext>
                  </a:extLst>
                </p14:cNvPr>
                <p14:cNvContentPartPr/>
                <p14:nvPr/>
              </p14:nvContentPartPr>
              <p14:xfrm>
                <a:off x="4551832" y="1244305"/>
                <a:ext cx="100080" cy="35568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F73834AF-F12F-608E-FB34-798811CE72DB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4547512" y="1239985"/>
                  <a:ext cx="108720" cy="36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7E3B458B-9040-A36F-F697-8FE44E8C7CCF}"/>
                    </a:ext>
                  </a:extLst>
                </p14:cNvPr>
                <p14:cNvContentPartPr/>
                <p14:nvPr/>
              </p14:nvContentPartPr>
              <p14:xfrm>
                <a:off x="4760272" y="1383625"/>
                <a:ext cx="135720" cy="3672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7E3B458B-9040-A36F-F697-8FE44E8C7CCF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4755952" y="1379305"/>
                  <a:ext cx="144360" cy="4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4314B156-678A-4A34-F77F-6CA85F1E71E6}"/>
                    </a:ext>
                  </a:extLst>
                </p14:cNvPr>
                <p14:cNvContentPartPr/>
                <p14:nvPr/>
              </p14:nvContentPartPr>
              <p14:xfrm>
                <a:off x="4796992" y="1477225"/>
                <a:ext cx="105480" cy="1584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4314B156-678A-4A34-F77F-6CA85F1E71E6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4792672" y="1472905"/>
                  <a:ext cx="11412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17E7BCBC-E2B8-CE6B-728C-04C3E18C1D22}"/>
                    </a:ext>
                  </a:extLst>
                </p14:cNvPr>
                <p14:cNvContentPartPr/>
                <p14:nvPr/>
              </p14:nvContentPartPr>
              <p14:xfrm>
                <a:off x="5009752" y="1477585"/>
                <a:ext cx="66600" cy="4392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17E7BCBC-E2B8-CE6B-728C-04C3E18C1D22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005432" y="1473265"/>
                  <a:ext cx="7524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BBCC95E7-B99C-B96B-1BD4-CF1EC7D34D48}"/>
                    </a:ext>
                  </a:extLst>
                </p14:cNvPr>
                <p14:cNvContentPartPr/>
                <p14:nvPr/>
              </p14:nvContentPartPr>
              <p14:xfrm>
                <a:off x="5113072" y="1378225"/>
                <a:ext cx="127440" cy="15552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BBCC95E7-B99C-B96B-1BD4-CF1EC7D34D48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5108752" y="1373905"/>
                  <a:ext cx="13608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52689A41-556C-6251-82C4-718F99C19E20}"/>
                    </a:ext>
                  </a:extLst>
                </p14:cNvPr>
                <p14:cNvContentPartPr/>
                <p14:nvPr/>
              </p14:nvContentPartPr>
              <p14:xfrm>
                <a:off x="5295952" y="1333945"/>
                <a:ext cx="96480" cy="20628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52689A41-556C-6251-82C4-718F99C19E20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5291632" y="1329625"/>
                  <a:ext cx="105120" cy="21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1DCE774E-A60E-A477-82CD-BDD8AC9F9367}"/>
                    </a:ext>
                  </a:extLst>
                </p14:cNvPr>
                <p14:cNvContentPartPr/>
                <p14:nvPr/>
              </p14:nvContentPartPr>
              <p14:xfrm>
                <a:off x="3859552" y="1774945"/>
                <a:ext cx="33840" cy="17856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1DCE774E-A60E-A477-82CD-BDD8AC9F9367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3855232" y="1770625"/>
                  <a:ext cx="4248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61202A9D-043F-1EBE-5DE9-1A6DD1E5C97D}"/>
                    </a:ext>
                  </a:extLst>
                </p14:cNvPr>
                <p14:cNvContentPartPr/>
                <p14:nvPr/>
              </p14:nvContentPartPr>
              <p14:xfrm>
                <a:off x="3862432" y="1735345"/>
                <a:ext cx="112680" cy="13356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61202A9D-043F-1EBE-5DE9-1A6DD1E5C97D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3858112" y="1731025"/>
                  <a:ext cx="12132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49DDB6B3-3986-E4D9-36AE-6B5B0710A6CA}"/>
                    </a:ext>
                  </a:extLst>
                </p14:cNvPr>
                <p14:cNvContentPartPr/>
                <p14:nvPr/>
              </p14:nvContentPartPr>
              <p14:xfrm>
                <a:off x="4049272" y="1667665"/>
                <a:ext cx="105480" cy="27684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49DDB6B3-3986-E4D9-36AE-6B5B0710A6CA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044952" y="1663345"/>
                  <a:ext cx="114120" cy="28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A4240DFA-A4CA-16AA-41F3-7C921F549EC9}"/>
                    </a:ext>
                  </a:extLst>
                </p14:cNvPr>
                <p14:cNvContentPartPr/>
                <p14:nvPr/>
              </p14:nvContentPartPr>
              <p14:xfrm>
                <a:off x="4212712" y="1708345"/>
                <a:ext cx="127440" cy="18792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A4240DFA-A4CA-16AA-41F3-7C921F549EC9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208392" y="1704025"/>
                  <a:ext cx="13608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A1B1AEBF-B8C1-BF3E-BB7F-08CD1AB77438}"/>
                    </a:ext>
                  </a:extLst>
                </p14:cNvPr>
                <p14:cNvContentPartPr/>
                <p14:nvPr/>
              </p14:nvContentPartPr>
              <p14:xfrm>
                <a:off x="4343752" y="1633825"/>
                <a:ext cx="146160" cy="31464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A1B1AEBF-B8C1-BF3E-BB7F-08CD1AB77438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4339432" y="1629505"/>
                  <a:ext cx="154800" cy="32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CE6F318F-84D6-23F9-ED7E-001F1D0A09AA}"/>
                    </a:ext>
                  </a:extLst>
                </p14:cNvPr>
                <p14:cNvContentPartPr/>
                <p14:nvPr/>
              </p14:nvContentPartPr>
              <p14:xfrm>
                <a:off x="4636432" y="1749025"/>
                <a:ext cx="73440" cy="1980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CE6F318F-84D6-23F9-ED7E-001F1D0A09AA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4632112" y="1744705"/>
                  <a:ext cx="8208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8DA0713B-1C00-4B45-A595-B6E6E08EAC23}"/>
                    </a:ext>
                  </a:extLst>
                </p14:cNvPr>
                <p14:cNvContentPartPr/>
                <p14:nvPr/>
              </p14:nvContentPartPr>
              <p14:xfrm>
                <a:off x="4684672" y="1830745"/>
                <a:ext cx="89280" cy="1296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8DA0713B-1C00-4B45-A595-B6E6E08EAC23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4680352" y="1826425"/>
                  <a:ext cx="97920" cy="21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E32CD45C-2F90-44CA-28DA-E2E32A09B7EA}"/>
              </a:ext>
            </a:extLst>
          </p:cNvPr>
          <p:cNvGrpSpPr/>
          <p:nvPr/>
        </p:nvGrpSpPr>
        <p:grpSpPr>
          <a:xfrm>
            <a:off x="4948192" y="1635985"/>
            <a:ext cx="344160" cy="260640"/>
            <a:chOff x="4948192" y="1635985"/>
            <a:chExt cx="344160" cy="260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9E9640FB-B378-A18A-FA61-1CD1D7F22E57}"/>
                    </a:ext>
                  </a:extLst>
                </p14:cNvPr>
                <p14:cNvContentPartPr/>
                <p14:nvPr/>
              </p14:nvContentPartPr>
              <p14:xfrm>
                <a:off x="4948192" y="1844785"/>
                <a:ext cx="23040" cy="4500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9E9640FB-B378-A18A-FA61-1CD1D7F22E57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4943872" y="1840465"/>
                  <a:ext cx="31680" cy="5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3A3D833D-20FB-0C3E-67A6-C02DB99DBCA2}"/>
                    </a:ext>
                  </a:extLst>
                </p14:cNvPr>
                <p14:cNvContentPartPr/>
                <p14:nvPr/>
              </p14:nvContentPartPr>
              <p14:xfrm>
                <a:off x="5075272" y="1712305"/>
                <a:ext cx="88560" cy="15552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3A3D833D-20FB-0C3E-67A6-C02DB99DBCA2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5070952" y="1707985"/>
                  <a:ext cx="9720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3EF42F6F-73AE-45E5-ECDD-4D2606FE6FF4}"/>
                    </a:ext>
                  </a:extLst>
                </p14:cNvPr>
                <p14:cNvContentPartPr/>
                <p14:nvPr/>
              </p14:nvContentPartPr>
              <p14:xfrm>
                <a:off x="5233672" y="1635985"/>
                <a:ext cx="58680" cy="26064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3EF42F6F-73AE-45E5-ECDD-4D2606FE6FF4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5229352" y="1631665"/>
                  <a:ext cx="67320" cy="2692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46">
            <p14:nvContentPartPr>
              <p14:cNvPr id="47" name="Ink 46">
                <a:extLst>
                  <a:ext uri="{FF2B5EF4-FFF2-40B4-BE49-F238E27FC236}">
                    <a16:creationId xmlns:a16="http://schemas.microsoft.com/office/drawing/2014/main" id="{7FB97A2F-CF5E-2811-101F-29D6F8C6E5E2}"/>
                  </a:ext>
                </a:extLst>
              </p14:cNvPr>
              <p14:cNvContentPartPr/>
              <p14:nvPr/>
            </p14:nvContentPartPr>
            <p14:xfrm>
              <a:off x="5476513" y="1312173"/>
              <a:ext cx="122760" cy="717120"/>
            </p14:xfrm>
          </p:contentPart>
        </mc:Choice>
        <mc:Fallback>
          <p:pic>
            <p:nvPicPr>
              <p:cNvPr id="47" name="Ink 46">
                <a:extLst>
                  <a:ext uri="{FF2B5EF4-FFF2-40B4-BE49-F238E27FC236}">
                    <a16:creationId xmlns:a16="http://schemas.microsoft.com/office/drawing/2014/main" id="{7FB97A2F-CF5E-2811-101F-29D6F8C6E5E2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5472193" y="1307853"/>
                <a:ext cx="131400" cy="725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8">
            <p14:nvContentPartPr>
              <p14:cNvPr id="78" name="Ink 77">
                <a:extLst>
                  <a:ext uri="{FF2B5EF4-FFF2-40B4-BE49-F238E27FC236}">
                    <a16:creationId xmlns:a16="http://schemas.microsoft.com/office/drawing/2014/main" id="{749FDA6C-AAC9-0E8C-D316-D631ECA90C93}"/>
                  </a:ext>
                </a:extLst>
              </p14:cNvPr>
              <p14:cNvContentPartPr/>
              <p14:nvPr/>
            </p14:nvContentPartPr>
            <p14:xfrm>
              <a:off x="7784113" y="1177533"/>
              <a:ext cx="156240" cy="907920"/>
            </p14:xfrm>
          </p:contentPart>
        </mc:Choice>
        <mc:Fallback>
          <p:pic>
            <p:nvPicPr>
              <p:cNvPr id="78" name="Ink 77">
                <a:extLst>
                  <a:ext uri="{FF2B5EF4-FFF2-40B4-BE49-F238E27FC236}">
                    <a16:creationId xmlns:a16="http://schemas.microsoft.com/office/drawing/2014/main" id="{749FDA6C-AAC9-0E8C-D316-D631ECA90C93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7779793" y="1173213"/>
                <a:ext cx="164880" cy="916560"/>
              </a:xfrm>
              <a:prstGeom prst="rect">
                <a:avLst/>
              </a:prstGeom>
            </p:spPr>
          </p:pic>
        </mc:Fallback>
      </mc:AlternateContent>
      <p:grpSp>
        <p:nvGrpSpPr>
          <p:cNvPr id="107" name="Group 106">
            <a:extLst>
              <a:ext uri="{FF2B5EF4-FFF2-40B4-BE49-F238E27FC236}">
                <a16:creationId xmlns:a16="http://schemas.microsoft.com/office/drawing/2014/main" id="{8C2B2517-0401-73DE-4EEC-91456356145B}"/>
              </a:ext>
            </a:extLst>
          </p:cNvPr>
          <p:cNvGrpSpPr/>
          <p:nvPr/>
        </p:nvGrpSpPr>
        <p:grpSpPr>
          <a:xfrm>
            <a:off x="5701513" y="1267533"/>
            <a:ext cx="1778040" cy="827640"/>
            <a:chOff x="5701513" y="1267533"/>
            <a:chExt cx="1778040" cy="827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702464B1-933D-1D94-E943-E563AC63DC24}"/>
                    </a:ext>
                  </a:extLst>
                </p14:cNvPr>
                <p14:cNvContentPartPr/>
                <p14:nvPr/>
              </p14:nvContentPartPr>
              <p14:xfrm>
                <a:off x="5719513" y="1316493"/>
                <a:ext cx="127080" cy="26892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702464B1-933D-1D94-E943-E563AC63DC24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5715193" y="1312173"/>
                  <a:ext cx="135720" cy="27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CD384BBC-FA0A-C1C0-5A0C-7DC2CA6C0550}"/>
                    </a:ext>
                  </a:extLst>
                </p14:cNvPr>
                <p14:cNvContentPartPr/>
                <p14:nvPr/>
              </p14:nvContentPartPr>
              <p14:xfrm>
                <a:off x="5887273" y="1267533"/>
                <a:ext cx="81720" cy="28224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CD384BBC-FA0A-C1C0-5A0C-7DC2CA6C0550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5882953" y="1263213"/>
                  <a:ext cx="90360" cy="29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44E7748B-73DA-9EAD-F841-E1A5789A29AB}"/>
                    </a:ext>
                  </a:extLst>
                </p14:cNvPr>
                <p14:cNvContentPartPr/>
                <p14:nvPr/>
              </p14:nvContentPartPr>
              <p14:xfrm>
                <a:off x="6047833" y="1274733"/>
                <a:ext cx="105480" cy="25416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44E7748B-73DA-9EAD-F841-E1A5789A29AB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6043153" y="1270413"/>
                  <a:ext cx="114120" cy="26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C898449C-8073-6904-C7A7-E3FEF14D0043}"/>
                    </a:ext>
                  </a:extLst>
                </p14:cNvPr>
                <p14:cNvContentPartPr/>
                <p14:nvPr/>
              </p14:nvContentPartPr>
              <p14:xfrm>
                <a:off x="6297673" y="1277253"/>
                <a:ext cx="16560" cy="23364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C898449C-8073-6904-C7A7-E3FEF14D0043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6293353" y="1272933"/>
                  <a:ext cx="2520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5960533F-715B-A454-6BC8-F074BC0AE2C2}"/>
                    </a:ext>
                  </a:extLst>
                </p14:cNvPr>
                <p14:cNvContentPartPr/>
                <p14:nvPr/>
              </p14:nvContentPartPr>
              <p14:xfrm>
                <a:off x="6362833" y="1322253"/>
                <a:ext cx="126360" cy="15660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5960533F-715B-A454-6BC8-F074BC0AE2C2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6358513" y="1317933"/>
                  <a:ext cx="13500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040E443F-0BE4-19A5-7421-F2504DF9E58B}"/>
                    </a:ext>
                  </a:extLst>
                </p14:cNvPr>
                <p14:cNvContentPartPr/>
                <p14:nvPr/>
              </p14:nvContentPartPr>
              <p14:xfrm>
                <a:off x="6500353" y="1278693"/>
                <a:ext cx="136080" cy="36144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040E443F-0BE4-19A5-7421-F2504DF9E58B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6496033" y="1274373"/>
                  <a:ext cx="144720" cy="37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A858DAA9-B781-81F4-7864-7BB4A5E306CC}"/>
                    </a:ext>
                  </a:extLst>
                </p14:cNvPr>
                <p14:cNvContentPartPr/>
                <p14:nvPr/>
              </p14:nvContentPartPr>
              <p14:xfrm>
                <a:off x="6698353" y="1380573"/>
                <a:ext cx="153360" cy="3780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A858DAA9-B781-81F4-7864-7BB4A5E306CC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6694033" y="1376253"/>
                  <a:ext cx="162000" cy="4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99BBE412-6B3C-A66E-C69A-F846BD45C9CE}"/>
                    </a:ext>
                  </a:extLst>
                </p14:cNvPr>
                <p14:cNvContentPartPr/>
                <p14:nvPr/>
              </p14:nvContentPartPr>
              <p14:xfrm>
                <a:off x="6724273" y="1523493"/>
                <a:ext cx="108000" cy="5328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99BBE412-6B3C-A66E-C69A-F846BD45C9CE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6719953" y="1519173"/>
                  <a:ext cx="116640" cy="6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D7C58624-DC78-6AEB-793D-A6081A0EA7C3}"/>
                    </a:ext>
                  </a:extLst>
                </p14:cNvPr>
                <p14:cNvContentPartPr/>
                <p14:nvPr/>
              </p14:nvContentPartPr>
              <p14:xfrm>
                <a:off x="6958273" y="1288053"/>
                <a:ext cx="82080" cy="28188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D7C58624-DC78-6AEB-793D-A6081A0EA7C3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6953953" y="1283733"/>
                  <a:ext cx="90720" cy="29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BD97705B-91BB-70D9-9E5C-14C4E646F928}"/>
                    </a:ext>
                  </a:extLst>
                </p14:cNvPr>
                <p14:cNvContentPartPr/>
                <p14:nvPr/>
              </p14:nvContentPartPr>
              <p14:xfrm>
                <a:off x="7136473" y="1452213"/>
                <a:ext cx="5760" cy="6552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BD97705B-91BB-70D9-9E5C-14C4E646F928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7132153" y="1447893"/>
                  <a:ext cx="14400" cy="7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D1B0B0C7-3E43-488A-B038-2BDB0CEF5CA0}"/>
                    </a:ext>
                  </a:extLst>
                </p14:cNvPr>
                <p14:cNvContentPartPr/>
                <p14:nvPr/>
              </p14:nvContentPartPr>
              <p14:xfrm>
                <a:off x="7174633" y="1324773"/>
                <a:ext cx="121680" cy="17748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D1B0B0C7-3E43-488A-B038-2BDB0CEF5CA0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7170313" y="1320453"/>
                  <a:ext cx="13032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9442FEC6-E409-4FE0-7A35-62E08931DFD4}"/>
                    </a:ext>
                  </a:extLst>
                </p14:cNvPr>
                <p14:cNvContentPartPr/>
                <p14:nvPr/>
              </p14:nvContentPartPr>
              <p14:xfrm>
                <a:off x="7198033" y="1267533"/>
                <a:ext cx="154800" cy="7488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9442FEC6-E409-4FE0-7A35-62E08931DFD4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7193713" y="1263213"/>
                  <a:ext cx="163440" cy="8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4F3698BF-CEA6-9E10-2491-E7D8A1EE0113}"/>
                    </a:ext>
                  </a:extLst>
                </p14:cNvPr>
                <p14:cNvContentPartPr/>
                <p14:nvPr/>
              </p14:nvContentPartPr>
              <p14:xfrm>
                <a:off x="5701513" y="1795293"/>
                <a:ext cx="29880" cy="27000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4F3698BF-CEA6-9E10-2491-E7D8A1EE0113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5697193" y="1790973"/>
                  <a:ext cx="38520" cy="27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BD0F9D32-3464-8C19-B9B4-13CF07BDBF03}"/>
                    </a:ext>
                  </a:extLst>
                </p14:cNvPr>
                <p14:cNvContentPartPr/>
                <p14:nvPr/>
              </p14:nvContentPartPr>
              <p14:xfrm>
                <a:off x="5718433" y="1758573"/>
                <a:ext cx="93240" cy="15408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BD0F9D32-3464-8C19-B9B4-13CF07BDBF03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5714113" y="1754253"/>
                  <a:ext cx="101880" cy="16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566E2803-0A04-0758-580C-EA89366CC4B4}"/>
                    </a:ext>
                  </a:extLst>
                </p14:cNvPr>
                <p14:cNvContentPartPr/>
                <p14:nvPr/>
              </p14:nvContentPartPr>
              <p14:xfrm>
                <a:off x="5888713" y="1673973"/>
                <a:ext cx="74880" cy="34092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566E2803-0A04-0758-580C-EA89366CC4B4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5884393" y="1669653"/>
                  <a:ext cx="83520" cy="34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05FA664B-35C0-307A-D5B7-A71B1C3C3869}"/>
                    </a:ext>
                  </a:extLst>
                </p14:cNvPr>
                <p14:cNvContentPartPr/>
                <p14:nvPr/>
              </p14:nvContentPartPr>
              <p14:xfrm>
                <a:off x="6269233" y="1663173"/>
                <a:ext cx="33840" cy="26604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05FA664B-35C0-307A-D5B7-A71B1C3C3869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6264913" y="1658853"/>
                  <a:ext cx="42480" cy="27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60F1B437-748F-C715-3A9B-89A692698FC6}"/>
                    </a:ext>
                  </a:extLst>
                </p14:cNvPr>
                <p14:cNvContentPartPr/>
                <p14:nvPr/>
              </p14:nvContentPartPr>
              <p14:xfrm>
                <a:off x="6389473" y="1670013"/>
                <a:ext cx="92880" cy="26676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60F1B437-748F-C715-3A9B-89A692698FC6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6385153" y="1665693"/>
                  <a:ext cx="101520" cy="27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3B6D2DA9-1B79-6A21-FC9E-EE37FB8B96A0}"/>
                    </a:ext>
                  </a:extLst>
                </p14:cNvPr>
                <p14:cNvContentPartPr/>
                <p14:nvPr/>
              </p14:nvContentPartPr>
              <p14:xfrm>
                <a:off x="6530953" y="1713213"/>
                <a:ext cx="123120" cy="24948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3B6D2DA9-1B79-6A21-FC9E-EE37FB8B96A0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6526633" y="1708893"/>
                  <a:ext cx="131760" cy="25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3CA22730-5E68-DD2B-11A2-FD2B3F0C15A2}"/>
                    </a:ext>
                  </a:extLst>
                </p14:cNvPr>
                <p14:cNvContentPartPr/>
                <p14:nvPr/>
              </p14:nvContentPartPr>
              <p14:xfrm>
                <a:off x="6682873" y="1697733"/>
                <a:ext cx="88560" cy="36036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3CA22730-5E68-DD2B-11A2-FD2B3F0C15A2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6678553" y="1693413"/>
                  <a:ext cx="97200" cy="36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F138A432-68CD-7DCA-9FCB-255EC5FC56A3}"/>
                    </a:ext>
                  </a:extLst>
                </p14:cNvPr>
                <p14:cNvContentPartPr/>
                <p14:nvPr/>
              </p14:nvContentPartPr>
              <p14:xfrm>
                <a:off x="6876913" y="1794213"/>
                <a:ext cx="110520" cy="5184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F138A432-68CD-7DCA-9FCB-255EC5FC56A3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6872593" y="1789893"/>
                  <a:ext cx="11916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42C13EF0-D4CB-7FF6-999B-3C656879A6CA}"/>
                    </a:ext>
                  </a:extLst>
                </p14:cNvPr>
                <p14:cNvContentPartPr/>
                <p14:nvPr/>
              </p14:nvContentPartPr>
              <p14:xfrm>
                <a:off x="6880873" y="1920213"/>
                <a:ext cx="119520" cy="2556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42C13EF0-D4CB-7FF6-999B-3C656879A6CA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6876553" y="1915893"/>
                  <a:ext cx="12816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B4A2766E-86CA-2C5F-0923-3CA796B2A99B}"/>
                    </a:ext>
                  </a:extLst>
                </p14:cNvPr>
                <p14:cNvContentPartPr/>
                <p14:nvPr/>
              </p14:nvContentPartPr>
              <p14:xfrm>
                <a:off x="7028473" y="1783773"/>
                <a:ext cx="129240" cy="25668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B4A2766E-86CA-2C5F-0923-3CA796B2A99B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7024153" y="1779093"/>
                  <a:ext cx="137880" cy="26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D6CE383B-BDB2-6A3F-E6CE-22D525D3B330}"/>
                    </a:ext>
                  </a:extLst>
                </p14:cNvPr>
                <p14:cNvContentPartPr/>
                <p14:nvPr/>
              </p14:nvContentPartPr>
              <p14:xfrm>
                <a:off x="7250233" y="1956573"/>
                <a:ext cx="11160" cy="5472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D6CE383B-BDB2-6A3F-E6CE-22D525D3B330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7245913" y="1952253"/>
                  <a:ext cx="19800" cy="6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B970B726-250F-3DAA-D50B-1913C052D2DE}"/>
                    </a:ext>
                  </a:extLst>
                </p14:cNvPr>
                <p14:cNvContentPartPr/>
                <p14:nvPr/>
              </p14:nvContentPartPr>
              <p14:xfrm>
                <a:off x="7306393" y="1799613"/>
                <a:ext cx="114480" cy="17460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B970B726-250F-3DAA-D50B-1913C052D2DE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7302073" y="1795293"/>
                  <a:ext cx="123120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4EFBA4DA-D6FA-F9BE-A2A4-3208005905BC}"/>
                    </a:ext>
                  </a:extLst>
                </p14:cNvPr>
                <p14:cNvContentPartPr/>
                <p14:nvPr/>
              </p14:nvContentPartPr>
              <p14:xfrm>
                <a:off x="7293433" y="1695573"/>
                <a:ext cx="186120" cy="10908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4EFBA4DA-D6FA-F9BE-A2A4-3208005905BC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7289113" y="1691253"/>
                  <a:ext cx="194760" cy="11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C8DCC74B-1578-F601-C30E-0520A56E2DFF}"/>
                    </a:ext>
                  </a:extLst>
                </p14:cNvPr>
                <p14:cNvContentPartPr/>
                <p14:nvPr/>
              </p14:nvContentPartPr>
              <p14:xfrm>
                <a:off x="6010393" y="1760013"/>
                <a:ext cx="114840" cy="29376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C8DCC74B-1578-F601-C30E-0520A56E2DFF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6006073" y="1755693"/>
                  <a:ext cx="123480" cy="30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D99682ED-CAEA-CD7D-0DD4-6124081B53F4}"/>
                    </a:ext>
                  </a:extLst>
                </p14:cNvPr>
                <p14:cNvContentPartPr/>
                <p14:nvPr/>
              </p14:nvContentPartPr>
              <p14:xfrm>
                <a:off x="6153673" y="1775493"/>
                <a:ext cx="105480" cy="31968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D99682ED-CAEA-CD7D-0DD4-6124081B53F4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6149353" y="1771173"/>
                  <a:ext cx="114120" cy="328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C64E13BB-46C2-6A67-D61C-4B4DEA8EA049}"/>
              </a:ext>
            </a:extLst>
          </p:cNvPr>
          <p:cNvGrpSpPr/>
          <p:nvPr/>
        </p:nvGrpSpPr>
        <p:grpSpPr>
          <a:xfrm>
            <a:off x="8044033" y="1180053"/>
            <a:ext cx="2016720" cy="912240"/>
            <a:chOff x="8044033" y="1180053"/>
            <a:chExt cx="2016720" cy="912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3C9EAD0D-A218-F020-4033-E42BE1BA65A7}"/>
                    </a:ext>
                  </a:extLst>
                </p14:cNvPr>
                <p14:cNvContentPartPr/>
                <p14:nvPr/>
              </p14:nvContentPartPr>
              <p14:xfrm>
                <a:off x="8044033" y="1223253"/>
                <a:ext cx="133200" cy="21348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3C9EAD0D-A218-F020-4033-E42BE1BA65A7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8039713" y="1218933"/>
                  <a:ext cx="141840" cy="22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838F865B-B923-6A1B-33A3-DCBCFA2BD49A}"/>
                    </a:ext>
                  </a:extLst>
                </p14:cNvPr>
                <p14:cNvContentPartPr/>
                <p14:nvPr/>
              </p14:nvContentPartPr>
              <p14:xfrm>
                <a:off x="8245273" y="1180053"/>
                <a:ext cx="87840" cy="31536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838F865B-B923-6A1B-33A3-DCBCFA2BD49A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8240953" y="1175733"/>
                  <a:ext cx="96480" cy="32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198726DF-6690-541D-2E95-2FD518E0309F}"/>
                    </a:ext>
                  </a:extLst>
                </p14:cNvPr>
                <p14:cNvContentPartPr/>
                <p14:nvPr/>
              </p14:nvContentPartPr>
              <p14:xfrm>
                <a:off x="8409793" y="1233693"/>
                <a:ext cx="133200" cy="21060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198726DF-6690-541D-2E95-2FD518E0309F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8405473" y="1229373"/>
                  <a:ext cx="141840" cy="21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B9DACFF6-D201-F157-B31B-501F4C882B74}"/>
                    </a:ext>
                  </a:extLst>
                </p14:cNvPr>
                <p14:cNvContentPartPr/>
                <p14:nvPr/>
              </p14:nvContentPartPr>
              <p14:xfrm>
                <a:off x="8650993" y="1217133"/>
                <a:ext cx="41400" cy="34128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B9DACFF6-D201-F157-B31B-501F4C882B74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8646673" y="1212813"/>
                  <a:ext cx="50040" cy="34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02347733-33E0-EF77-9EBD-0EC599897BC2}"/>
                    </a:ext>
                  </a:extLst>
                </p14:cNvPr>
                <p14:cNvContentPartPr/>
                <p14:nvPr/>
              </p14:nvContentPartPr>
              <p14:xfrm>
                <a:off x="8775913" y="1222173"/>
                <a:ext cx="135000" cy="27612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02347733-33E0-EF77-9EBD-0EC599897BC2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8771593" y="1217853"/>
                  <a:ext cx="143640" cy="28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250B09AE-044E-3D66-9088-72A4EE80E7DE}"/>
                    </a:ext>
                  </a:extLst>
                </p14:cNvPr>
                <p14:cNvContentPartPr/>
                <p14:nvPr/>
              </p14:nvContentPartPr>
              <p14:xfrm>
                <a:off x="8992993" y="1205613"/>
                <a:ext cx="149040" cy="27576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250B09AE-044E-3D66-9088-72A4EE80E7DE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8988673" y="1201293"/>
                  <a:ext cx="157680" cy="28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EEF062B4-8DAE-22E9-E9DC-7C222996AC9E}"/>
                    </a:ext>
                  </a:extLst>
                </p14:cNvPr>
                <p14:cNvContentPartPr/>
                <p14:nvPr/>
              </p14:nvContentPartPr>
              <p14:xfrm>
                <a:off x="9124393" y="1232973"/>
                <a:ext cx="125280" cy="39348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EEF062B4-8DAE-22E9-E9DC-7C222996AC9E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9120073" y="1228653"/>
                  <a:ext cx="133920" cy="40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3B3B209F-7AAB-1B7F-2FB0-0D215B4B5E66}"/>
                    </a:ext>
                  </a:extLst>
                </p14:cNvPr>
                <p14:cNvContentPartPr/>
                <p14:nvPr/>
              </p14:nvContentPartPr>
              <p14:xfrm>
                <a:off x="9305473" y="1269333"/>
                <a:ext cx="195480" cy="4572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3B3B209F-7AAB-1B7F-2FB0-0D215B4B5E66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9301153" y="1265013"/>
                  <a:ext cx="204120" cy="5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0303F703-BA60-6691-26BC-27B8B2EF0C58}"/>
                    </a:ext>
                  </a:extLst>
                </p14:cNvPr>
                <p14:cNvContentPartPr/>
                <p14:nvPr/>
              </p14:nvContentPartPr>
              <p14:xfrm>
                <a:off x="9359833" y="1410813"/>
                <a:ext cx="131400" cy="2448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0303F703-BA60-6691-26BC-27B8B2EF0C58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9355513" y="1406493"/>
                  <a:ext cx="14004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B9BEB09B-3759-B3A6-3981-DED4D7B15C9F}"/>
                    </a:ext>
                  </a:extLst>
                </p14:cNvPr>
                <p14:cNvContentPartPr/>
                <p14:nvPr/>
              </p14:nvContentPartPr>
              <p14:xfrm>
                <a:off x="9714793" y="1201293"/>
                <a:ext cx="66240" cy="21816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B9BEB09B-3759-B3A6-3981-DED4D7B15C9F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9710473" y="1196973"/>
                  <a:ext cx="74880" cy="22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7FB2D4F2-E74A-3DE8-4278-D13656524F04}"/>
                    </a:ext>
                  </a:extLst>
                </p14:cNvPr>
                <p14:cNvContentPartPr/>
                <p14:nvPr/>
              </p14:nvContentPartPr>
              <p14:xfrm>
                <a:off x="9787513" y="1254213"/>
                <a:ext cx="39240" cy="35388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7FB2D4F2-E74A-3DE8-4278-D13656524F04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9783193" y="1249893"/>
                  <a:ext cx="47880" cy="36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4EB29B83-D0ED-C41C-84E9-D252FDBF540F}"/>
                    </a:ext>
                  </a:extLst>
                </p14:cNvPr>
                <p14:cNvContentPartPr/>
                <p14:nvPr/>
              </p14:nvContentPartPr>
              <p14:xfrm>
                <a:off x="9900193" y="1406493"/>
                <a:ext cx="137520" cy="22860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4EB29B83-D0ED-C41C-84E9-D252FDBF540F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9895873" y="1402173"/>
                  <a:ext cx="146160" cy="23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D1226061-F55D-B155-C7FB-CF1623A80C8A}"/>
                    </a:ext>
                  </a:extLst>
                </p14:cNvPr>
                <p14:cNvContentPartPr/>
                <p14:nvPr/>
              </p14:nvContentPartPr>
              <p14:xfrm>
                <a:off x="8068153" y="1771533"/>
                <a:ext cx="74160" cy="23256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D1226061-F55D-B155-C7FB-CF1623A80C8A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8063833" y="1767213"/>
                  <a:ext cx="82800" cy="24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5718D351-6B54-9261-04EB-4BF8C148E341}"/>
                    </a:ext>
                  </a:extLst>
                </p14:cNvPr>
                <p14:cNvContentPartPr/>
                <p14:nvPr/>
              </p14:nvContentPartPr>
              <p14:xfrm>
                <a:off x="8272633" y="1669293"/>
                <a:ext cx="100080" cy="34308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5718D351-6B54-9261-04EB-4BF8C148E341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8268313" y="1664973"/>
                  <a:ext cx="108720" cy="35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973E7BC6-CAA1-FCE1-07A3-21D1177FD5BC}"/>
                    </a:ext>
                  </a:extLst>
                </p14:cNvPr>
                <p14:cNvContentPartPr/>
                <p14:nvPr/>
              </p14:nvContentPartPr>
              <p14:xfrm>
                <a:off x="8383153" y="1739493"/>
                <a:ext cx="115920" cy="28980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973E7BC6-CAA1-FCE1-07A3-21D1177FD5BC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8378833" y="1735173"/>
                  <a:ext cx="124560" cy="29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5B9AA747-DD22-DC2A-92E1-5E594A1DC24A}"/>
                    </a:ext>
                  </a:extLst>
                </p14:cNvPr>
                <p14:cNvContentPartPr/>
                <p14:nvPr/>
              </p14:nvContentPartPr>
              <p14:xfrm>
                <a:off x="8550193" y="1714653"/>
                <a:ext cx="140400" cy="30384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5B9AA747-DD22-DC2A-92E1-5E594A1DC24A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8545873" y="1710333"/>
                  <a:ext cx="149040" cy="31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C7AC7011-541E-FCC0-4AA5-FE43922A5364}"/>
                    </a:ext>
                  </a:extLst>
                </p14:cNvPr>
                <p14:cNvContentPartPr/>
                <p14:nvPr/>
              </p14:nvContentPartPr>
              <p14:xfrm>
                <a:off x="8773753" y="1666053"/>
                <a:ext cx="33480" cy="32508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C7AC7011-541E-FCC0-4AA5-FE43922A5364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8769433" y="1661733"/>
                  <a:ext cx="42120" cy="33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302DB403-E9EC-435C-25BC-A4E9458E6DD3}"/>
                    </a:ext>
                  </a:extLst>
                </p14:cNvPr>
                <p14:cNvContentPartPr/>
                <p14:nvPr/>
              </p14:nvContentPartPr>
              <p14:xfrm>
                <a:off x="8875993" y="1715733"/>
                <a:ext cx="147240" cy="28656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302DB403-E9EC-435C-25BC-A4E9458E6DD3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8871673" y="1711413"/>
                  <a:ext cx="155880" cy="29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B76C5016-6716-AC51-5144-DEE8F0A6AFAE}"/>
                    </a:ext>
                  </a:extLst>
                </p14:cNvPr>
                <p14:cNvContentPartPr/>
                <p14:nvPr/>
              </p14:nvContentPartPr>
              <p14:xfrm>
                <a:off x="9065353" y="1762533"/>
                <a:ext cx="104760" cy="23148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B76C5016-6716-AC51-5144-DEE8F0A6AFAE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9061033" y="1758213"/>
                  <a:ext cx="113400" cy="24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E097C343-9DFC-37E8-000B-289BAB9E236B}"/>
                    </a:ext>
                  </a:extLst>
                </p14:cNvPr>
                <p14:cNvContentPartPr/>
                <p14:nvPr/>
              </p14:nvContentPartPr>
              <p14:xfrm>
                <a:off x="9190273" y="1699893"/>
                <a:ext cx="124200" cy="37188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E097C343-9DFC-37E8-000B-289BAB9E236B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9185953" y="1695573"/>
                  <a:ext cx="132840" cy="38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486F6B1B-7E50-7B99-2467-954408C1E492}"/>
                    </a:ext>
                  </a:extLst>
                </p14:cNvPr>
                <p14:cNvContentPartPr/>
                <p14:nvPr/>
              </p14:nvContentPartPr>
              <p14:xfrm>
                <a:off x="9399073" y="1833453"/>
                <a:ext cx="129960" cy="3276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486F6B1B-7E50-7B99-2467-954408C1E492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9394753" y="1829133"/>
                  <a:ext cx="138600" cy="4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90E79092-5423-B6A8-23AE-CFA71AC98B0F}"/>
                    </a:ext>
                  </a:extLst>
                </p14:cNvPr>
                <p14:cNvContentPartPr/>
                <p14:nvPr/>
              </p14:nvContentPartPr>
              <p14:xfrm>
                <a:off x="9468913" y="1959453"/>
                <a:ext cx="93240" cy="1584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90E79092-5423-B6A8-23AE-CFA71AC98B0F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9464593" y="1955133"/>
                  <a:ext cx="10188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73869C09-CF2A-B428-EB1B-A8F00C99B341}"/>
                    </a:ext>
                  </a:extLst>
                </p14:cNvPr>
                <p14:cNvContentPartPr/>
                <p14:nvPr/>
              </p14:nvContentPartPr>
              <p14:xfrm>
                <a:off x="9668713" y="1766853"/>
                <a:ext cx="97560" cy="14616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73869C09-CF2A-B428-EB1B-A8F00C99B341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9664393" y="1762533"/>
                  <a:ext cx="106200" cy="15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0CE4C780-C58E-7A04-54F8-3FA75D07F409}"/>
                    </a:ext>
                  </a:extLst>
                </p14:cNvPr>
                <p14:cNvContentPartPr/>
                <p14:nvPr/>
              </p14:nvContentPartPr>
              <p14:xfrm>
                <a:off x="9636673" y="1730133"/>
                <a:ext cx="178200" cy="4752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0CE4C780-C58E-7A04-54F8-3FA75D07F409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9632353" y="1725813"/>
                  <a:ext cx="186840" cy="5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3BAD501D-40AC-56F1-E2CD-D65DFD68C5FA}"/>
                    </a:ext>
                  </a:extLst>
                </p14:cNvPr>
                <p14:cNvContentPartPr/>
                <p14:nvPr/>
              </p14:nvContentPartPr>
              <p14:xfrm>
                <a:off x="9813793" y="1694493"/>
                <a:ext cx="51480" cy="371520"/>
              </p14:xfrm>
            </p:contentPart>
          </mc:Choice>
          <mc:Fallback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3BAD501D-40AC-56F1-E2CD-D65DFD68C5FA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9809473" y="1690173"/>
                  <a:ext cx="60120" cy="38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E267BBB3-AEE7-14B7-8632-0BFF938058AC}"/>
                    </a:ext>
                  </a:extLst>
                </p14:cNvPr>
                <p14:cNvContentPartPr/>
                <p14:nvPr/>
              </p14:nvContentPartPr>
              <p14:xfrm>
                <a:off x="9937993" y="1828413"/>
                <a:ext cx="122760" cy="263880"/>
              </p14:xfrm>
            </p:contentPart>
          </mc:Choice>
          <mc:Fallback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E267BBB3-AEE7-14B7-8632-0BFF938058AC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9933673" y="1824093"/>
                  <a:ext cx="131400" cy="2725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56">
            <p14:nvContentPartPr>
              <p14:cNvPr id="122" name="Ink 121">
                <a:extLst>
                  <a:ext uri="{FF2B5EF4-FFF2-40B4-BE49-F238E27FC236}">
                    <a16:creationId xmlns:a16="http://schemas.microsoft.com/office/drawing/2014/main" id="{C5CF0B56-4E76-2CB9-4461-836B7305E336}"/>
                  </a:ext>
                </a:extLst>
              </p14:cNvPr>
              <p14:cNvContentPartPr/>
              <p14:nvPr/>
            </p14:nvContentPartPr>
            <p14:xfrm>
              <a:off x="3497233" y="3266613"/>
              <a:ext cx="622800" cy="428040"/>
            </p14:xfrm>
          </p:contentPart>
        </mc:Choice>
        <mc:Fallback>
          <p:pic>
            <p:nvPicPr>
              <p:cNvPr id="122" name="Ink 121">
                <a:extLst>
                  <a:ext uri="{FF2B5EF4-FFF2-40B4-BE49-F238E27FC236}">
                    <a16:creationId xmlns:a16="http://schemas.microsoft.com/office/drawing/2014/main" id="{C5CF0B56-4E76-2CB9-4461-836B7305E336}"/>
                  </a:ext>
                </a:extLst>
              </p:cNvPr>
              <p:cNvPicPr/>
              <p:nvPr/>
            </p:nvPicPr>
            <p:blipFill>
              <a:blip r:embed="rId157"/>
              <a:stretch>
                <a:fillRect/>
              </a:stretch>
            </p:blipFill>
            <p:spPr>
              <a:xfrm>
                <a:off x="3492913" y="3262293"/>
                <a:ext cx="631440" cy="436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8">
            <p14:nvContentPartPr>
              <p14:cNvPr id="123" name="Ink 122">
                <a:extLst>
                  <a:ext uri="{FF2B5EF4-FFF2-40B4-BE49-F238E27FC236}">
                    <a16:creationId xmlns:a16="http://schemas.microsoft.com/office/drawing/2014/main" id="{0E67BBC4-9B53-32FF-9B7F-B5F3ADF9020C}"/>
                  </a:ext>
                </a:extLst>
              </p14:cNvPr>
              <p14:cNvContentPartPr/>
              <p14:nvPr/>
            </p14:nvContentPartPr>
            <p14:xfrm>
              <a:off x="5603593" y="5338413"/>
              <a:ext cx="1015920" cy="57240"/>
            </p14:xfrm>
          </p:contentPart>
        </mc:Choice>
        <mc:Fallback>
          <p:pic>
            <p:nvPicPr>
              <p:cNvPr id="123" name="Ink 122">
                <a:extLst>
                  <a:ext uri="{FF2B5EF4-FFF2-40B4-BE49-F238E27FC236}">
                    <a16:creationId xmlns:a16="http://schemas.microsoft.com/office/drawing/2014/main" id="{0E67BBC4-9B53-32FF-9B7F-B5F3ADF9020C}"/>
                  </a:ext>
                </a:extLst>
              </p:cNvPr>
              <p:cNvPicPr/>
              <p:nvPr/>
            </p:nvPicPr>
            <p:blipFill>
              <a:blip r:embed="rId159"/>
              <a:stretch>
                <a:fillRect/>
              </a:stretch>
            </p:blipFill>
            <p:spPr>
              <a:xfrm>
                <a:off x="5599273" y="5334093"/>
                <a:ext cx="1024560" cy="65880"/>
              </a:xfrm>
              <a:prstGeom prst="rect">
                <a:avLst/>
              </a:prstGeom>
            </p:spPr>
          </p:pic>
        </mc:Fallback>
      </mc:AlternateContent>
      <p:grpSp>
        <p:nvGrpSpPr>
          <p:cNvPr id="205" name="Group 204">
            <a:extLst>
              <a:ext uri="{FF2B5EF4-FFF2-40B4-BE49-F238E27FC236}">
                <a16:creationId xmlns:a16="http://schemas.microsoft.com/office/drawing/2014/main" id="{3957C6EE-7791-E9C4-E884-B67A803BE37C}"/>
              </a:ext>
            </a:extLst>
          </p:cNvPr>
          <p:cNvGrpSpPr/>
          <p:nvPr/>
        </p:nvGrpSpPr>
        <p:grpSpPr>
          <a:xfrm>
            <a:off x="2903233" y="3123236"/>
            <a:ext cx="4364280" cy="1452240"/>
            <a:chOff x="2903233" y="3123236"/>
            <a:chExt cx="4364280" cy="1452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C2FA3B0E-3356-2E58-B890-E2BB61693AE9}"/>
                    </a:ext>
                  </a:extLst>
                </p14:cNvPr>
                <p14:cNvContentPartPr/>
                <p14:nvPr/>
              </p14:nvContentPartPr>
              <p14:xfrm>
                <a:off x="6671713" y="3123236"/>
                <a:ext cx="595800" cy="45720"/>
              </p14:xfrm>
            </p:contentPart>
          </mc:Choice>
          <mc:Fallback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C2FA3B0E-3356-2E58-B890-E2BB61693AE9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6667393" y="3118916"/>
                  <a:ext cx="604440" cy="5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0DABFA9C-CB3D-0DFD-0DE3-B1A36B3B09AF}"/>
                    </a:ext>
                  </a:extLst>
                </p14:cNvPr>
                <p14:cNvContentPartPr/>
                <p14:nvPr/>
              </p14:nvContentPartPr>
              <p14:xfrm>
                <a:off x="4390753" y="3140973"/>
                <a:ext cx="162360" cy="281880"/>
              </p14:xfrm>
            </p:contentPart>
          </mc:Choice>
          <mc:Fallback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0DABFA9C-CB3D-0DFD-0DE3-B1A36B3B09AF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4386433" y="3136653"/>
                  <a:ext cx="171000" cy="29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8E37D19A-AF53-7D63-BC25-94AE8AAF803A}"/>
                    </a:ext>
                  </a:extLst>
                </p14:cNvPr>
                <p14:cNvContentPartPr/>
                <p14:nvPr/>
              </p14:nvContentPartPr>
              <p14:xfrm>
                <a:off x="4604233" y="3246093"/>
                <a:ext cx="152640" cy="178200"/>
              </p14:xfrm>
            </p:contentPart>
          </mc:Choice>
          <mc:Fallback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8E37D19A-AF53-7D63-BC25-94AE8AAF803A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4599913" y="3241773"/>
                  <a:ext cx="16128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FABD0B1F-717C-3529-4F97-F6D78B500899}"/>
                    </a:ext>
                  </a:extLst>
                </p14:cNvPr>
                <p14:cNvContentPartPr/>
                <p14:nvPr/>
              </p14:nvContentPartPr>
              <p14:xfrm>
                <a:off x="4810513" y="3261933"/>
                <a:ext cx="151920" cy="28980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FABD0B1F-717C-3529-4F97-F6D78B500899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4806193" y="3257613"/>
                  <a:ext cx="160560" cy="29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9ABC176C-9B62-17F0-DCBD-058DF961404F}"/>
                    </a:ext>
                  </a:extLst>
                </p14:cNvPr>
                <p14:cNvContentPartPr/>
                <p14:nvPr/>
              </p14:nvContentPartPr>
              <p14:xfrm>
                <a:off x="5021833" y="3273813"/>
                <a:ext cx="172800" cy="191160"/>
              </p14:xfrm>
            </p:contentPart>
          </mc:Choice>
          <mc:Fallback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9ABC176C-9B62-17F0-DCBD-058DF961404F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5017513" y="3269493"/>
                  <a:ext cx="18144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FAA8F929-1E34-1785-5988-728AAFBD84A3}"/>
                    </a:ext>
                  </a:extLst>
                </p14:cNvPr>
                <p14:cNvContentPartPr/>
                <p14:nvPr/>
              </p14:nvContentPartPr>
              <p14:xfrm>
                <a:off x="5202193" y="3292533"/>
                <a:ext cx="80640" cy="165600"/>
              </p14:xfrm>
            </p:contentPart>
          </mc:Choice>
          <mc:Fallback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FAA8F929-1E34-1785-5988-728AAFBD84A3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5197873" y="3288213"/>
                  <a:ext cx="8928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480D8C5E-A387-0955-B205-095ED067C6CE}"/>
                    </a:ext>
                  </a:extLst>
                </p14:cNvPr>
                <p14:cNvContentPartPr/>
                <p14:nvPr/>
              </p14:nvContentPartPr>
              <p14:xfrm>
                <a:off x="5486593" y="3196413"/>
                <a:ext cx="8640" cy="55800"/>
              </p14:xfrm>
            </p:contentPart>
          </mc:Choice>
          <mc:Fallback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480D8C5E-A387-0955-B205-095ED067C6CE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5482273" y="3192093"/>
                  <a:ext cx="17280" cy="6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21FDEB2F-9F05-3467-DF37-7B645393250D}"/>
                    </a:ext>
                  </a:extLst>
                </p14:cNvPr>
                <p14:cNvContentPartPr/>
                <p14:nvPr/>
              </p14:nvContentPartPr>
              <p14:xfrm>
                <a:off x="5506033" y="3398733"/>
                <a:ext cx="12600" cy="20160"/>
              </p14:xfrm>
            </p:contentPart>
          </mc:Choice>
          <mc:Fallback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21FDEB2F-9F05-3467-DF37-7B645393250D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5501713" y="3394413"/>
                  <a:ext cx="2124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78B2A20F-E64E-2442-CE76-07C8D757B83B}"/>
                    </a:ext>
                  </a:extLst>
                </p14:cNvPr>
                <p14:cNvContentPartPr/>
                <p14:nvPr/>
              </p14:nvContentPartPr>
              <p14:xfrm>
                <a:off x="5205433" y="3604916"/>
                <a:ext cx="197280" cy="249480"/>
              </p14:xfrm>
            </p:contentPart>
          </mc:Choice>
          <mc:Fallback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78B2A20F-E64E-2442-CE76-07C8D757B83B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5201113" y="3600596"/>
                  <a:ext cx="205920" cy="25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661DA13E-C5D9-C206-0699-E301876D9A2D}"/>
                    </a:ext>
                  </a:extLst>
                </p14:cNvPr>
                <p14:cNvContentPartPr/>
                <p14:nvPr/>
              </p14:nvContentPartPr>
              <p14:xfrm>
                <a:off x="5364913" y="3595556"/>
                <a:ext cx="79560" cy="278280"/>
              </p14:xfrm>
            </p:contentPart>
          </mc:Choice>
          <mc:Fallback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661DA13E-C5D9-C206-0699-E301876D9A2D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5360593" y="3591236"/>
                  <a:ext cx="88200" cy="28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EF6E46D9-6DE3-81DF-CF9A-3C6A8AE45865}"/>
                    </a:ext>
                  </a:extLst>
                </p14:cNvPr>
                <p14:cNvContentPartPr/>
                <p14:nvPr/>
              </p14:nvContentPartPr>
              <p14:xfrm>
                <a:off x="5601433" y="3582956"/>
                <a:ext cx="91080" cy="285120"/>
              </p14:xfrm>
            </p:contentPart>
          </mc:Choice>
          <mc:Fallback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EF6E46D9-6DE3-81DF-CF9A-3C6A8AE45865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5597113" y="3578636"/>
                  <a:ext cx="99720" cy="29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2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7A3D1369-1A80-4BBB-0254-7672202CC077}"/>
                    </a:ext>
                  </a:extLst>
                </p14:cNvPr>
                <p14:cNvContentPartPr/>
                <p14:nvPr/>
              </p14:nvContentPartPr>
              <p14:xfrm>
                <a:off x="5790793" y="3616436"/>
                <a:ext cx="3960" cy="4680"/>
              </p14:xfrm>
            </p:contentPart>
          </mc:Choice>
          <mc:Fallback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7A3D1369-1A80-4BBB-0254-7672202CC077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5786473" y="3612116"/>
                  <a:ext cx="12600" cy="1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4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E987D5BE-3206-5632-382B-3C8F28C4BD84}"/>
                    </a:ext>
                  </a:extLst>
                </p14:cNvPr>
                <p14:cNvContentPartPr/>
                <p14:nvPr/>
              </p14:nvContentPartPr>
              <p14:xfrm>
                <a:off x="5786113" y="3584036"/>
                <a:ext cx="83160" cy="300600"/>
              </p14:xfrm>
            </p:contentPart>
          </mc:Choice>
          <mc:Fallback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E987D5BE-3206-5632-382B-3C8F28C4BD84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5781793" y="3579716"/>
                  <a:ext cx="91800" cy="30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6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1F1D8455-5F34-374E-36F9-405B87D2EDCF}"/>
                    </a:ext>
                  </a:extLst>
                </p14:cNvPr>
                <p14:cNvContentPartPr/>
                <p14:nvPr/>
              </p14:nvContentPartPr>
              <p14:xfrm>
                <a:off x="5968633" y="3644876"/>
                <a:ext cx="100080" cy="189720"/>
              </p14:xfrm>
            </p:contentPart>
          </mc:Choice>
          <mc:Fallback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1F1D8455-5F34-374E-36F9-405B87D2EDCF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5964313" y="3640556"/>
                  <a:ext cx="108720" cy="19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8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9F2125C3-9F5A-0BCA-E6A3-62A60875E13A}"/>
                    </a:ext>
                  </a:extLst>
                </p14:cNvPr>
                <p14:cNvContentPartPr/>
                <p14:nvPr/>
              </p14:nvContentPartPr>
              <p14:xfrm>
                <a:off x="6085633" y="3564596"/>
                <a:ext cx="112680" cy="300240"/>
              </p14:xfrm>
            </p:contentPart>
          </mc:Choice>
          <mc:Fallback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9F2125C3-9F5A-0BCA-E6A3-62A60875E13A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6081313" y="3560276"/>
                  <a:ext cx="121320" cy="30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0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485D2959-1A19-549F-C51D-B73201FF741C}"/>
                    </a:ext>
                  </a:extLst>
                </p14:cNvPr>
                <p14:cNvContentPartPr/>
                <p14:nvPr/>
              </p14:nvContentPartPr>
              <p14:xfrm>
                <a:off x="4190593" y="3947996"/>
                <a:ext cx="2032920" cy="114480"/>
              </p14:xfrm>
            </p:contentPart>
          </mc:Choice>
          <mc:Fallback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485D2959-1A19-549F-C51D-B73201FF741C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4186273" y="3943676"/>
                  <a:ext cx="2041560" cy="12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2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6F60A5A0-88F0-5180-249B-15F2490C683B}"/>
                    </a:ext>
                  </a:extLst>
                </p14:cNvPr>
                <p14:cNvContentPartPr/>
                <p14:nvPr/>
              </p14:nvContentPartPr>
              <p14:xfrm>
                <a:off x="4262233" y="3699236"/>
                <a:ext cx="30600" cy="174600"/>
              </p14:xfrm>
            </p:contentPart>
          </mc:Choice>
          <mc:Fallback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6F60A5A0-88F0-5180-249B-15F2490C683B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4257913" y="3694916"/>
                  <a:ext cx="39240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4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8D59C92E-9053-4D0B-2453-127743A5C483}"/>
                    </a:ext>
                  </a:extLst>
                </p14:cNvPr>
                <p14:cNvContentPartPr/>
                <p14:nvPr/>
              </p14:nvContentPartPr>
              <p14:xfrm>
                <a:off x="4266913" y="3670796"/>
                <a:ext cx="130680" cy="159480"/>
              </p14:xfrm>
            </p:contentPart>
          </mc:Choice>
          <mc:Fallback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8D59C92E-9053-4D0B-2453-127743A5C483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4262593" y="3666476"/>
                  <a:ext cx="13932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6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FCA7BCDB-DF85-ECD3-6812-580E28B57811}"/>
                    </a:ext>
                  </a:extLst>
                </p14:cNvPr>
                <p14:cNvContentPartPr/>
                <p14:nvPr/>
              </p14:nvContentPartPr>
              <p14:xfrm>
                <a:off x="4503073" y="3640556"/>
                <a:ext cx="102240" cy="262800"/>
              </p14:xfrm>
            </p:contentPart>
          </mc:Choice>
          <mc:Fallback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FCA7BCDB-DF85-ECD3-6812-580E28B57811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4498753" y="3636236"/>
                  <a:ext cx="110880" cy="27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8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4A5B05FB-AC76-E35C-665E-5836B633BB73}"/>
                    </a:ext>
                  </a:extLst>
                </p14:cNvPr>
                <p14:cNvContentPartPr/>
                <p14:nvPr/>
              </p14:nvContentPartPr>
              <p14:xfrm>
                <a:off x="4684873" y="3653516"/>
                <a:ext cx="133200" cy="196200"/>
              </p14:xfrm>
            </p:contentPart>
          </mc:Choice>
          <mc:Fallback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4A5B05FB-AC76-E35C-665E-5836B633BB73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4680553" y="3649196"/>
                  <a:ext cx="141840" cy="20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0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0211C124-DA15-0F5C-DF58-973C8F8FD619}"/>
                    </a:ext>
                  </a:extLst>
                </p14:cNvPr>
                <p14:cNvContentPartPr/>
                <p14:nvPr/>
              </p14:nvContentPartPr>
              <p14:xfrm>
                <a:off x="4870273" y="3625076"/>
                <a:ext cx="153000" cy="225720"/>
              </p14:xfrm>
            </p:contentPart>
          </mc:Choice>
          <mc:Fallback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0211C124-DA15-0F5C-DF58-973C8F8FD619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4865953" y="3620756"/>
                  <a:ext cx="161640" cy="23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2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3E8F7014-2313-A916-C410-55922A781345}"/>
                    </a:ext>
                  </a:extLst>
                </p14:cNvPr>
                <p14:cNvContentPartPr/>
                <p14:nvPr/>
              </p14:nvContentPartPr>
              <p14:xfrm>
                <a:off x="5042353" y="3586196"/>
                <a:ext cx="43920" cy="243720"/>
              </p14:xfrm>
            </p:contentPart>
          </mc:Choice>
          <mc:Fallback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3E8F7014-2313-A916-C410-55922A781345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5038033" y="3581876"/>
                  <a:ext cx="52560" cy="25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4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CAC57D20-A585-CE09-91F8-836AFD674765}"/>
                    </a:ext>
                  </a:extLst>
                </p14:cNvPr>
                <p14:cNvContentPartPr/>
                <p14:nvPr/>
              </p14:nvContentPartPr>
              <p14:xfrm>
                <a:off x="3950833" y="3960956"/>
                <a:ext cx="129240" cy="26640"/>
              </p14:xfrm>
            </p:contentPart>
          </mc:Choice>
          <mc:Fallback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CAC57D20-A585-CE09-91F8-836AFD674765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3946513" y="3956636"/>
                  <a:ext cx="13788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6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8D15371D-D4F9-FA47-AA99-422915F4BC1D}"/>
                    </a:ext>
                  </a:extLst>
                </p14:cNvPr>
                <p14:cNvContentPartPr/>
                <p14:nvPr/>
              </p14:nvContentPartPr>
              <p14:xfrm>
                <a:off x="3911953" y="4059956"/>
                <a:ext cx="147960" cy="47880"/>
              </p14:xfrm>
            </p:contentPart>
          </mc:Choice>
          <mc:Fallback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8D15371D-D4F9-FA47-AA99-422915F4BC1D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3907633" y="4055636"/>
                  <a:ext cx="156600" cy="5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8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9BF38353-DF0C-9756-BB0A-1FC7DBB79CC6}"/>
                    </a:ext>
                  </a:extLst>
                </p14:cNvPr>
                <p14:cNvContentPartPr/>
                <p14:nvPr/>
              </p14:nvContentPartPr>
              <p14:xfrm>
                <a:off x="2903233" y="3938276"/>
                <a:ext cx="107280" cy="284040"/>
              </p14:xfrm>
            </p:contentPart>
          </mc:Choice>
          <mc:Fallback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9BF38353-DF0C-9756-BB0A-1FC7DBB79CC6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2898913" y="3933956"/>
                  <a:ext cx="115920" cy="29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0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6C81A41D-B3FB-E028-ECC5-57DB9E0B36F7}"/>
                    </a:ext>
                  </a:extLst>
                </p14:cNvPr>
                <p14:cNvContentPartPr/>
                <p14:nvPr/>
              </p14:nvContentPartPr>
              <p14:xfrm>
                <a:off x="3090793" y="3920276"/>
                <a:ext cx="120960" cy="359640"/>
              </p14:xfrm>
            </p:contentPart>
          </mc:Choice>
          <mc:Fallback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6C81A41D-B3FB-E028-ECC5-57DB9E0B36F7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3086473" y="3915956"/>
                  <a:ext cx="129600" cy="36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2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19EF4100-D09F-B7EB-43D0-4D64E1BB49D8}"/>
                    </a:ext>
                  </a:extLst>
                </p14:cNvPr>
                <p14:cNvContentPartPr/>
                <p14:nvPr/>
              </p14:nvContentPartPr>
              <p14:xfrm>
                <a:off x="3244513" y="4012796"/>
                <a:ext cx="113040" cy="248040"/>
              </p14:xfrm>
            </p:contentPart>
          </mc:Choice>
          <mc:Fallback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19EF4100-D09F-B7EB-43D0-4D64E1BB49D8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3240193" y="4008476"/>
                  <a:ext cx="121680" cy="25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4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9ADC7E26-E85C-CC71-C1BD-6B8D5D1AA864}"/>
                    </a:ext>
                  </a:extLst>
                </p14:cNvPr>
                <p14:cNvContentPartPr/>
                <p14:nvPr/>
              </p14:nvContentPartPr>
              <p14:xfrm>
                <a:off x="3416593" y="3982556"/>
                <a:ext cx="27000" cy="298080"/>
              </p14:xfrm>
            </p:contentPart>
          </mc:Choice>
          <mc:Fallback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9ADC7E26-E85C-CC71-C1BD-6B8D5D1AA864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3412273" y="3978236"/>
                  <a:ext cx="35640" cy="30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6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CEE68838-3A63-86DF-2FAA-B56ABE5BEB81}"/>
                    </a:ext>
                  </a:extLst>
                </p14:cNvPr>
                <p14:cNvContentPartPr/>
                <p14:nvPr/>
              </p14:nvContentPartPr>
              <p14:xfrm>
                <a:off x="3504793" y="4002716"/>
                <a:ext cx="114840" cy="267840"/>
              </p14:xfrm>
            </p:contentPart>
          </mc:Choice>
          <mc:Fallback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CEE68838-3A63-86DF-2FAA-B56ABE5BEB81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3500473" y="3998396"/>
                  <a:ext cx="123480" cy="27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8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0FCAC074-39E0-4CBB-DB2A-D4521A905DC6}"/>
                    </a:ext>
                  </a:extLst>
                </p14:cNvPr>
                <p14:cNvContentPartPr/>
                <p14:nvPr/>
              </p14:nvContentPartPr>
              <p14:xfrm>
                <a:off x="3655993" y="3929636"/>
                <a:ext cx="139320" cy="395280"/>
              </p14:xfrm>
            </p:contentPart>
          </mc:Choice>
          <mc:Fallback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0FCAC074-39E0-4CBB-DB2A-D4521A905DC6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3651673" y="3925316"/>
                  <a:ext cx="147960" cy="40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0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6A9342AB-2397-7946-5E76-5BFFF2A26A89}"/>
                    </a:ext>
                  </a:extLst>
                </p14:cNvPr>
                <p14:cNvContentPartPr/>
                <p14:nvPr/>
              </p14:nvContentPartPr>
              <p14:xfrm>
                <a:off x="3756073" y="3925316"/>
                <a:ext cx="95760" cy="482760"/>
              </p14:xfrm>
            </p:contentPart>
          </mc:Choice>
          <mc:Fallback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6A9342AB-2397-7946-5E76-5BFFF2A26A89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3751753" y="3920996"/>
                  <a:ext cx="104400" cy="49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2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D0B9B031-F8FA-D30F-4FF8-F0D4E518744B}"/>
                    </a:ext>
                  </a:extLst>
                </p14:cNvPr>
                <p14:cNvContentPartPr/>
                <p14:nvPr/>
              </p14:nvContentPartPr>
              <p14:xfrm>
                <a:off x="4146313" y="4261556"/>
                <a:ext cx="118440" cy="239760"/>
              </p14:xfrm>
            </p:contentPart>
          </mc:Choice>
          <mc:Fallback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D0B9B031-F8FA-D30F-4FF8-F0D4E518744B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4141993" y="4257236"/>
                  <a:ext cx="127080" cy="24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4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88DD916E-0CEF-DC63-2BE0-33E33B69E23B}"/>
                    </a:ext>
                  </a:extLst>
                </p14:cNvPr>
                <p14:cNvContentPartPr/>
                <p14:nvPr/>
              </p14:nvContentPartPr>
              <p14:xfrm>
                <a:off x="4361953" y="4274156"/>
                <a:ext cx="72000" cy="301320"/>
              </p14:xfrm>
            </p:contentPart>
          </mc:Choice>
          <mc:Fallback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88DD916E-0CEF-DC63-2BE0-33E33B69E23B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4357633" y="4269836"/>
                  <a:ext cx="80640" cy="30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6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B58D8539-9955-A0CC-7EE9-3A3BE0A3DC57}"/>
                    </a:ext>
                  </a:extLst>
                </p14:cNvPr>
                <p14:cNvContentPartPr/>
                <p14:nvPr/>
              </p14:nvContentPartPr>
              <p14:xfrm>
                <a:off x="4467433" y="4236356"/>
                <a:ext cx="106200" cy="253800"/>
              </p14:xfrm>
            </p:contentPart>
          </mc:Choice>
          <mc:Fallback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B58D8539-9955-A0CC-7EE9-3A3BE0A3DC57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4463113" y="4232036"/>
                  <a:ext cx="114840" cy="26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8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FC124871-37A8-79C8-CBD4-6441A20A5018}"/>
                    </a:ext>
                  </a:extLst>
                </p14:cNvPr>
                <p14:cNvContentPartPr/>
                <p14:nvPr/>
              </p14:nvContentPartPr>
              <p14:xfrm>
                <a:off x="4639873" y="4248596"/>
                <a:ext cx="115560" cy="180720"/>
              </p14:xfrm>
            </p:contentPart>
          </mc:Choice>
          <mc:Fallback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FC124871-37A8-79C8-CBD4-6441A20A5018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4635553" y="4244276"/>
                  <a:ext cx="12420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0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255C0B9D-47E0-30D0-6D27-C2D38623F28A}"/>
                    </a:ext>
                  </a:extLst>
                </p14:cNvPr>
                <p14:cNvContentPartPr/>
                <p14:nvPr/>
              </p14:nvContentPartPr>
              <p14:xfrm>
                <a:off x="4814473" y="4180916"/>
                <a:ext cx="69120" cy="255960"/>
              </p14:xfrm>
            </p:contentPart>
          </mc:Choice>
          <mc:Fallback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255C0B9D-47E0-30D0-6D27-C2D38623F28A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4810153" y="4176596"/>
                  <a:ext cx="77760" cy="26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2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1A7E9EA7-820A-8724-05A9-57E224744473}"/>
                    </a:ext>
                  </a:extLst>
                </p14:cNvPr>
                <p14:cNvContentPartPr/>
                <p14:nvPr/>
              </p14:nvContentPartPr>
              <p14:xfrm>
                <a:off x="4946233" y="4186676"/>
                <a:ext cx="140760" cy="192600"/>
              </p14:xfrm>
            </p:contentPart>
          </mc:Choice>
          <mc:Fallback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1A7E9EA7-820A-8724-05A9-57E224744473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4941913" y="4182356"/>
                  <a:ext cx="149400" cy="20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4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DC6F2578-391C-5137-7EEF-484CC0738FF1}"/>
                    </a:ext>
                  </a:extLst>
                </p14:cNvPr>
                <p14:cNvContentPartPr/>
                <p14:nvPr/>
              </p14:nvContentPartPr>
              <p14:xfrm>
                <a:off x="5085193" y="4142756"/>
                <a:ext cx="110160" cy="304560"/>
              </p14:xfrm>
            </p:contentPart>
          </mc:Choice>
          <mc:Fallback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DC6F2578-391C-5137-7EEF-484CC0738FF1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5080873" y="4138436"/>
                  <a:ext cx="118800" cy="31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6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06A9F29A-5BC2-0FB2-78E0-1D6A57C7FD13}"/>
                    </a:ext>
                  </a:extLst>
                </p14:cNvPr>
                <p14:cNvContentPartPr/>
                <p14:nvPr/>
              </p14:nvContentPartPr>
              <p14:xfrm>
                <a:off x="5294353" y="4175516"/>
                <a:ext cx="63360" cy="190800"/>
              </p14:xfrm>
            </p:contentPart>
          </mc:Choice>
          <mc:Fallback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06A9F29A-5BC2-0FB2-78E0-1D6A57C7FD13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5290033" y="4171196"/>
                  <a:ext cx="72000" cy="19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8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CFEAF9E5-26B8-3ABD-DF98-E37186E92248}"/>
                    </a:ext>
                  </a:extLst>
                </p14:cNvPr>
                <p14:cNvContentPartPr/>
                <p14:nvPr/>
              </p14:nvContentPartPr>
              <p14:xfrm>
                <a:off x="5281393" y="4123676"/>
                <a:ext cx="138960" cy="167400"/>
              </p14:xfrm>
            </p:contentPart>
          </mc:Choice>
          <mc:Fallback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CFEAF9E5-26B8-3ABD-DF98-E37186E92248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5277073" y="4119356"/>
                  <a:ext cx="147600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0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97ACE623-0056-6500-979D-89C36CDE8C4C}"/>
                    </a:ext>
                  </a:extLst>
                </p14:cNvPr>
                <p14:cNvContentPartPr/>
                <p14:nvPr/>
              </p14:nvContentPartPr>
              <p14:xfrm>
                <a:off x="5535553" y="4063556"/>
                <a:ext cx="74160" cy="291960"/>
              </p14:xfrm>
            </p:contentPart>
          </mc:Choice>
          <mc:Fallback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97ACE623-0056-6500-979D-89C36CDE8C4C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5531233" y="4059236"/>
                  <a:ext cx="82800" cy="30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2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150DAD68-0265-F2BA-3E6A-B5CF17C8A891}"/>
                    </a:ext>
                  </a:extLst>
                </p14:cNvPr>
                <p14:cNvContentPartPr/>
                <p14:nvPr/>
              </p14:nvContentPartPr>
              <p14:xfrm>
                <a:off x="5677033" y="4095596"/>
                <a:ext cx="127800" cy="207360"/>
              </p14:xfrm>
            </p:contentPart>
          </mc:Choice>
          <mc:Fallback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150DAD68-0265-F2BA-3E6A-B5CF17C8A891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5672713" y="4091276"/>
                  <a:ext cx="136440" cy="21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4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8ABBB0AB-AD3A-C41D-B873-E2909DB1CFEE}"/>
                    </a:ext>
                  </a:extLst>
                </p14:cNvPr>
                <p14:cNvContentPartPr/>
                <p14:nvPr/>
              </p14:nvContentPartPr>
              <p14:xfrm>
                <a:off x="5802313" y="4121876"/>
                <a:ext cx="117000" cy="287640"/>
              </p14:xfrm>
            </p:contentPart>
          </mc:Choice>
          <mc:Fallback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8ABBB0AB-AD3A-C41D-B873-E2909DB1CFEE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5797993" y="4117556"/>
                  <a:ext cx="125640" cy="29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6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3B4EF762-3731-A707-7A16-C10CC41C680E}"/>
                    </a:ext>
                  </a:extLst>
                </p14:cNvPr>
                <p14:cNvContentPartPr/>
                <p14:nvPr/>
              </p14:nvContentPartPr>
              <p14:xfrm>
                <a:off x="6023713" y="4222316"/>
                <a:ext cx="144000" cy="46800"/>
              </p14:xfrm>
            </p:contentPart>
          </mc:Choice>
          <mc:Fallback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3B4EF762-3731-A707-7A16-C10CC41C680E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6019393" y="4217996"/>
                  <a:ext cx="152640" cy="5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8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51D4F945-FE6D-7E76-E853-764FECCF3EE0}"/>
                    </a:ext>
                  </a:extLst>
                </p14:cNvPr>
                <p14:cNvContentPartPr/>
                <p14:nvPr/>
              </p14:nvContentPartPr>
              <p14:xfrm>
                <a:off x="6095713" y="4181636"/>
                <a:ext cx="38520" cy="165960"/>
              </p14:xfrm>
            </p:contentPart>
          </mc:Choice>
          <mc:Fallback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51D4F945-FE6D-7E76-E853-764FECCF3EE0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6091393" y="4177316"/>
                  <a:ext cx="4716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0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721A753F-961F-ABD2-62D5-61CBEAD5D36E}"/>
                    </a:ext>
                  </a:extLst>
                </p14:cNvPr>
                <p14:cNvContentPartPr/>
                <p14:nvPr/>
              </p14:nvContentPartPr>
              <p14:xfrm>
                <a:off x="6163033" y="3803636"/>
                <a:ext cx="983880" cy="213840"/>
              </p14:xfrm>
            </p:contentPart>
          </mc:Choice>
          <mc:Fallback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721A753F-961F-ABD2-62D5-61CBEAD5D36E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6158713" y="3799316"/>
                  <a:ext cx="992520" cy="22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2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FF4545DA-940D-A28E-2F99-A95F024E5C90}"/>
                    </a:ext>
                  </a:extLst>
                </p14:cNvPr>
                <p14:cNvContentPartPr/>
                <p14:nvPr/>
              </p14:nvContentPartPr>
              <p14:xfrm>
                <a:off x="6250153" y="4142396"/>
                <a:ext cx="52200" cy="235800"/>
              </p14:xfrm>
            </p:contentPart>
          </mc:Choice>
          <mc:Fallback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FF4545DA-940D-A28E-2F99-A95F024E5C90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6245833" y="4138076"/>
                  <a:ext cx="60840" cy="24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4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02BFCD3C-75B9-A7AD-6501-0231F45B54F5}"/>
                    </a:ext>
                  </a:extLst>
                </p14:cNvPr>
                <p14:cNvContentPartPr/>
                <p14:nvPr/>
              </p14:nvContentPartPr>
              <p14:xfrm>
                <a:off x="6259873" y="4117196"/>
                <a:ext cx="137880" cy="182520"/>
              </p14:xfrm>
            </p:contentPart>
          </mc:Choice>
          <mc:Fallback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02BFCD3C-75B9-A7AD-6501-0231F45B54F5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6255553" y="4112876"/>
                  <a:ext cx="146520" cy="19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6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6D44FF58-8D3E-C369-01ED-275BC87A13F8}"/>
                    </a:ext>
                  </a:extLst>
                </p14:cNvPr>
                <p14:cNvContentPartPr/>
                <p14:nvPr/>
              </p14:nvContentPartPr>
              <p14:xfrm>
                <a:off x="6480553" y="4085156"/>
                <a:ext cx="93600" cy="249480"/>
              </p14:xfrm>
            </p:contentPart>
          </mc:Choice>
          <mc:Fallback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6D44FF58-8D3E-C369-01ED-275BC87A13F8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6476233" y="4080836"/>
                  <a:ext cx="102240" cy="258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4" name="Group 233">
            <a:extLst>
              <a:ext uri="{FF2B5EF4-FFF2-40B4-BE49-F238E27FC236}">
                <a16:creationId xmlns:a16="http://schemas.microsoft.com/office/drawing/2014/main" id="{A93B67B1-2267-625B-6C13-9A5052E4C5D2}"/>
              </a:ext>
            </a:extLst>
          </p:cNvPr>
          <p:cNvGrpSpPr/>
          <p:nvPr/>
        </p:nvGrpSpPr>
        <p:grpSpPr>
          <a:xfrm>
            <a:off x="6606913" y="3497996"/>
            <a:ext cx="1686240" cy="831600"/>
            <a:chOff x="6606913" y="3497996"/>
            <a:chExt cx="1686240" cy="831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58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E644A3D9-0383-BB64-D0B3-D8A3EDADD8DF}"/>
                    </a:ext>
                  </a:extLst>
                </p14:cNvPr>
                <p14:cNvContentPartPr/>
                <p14:nvPr/>
              </p14:nvContentPartPr>
              <p14:xfrm>
                <a:off x="6606913" y="4134476"/>
                <a:ext cx="99360" cy="169920"/>
              </p14:xfrm>
            </p:contentPart>
          </mc:Choice>
          <mc:Fallback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E644A3D9-0383-BB64-D0B3-D8A3EDADD8DF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6602593" y="4130156"/>
                  <a:ext cx="10800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0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70C37626-E3C3-D381-6859-E08072F284D6}"/>
                    </a:ext>
                  </a:extLst>
                </p14:cNvPr>
                <p14:cNvContentPartPr/>
                <p14:nvPr/>
              </p14:nvContentPartPr>
              <p14:xfrm>
                <a:off x="6694753" y="4082276"/>
                <a:ext cx="135360" cy="230040"/>
              </p14:xfrm>
            </p:contentPart>
          </mc:Choice>
          <mc:Fallback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70C37626-E3C3-D381-6859-E08072F284D6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6690433" y="4077956"/>
                  <a:ext cx="144000" cy="23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2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77995216-986C-4C88-ED0B-C1C50547F9CE}"/>
                    </a:ext>
                  </a:extLst>
                </p14:cNvPr>
                <p14:cNvContentPartPr/>
                <p14:nvPr/>
              </p14:nvContentPartPr>
              <p14:xfrm>
                <a:off x="6868633" y="4010636"/>
                <a:ext cx="53640" cy="292320"/>
              </p14:xfrm>
            </p:contentPart>
          </mc:Choice>
          <mc:Fallback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77995216-986C-4C88-ED0B-C1C50547F9CE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6864313" y="4006316"/>
                  <a:ext cx="62280" cy="30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4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7870D37A-3B44-A36A-C5CD-D151A7B5D943}"/>
                    </a:ext>
                  </a:extLst>
                </p14:cNvPr>
                <p14:cNvContentPartPr/>
                <p14:nvPr/>
              </p14:nvContentPartPr>
              <p14:xfrm>
                <a:off x="6961873" y="4042316"/>
                <a:ext cx="142560" cy="250920"/>
              </p14:xfrm>
            </p:contentPart>
          </mc:Choice>
          <mc:Fallback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7870D37A-3B44-A36A-C5CD-D151A7B5D943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6957553" y="4037996"/>
                  <a:ext cx="151200" cy="25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6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BC31FB7B-DAFB-398D-7361-7463584BFC2F}"/>
                    </a:ext>
                  </a:extLst>
                </p14:cNvPr>
                <p14:cNvContentPartPr/>
                <p14:nvPr/>
              </p14:nvContentPartPr>
              <p14:xfrm>
                <a:off x="7181113" y="4026836"/>
                <a:ext cx="94680" cy="227160"/>
              </p14:xfrm>
            </p:contentPart>
          </mc:Choice>
          <mc:Fallback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BC31FB7B-DAFB-398D-7361-7463584BFC2F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7176793" y="4022516"/>
                  <a:ext cx="103320" cy="23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8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26E8FCE8-8EB2-DB4B-E29C-D2E8D14FCEF6}"/>
                    </a:ext>
                  </a:extLst>
                </p14:cNvPr>
                <p14:cNvContentPartPr/>
                <p14:nvPr/>
              </p14:nvContentPartPr>
              <p14:xfrm>
                <a:off x="7258153" y="3987236"/>
                <a:ext cx="99000" cy="288000"/>
              </p14:xfrm>
            </p:contentPart>
          </mc:Choice>
          <mc:Fallback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26E8FCE8-8EB2-DB4B-E29C-D2E8D14FCEF6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7253833" y="3982916"/>
                  <a:ext cx="107640" cy="29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0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BBBECC98-0F80-D626-06FC-B53E6635CE05}"/>
                    </a:ext>
                  </a:extLst>
                </p14:cNvPr>
                <p14:cNvContentPartPr/>
                <p14:nvPr/>
              </p14:nvContentPartPr>
              <p14:xfrm>
                <a:off x="7487833" y="4009556"/>
                <a:ext cx="86400" cy="262800"/>
              </p14:xfrm>
            </p:contentPart>
          </mc:Choice>
          <mc:Fallback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BBBECC98-0F80-D626-06FC-B53E6635CE05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7483513" y="4005236"/>
                  <a:ext cx="95040" cy="27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2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6C4882FB-FEFE-9F70-764D-E0A8BF75D14F}"/>
                    </a:ext>
                  </a:extLst>
                </p14:cNvPr>
                <p14:cNvContentPartPr/>
                <p14:nvPr/>
              </p14:nvContentPartPr>
              <p14:xfrm>
                <a:off x="7638313" y="3974996"/>
                <a:ext cx="73800" cy="275040"/>
              </p14:xfrm>
            </p:contentPart>
          </mc:Choice>
          <mc:Fallback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6C4882FB-FEFE-9F70-764D-E0A8BF75D14F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7633993" y="3970676"/>
                  <a:ext cx="82440" cy="28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4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7B49212E-DEF1-7008-44B0-8BFC1EBA3DA8}"/>
                    </a:ext>
                  </a:extLst>
                </p14:cNvPr>
                <p14:cNvContentPartPr/>
                <p14:nvPr/>
              </p14:nvContentPartPr>
              <p14:xfrm>
                <a:off x="7719673" y="3974276"/>
                <a:ext cx="119520" cy="223200"/>
              </p14:xfrm>
            </p:contentPart>
          </mc:Choice>
          <mc:Fallback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7B49212E-DEF1-7008-44B0-8BFC1EBA3DA8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7715353" y="3969956"/>
                  <a:ext cx="128160" cy="23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6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66ABE6FD-EC83-E35C-E8EF-282087D1E194}"/>
                    </a:ext>
                  </a:extLst>
                </p14:cNvPr>
                <p14:cNvContentPartPr/>
                <p14:nvPr/>
              </p14:nvContentPartPr>
              <p14:xfrm>
                <a:off x="7981033" y="3878516"/>
                <a:ext cx="6480" cy="15120"/>
              </p14:xfrm>
            </p:contentPart>
          </mc:Choice>
          <mc:Fallback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66ABE6FD-EC83-E35C-E8EF-282087D1E194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7976713" y="3874196"/>
                  <a:ext cx="15120" cy="2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8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B6BF9154-0DC5-76C2-D5FB-EF722261C2E6}"/>
                    </a:ext>
                  </a:extLst>
                </p14:cNvPr>
                <p14:cNvContentPartPr/>
                <p14:nvPr/>
              </p14:nvContentPartPr>
              <p14:xfrm>
                <a:off x="7887073" y="3991556"/>
                <a:ext cx="125640" cy="245160"/>
              </p14:xfrm>
            </p:contentPart>
          </mc:Choice>
          <mc:Fallback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B6BF9154-0DC5-76C2-D5FB-EF722261C2E6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7882753" y="3987236"/>
                  <a:ext cx="134280" cy="25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0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7B0C7524-605E-14B9-CBA6-C840B54014AB}"/>
                    </a:ext>
                  </a:extLst>
                </p14:cNvPr>
                <p14:cNvContentPartPr/>
                <p14:nvPr/>
              </p14:nvContentPartPr>
              <p14:xfrm>
                <a:off x="7967353" y="3992276"/>
                <a:ext cx="133920" cy="289080"/>
              </p14:xfrm>
            </p:contentPart>
          </mc:Choice>
          <mc:Fallback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7B0C7524-605E-14B9-CBA6-C840B54014AB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7963033" y="3987956"/>
                  <a:ext cx="142560" cy="29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2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3E61020A-5EE7-61EB-9E54-715B5BE343D9}"/>
                    </a:ext>
                  </a:extLst>
                </p14:cNvPr>
                <p14:cNvContentPartPr/>
                <p14:nvPr/>
              </p14:nvContentPartPr>
              <p14:xfrm>
                <a:off x="8111713" y="3497996"/>
                <a:ext cx="181440" cy="831600"/>
              </p14:xfrm>
            </p:contentPart>
          </mc:Choice>
          <mc:Fallback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3E61020A-5EE7-61EB-9E54-715B5BE343D9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8107393" y="3493676"/>
                  <a:ext cx="190080" cy="8402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84">
            <p14:nvContentPartPr>
              <p14:cNvPr id="235" name="Ink 234">
                <a:extLst>
                  <a:ext uri="{FF2B5EF4-FFF2-40B4-BE49-F238E27FC236}">
                    <a16:creationId xmlns:a16="http://schemas.microsoft.com/office/drawing/2014/main" id="{3D0ED939-D0D4-D97A-6C78-F0E6A84F00EB}"/>
                  </a:ext>
                </a:extLst>
              </p14:cNvPr>
              <p14:cNvContentPartPr/>
              <p14:nvPr/>
            </p14:nvContentPartPr>
            <p14:xfrm>
              <a:off x="8348953" y="3739916"/>
              <a:ext cx="89280" cy="251280"/>
            </p14:xfrm>
          </p:contentPart>
        </mc:Choice>
        <mc:Fallback>
          <p:pic>
            <p:nvPicPr>
              <p:cNvPr id="235" name="Ink 234">
                <a:extLst>
                  <a:ext uri="{FF2B5EF4-FFF2-40B4-BE49-F238E27FC236}">
                    <a16:creationId xmlns:a16="http://schemas.microsoft.com/office/drawing/2014/main" id="{3D0ED939-D0D4-D97A-6C78-F0E6A84F00EB}"/>
                  </a:ext>
                </a:extLst>
              </p:cNvPr>
              <p:cNvPicPr/>
              <p:nvPr/>
            </p:nvPicPr>
            <p:blipFill>
              <a:blip r:embed="rId285"/>
              <a:stretch>
                <a:fillRect/>
              </a:stretch>
            </p:blipFill>
            <p:spPr>
              <a:xfrm>
                <a:off x="8344633" y="3735596"/>
                <a:ext cx="97920" cy="259920"/>
              </a:xfrm>
              <a:prstGeom prst="rect">
                <a:avLst/>
              </a:prstGeom>
            </p:spPr>
          </p:pic>
        </mc:Fallback>
      </mc:AlternateContent>
      <p:grpSp>
        <p:nvGrpSpPr>
          <p:cNvPr id="244" name="Group 243">
            <a:extLst>
              <a:ext uri="{FF2B5EF4-FFF2-40B4-BE49-F238E27FC236}">
                <a16:creationId xmlns:a16="http://schemas.microsoft.com/office/drawing/2014/main" id="{1AC4B798-448E-47F9-C7AE-AAFEF5B84C04}"/>
              </a:ext>
            </a:extLst>
          </p:cNvPr>
          <p:cNvGrpSpPr/>
          <p:nvPr/>
        </p:nvGrpSpPr>
        <p:grpSpPr>
          <a:xfrm>
            <a:off x="8495833" y="3642356"/>
            <a:ext cx="964800" cy="375480"/>
            <a:chOff x="8495833" y="3642356"/>
            <a:chExt cx="964800" cy="375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86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745B9F83-D823-FEFD-2B07-A25E3E75E24A}"/>
                    </a:ext>
                  </a:extLst>
                </p14:cNvPr>
                <p14:cNvContentPartPr/>
                <p14:nvPr/>
              </p14:nvContentPartPr>
              <p14:xfrm>
                <a:off x="8495833" y="3711476"/>
                <a:ext cx="135000" cy="303480"/>
              </p14:xfrm>
            </p:contentPart>
          </mc:Choice>
          <mc:Fallback>
            <p:pic>
              <p:nvPicPr>
                <p:cNvPr id="236" name="Ink 235">
                  <a:extLst>
                    <a:ext uri="{FF2B5EF4-FFF2-40B4-BE49-F238E27FC236}">
                      <a16:creationId xmlns:a16="http://schemas.microsoft.com/office/drawing/2014/main" id="{745B9F83-D823-FEFD-2B07-A25E3E75E24A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8491513" y="3707156"/>
                  <a:ext cx="143640" cy="31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8">
              <p14:nvContentPartPr>
                <p14:cNvPr id="237" name="Ink 236">
                  <a:extLst>
                    <a:ext uri="{FF2B5EF4-FFF2-40B4-BE49-F238E27FC236}">
                      <a16:creationId xmlns:a16="http://schemas.microsoft.com/office/drawing/2014/main" id="{6BFD60A0-6089-8D74-1FEB-C692D7680208}"/>
                    </a:ext>
                  </a:extLst>
                </p14:cNvPr>
                <p14:cNvContentPartPr/>
                <p14:nvPr/>
              </p14:nvContentPartPr>
              <p14:xfrm>
                <a:off x="8645953" y="3751796"/>
                <a:ext cx="112320" cy="199080"/>
              </p14:xfrm>
            </p:contentPart>
          </mc:Choice>
          <mc:Fallback>
            <p:pic>
              <p:nvPicPr>
                <p:cNvPr id="237" name="Ink 236">
                  <a:extLst>
                    <a:ext uri="{FF2B5EF4-FFF2-40B4-BE49-F238E27FC236}">
                      <a16:creationId xmlns:a16="http://schemas.microsoft.com/office/drawing/2014/main" id="{6BFD60A0-6089-8D74-1FEB-C692D7680208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8641633" y="3747476"/>
                  <a:ext cx="120960" cy="20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0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2E919DF7-D441-E701-7671-AE85436EA031}"/>
                    </a:ext>
                  </a:extLst>
                </p14:cNvPr>
                <p14:cNvContentPartPr/>
                <p14:nvPr/>
              </p14:nvContentPartPr>
              <p14:xfrm>
                <a:off x="8792833" y="3692396"/>
                <a:ext cx="39240" cy="237600"/>
              </p14:xfrm>
            </p:contentPart>
          </mc:Choice>
          <mc:Fallback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2E919DF7-D441-E701-7671-AE85436EA031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8788513" y="3688076"/>
                  <a:ext cx="47880" cy="24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2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CADEF1D6-701A-0B80-A3D6-7012071E79AE}"/>
                    </a:ext>
                  </a:extLst>
                </p14:cNvPr>
                <p14:cNvContentPartPr/>
                <p14:nvPr/>
              </p14:nvContentPartPr>
              <p14:xfrm>
                <a:off x="8931793" y="3680876"/>
                <a:ext cx="146160" cy="270360"/>
              </p14:xfrm>
            </p:contentPart>
          </mc:Choice>
          <mc:Fallback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CADEF1D6-701A-0B80-A3D6-7012071E79AE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8927473" y="3676556"/>
                  <a:ext cx="154800" cy="27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4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CAB718D5-7C07-5D2D-C1C9-9E6A21A1CB35}"/>
                    </a:ext>
                  </a:extLst>
                </p14:cNvPr>
                <p14:cNvContentPartPr/>
                <p14:nvPr/>
              </p14:nvContentPartPr>
              <p14:xfrm>
                <a:off x="9074713" y="3642356"/>
                <a:ext cx="78840" cy="375480"/>
              </p14:xfrm>
            </p:contentPart>
          </mc:Choice>
          <mc:Fallback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CAB718D5-7C07-5D2D-C1C9-9E6A21A1CB35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9070393" y="3638036"/>
                  <a:ext cx="87480" cy="38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6">
              <p14:nvContentPartPr>
                <p14:cNvPr id="242" name="Ink 241">
                  <a:extLst>
                    <a:ext uri="{FF2B5EF4-FFF2-40B4-BE49-F238E27FC236}">
                      <a16:creationId xmlns:a16="http://schemas.microsoft.com/office/drawing/2014/main" id="{E4DEC343-243F-ED46-59D0-AA6851742406}"/>
                    </a:ext>
                  </a:extLst>
                </p14:cNvPr>
                <p14:cNvContentPartPr/>
                <p14:nvPr/>
              </p14:nvContentPartPr>
              <p14:xfrm>
                <a:off x="9256513" y="3699596"/>
                <a:ext cx="152280" cy="29520"/>
              </p14:xfrm>
            </p:contentPart>
          </mc:Choice>
          <mc:Fallback>
            <p:pic>
              <p:nvPicPr>
                <p:cNvPr id="242" name="Ink 241">
                  <a:extLst>
                    <a:ext uri="{FF2B5EF4-FFF2-40B4-BE49-F238E27FC236}">
                      <a16:creationId xmlns:a16="http://schemas.microsoft.com/office/drawing/2014/main" id="{E4DEC343-243F-ED46-59D0-AA6851742406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9252193" y="3695276"/>
                  <a:ext cx="16092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8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372A1A43-0955-AAAA-3414-C85DD37A527D}"/>
                    </a:ext>
                  </a:extLst>
                </p14:cNvPr>
                <p14:cNvContentPartPr/>
                <p14:nvPr/>
              </p14:nvContentPartPr>
              <p14:xfrm>
                <a:off x="9318073" y="3806516"/>
                <a:ext cx="142560" cy="62640"/>
              </p14:xfrm>
            </p:contentPart>
          </mc:Choice>
          <mc:Fallback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372A1A43-0955-AAAA-3414-C85DD37A527D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9313753" y="3802196"/>
                  <a:ext cx="151200" cy="712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00">
            <p14:nvContentPartPr>
              <p14:cNvPr id="247" name="Ink 246">
                <a:extLst>
                  <a:ext uri="{FF2B5EF4-FFF2-40B4-BE49-F238E27FC236}">
                    <a16:creationId xmlns:a16="http://schemas.microsoft.com/office/drawing/2014/main" id="{6AC958D7-1A92-1D55-5C5A-B4FACA020234}"/>
                  </a:ext>
                </a:extLst>
              </p14:cNvPr>
              <p14:cNvContentPartPr/>
              <p14:nvPr/>
            </p14:nvContentPartPr>
            <p14:xfrm>
              <a:off x="9551627" y="3738476"/>
              <a:ext cx="2634480" cy="720"/>
            </p14:xfrm>
          </p:contentPart>
        </mc:Choice>
        <mc:Fallback>
          <p:pic>
            <p:nvPicPr>
              <p:cNvPr id="247" name="Ink 246">
                <a:extLst>
                  <a:ext uri="{FF2B5EF4-FFF2-40B4-BE49-F238E27FC236}">
                    <a16:creationId xmlns:a16="http://schemas.microsoft.com/office/drawing/2014/main" id="{6AC958D7-1A92-1D55-5C5A-B4FACA020234}"/>
                  </a:ext>
                </a:extLst>
              </p:cNvPr>
              <p:cNvPicPr/>
              <p:nvPr/>
            </p:nvPicPr>
            <p:blipFill>
              <a:blip r:embed="rId301"/>
              <a:stretch>
                <a:fillRect/>
              </a:stretch>
            </p:blipFill>
            <p:spPr>
              <a:xfrm>
                <a:off x="9547307" y="3729836"/>
                <a:ext cx="2643120" cy="18000"/>
              </a:xfrm>
              <a:prstGeom prst="rect">
                <a:avLst/>
              </a:prstGeom>
            </p:spPr>
          </p:pic>
        </mc:Fallback>
      </mc:AlternateContent>
      <p:grpSp>
        <p:nvGrpSpPr>
          <p:cNvPr id="296" name="Group 295">
            <a:extLst>
              <a:ext uri="{FF2B5EF4-FFF2-40B4-BE49-F238E27FC236}">
                <a16:creationId xmlns:a16="http://schemas.microsoft.com/office/drawing/2014/main" id="{AC5A33DF-9F76-475E-B2D9-FEAFDC3BB4F2}"/>
              </a:ext>
            </a:extLst>
          </p:cNvPr>
          <p:cNvGrpSpPr/>
          <p:nvPr/>
        </p:nvGrpSpPr>
        <p:grpSpPr>
          <a:xfrm>
            <a:off x="9630107" y="3249956"/>
            <a:ext cx="3332381" cy="949320"/>
            <a:chOff x="9630107" y="3249956"/>
            <a:chExt cx="3332381" cy="949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02">
              <p14:nvContentPartPr>
                <p14:cNvPr id="248" name="Ink 247">
                  <a:extLst>
                    <a:ext uri="{FF2B5EF4-FFF2-40B4-BE49-F238E27FC236}">
                      <a16:creationId xmlns:a16="http://schemas.microsoft.com/office/drawing/2014/main" id="{A168882D-7A1C-9C6A-3975-411617F8BF91}"/>
                    </a:ext>
                  </a:extLst>
                </p14:cNvPr>
                <p14:cNvContentPartPr/>
                <p14:nvPr/>
              </p14:nvContentPartPr>
              <p14:xfrm>
                <a:off x="9756467" y="3382076"/>
                <a:ext cx="123120" cy="258480"/>
              </p14:xfrm>
            </p:contentPart>
          </mc:Choice>
          <mc:Fallback>
            <p:pic>
              <p:nvPicPr>
                <p:cNvPr id="248" name="Ink 247">
                  <a:extLst>
                    <a:ext uri="{FF2B5EF4-FFF2-40B4-BE49-F238E27FC236}">
                      <a16:creationId xmlns:a16="http://schemas.microsoft.com/office/drawing/2014/main" id="{A168882D-7A1C-9C6A-3975-411617F8BF91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9752147" y="3377756"/>
                  <a:ext cx="131760" cy="26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4">
              <p14:nvContentPartPr>
                <p14:cNvPr id="249" name="Ink 248">
                  <a:extLst>
                    <a:ext uri="{FF2B5EF4-FFF2-40B4-BE49-F238E27FC236}">
                      <a16:creationId xmlns:a16="http://schemas.microsoft.com/office/drawing/2014/main" id="{42EC7073-1FB4-FE69-D3E4-A695E03383D0}"/>
                    </a:ext>
                  </a:extLst>
                </p14:cNvPr>
                <p14:cNvContentPartPr/>
                <p14:nvPr/>
              </p14:nvContentPartPr>
              <p14:xfrm>
                <a:off x="9973907" y="3358676"/>
                <a:ext cx="79920" cy="279000"/>
              </p14:xfrm>
            </p:contentPart>
          </mc:Choice>
          <mc:Fallback>
            <p:pic>
              <p:nvPicPr>
                <p:cNvPr id="249" name="Ink 248">
                  <a:extLst>
                    <a:ext uri="{FF2B5EF4-FFF2-40B4-BE49-F238E27FC236}">
                      <a16:creationId xmlns:a16="http://schemas.microsoft.com/office/drawing/2014/main" id="{42EC7073-1FB4-FE69-D3E4-A695E03383D0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9969587" y="3354356"/>
                  <a:ext cx="88560" cy="28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6">
              <p14:nvContentPartPr>
                <p14:cNvPr id="251" name="Ink 250">
                  <a:extLst>
                    <a:ext uri="{FF2B5EF4-FFF2-40B4-BE49-F238E27FC236}">
                      <a16:creationId xmlns:a16="http://schemas.microsoft.com/office/drawing/2014/main" id="{FA09116F-1928-A1D8-E98F-746AD0D5E76F}"/>
                    </a:ext>
                  </a:extLst>
                </p14:cNvPr>
                <p14:cNvContentPartPr/>
                <p14:nvPr/>
              </p14:nvContentPartPr>
              <p14:xfrm>
                <a:off x="10169747" y="3402236"/>
                <a:ext cx="159120" cy="194760"/>
              </p14:xfrm>
            </p:contentPart>
          </mc:Choice>
          <mc:Fallback>
            <p:pic>
              <p:nvPicPr>
                <p:cNvPr id="251" name="Ink 250">
                  <a:extLst>
                    <a:ext uri="{FF2B5EF4-FFF2-40B4-BE49-F238E27FC236}">
                      <a16:creationId xmlns:a16="http://schemas.microsoft.com/office/drawing/2014/main" id="{FA09116F-1928-A1D8-E98F-746AD0D5E76F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10165427" y="3397916"/>
                  <a:ext cx="167760" cy="20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8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E5297F13-D262-8032-71C9-DE29B390023C}"/>
                    </a:ext>
                  </a:extLst>
                </p14:cNvPr>
                <p14:cNvContentPartPr/>
                <p14:nvPr/>
              </p14:nvContentPartPr>
              <p14:xfrm>
                <a:off x="10386827" y="3337436"/>
                <a:ext cx="60120" cy="229680"/>
              </p14:xfrm>
            </p:contentPart>
          </mc:Choice>
          <mc:Fallback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E5297F13-D262-8032-71C9-DE29B390023C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10382507" y="3333116"/>
                  <a:ext cx="68760" cy="23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0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EA8C3F6C-0A08-CC51-B267-861F19C69BF6}"/>
                    </a:ext>
                  </a:extLst>
                </p14:cNvPr>
                <p14:cNvContentPartPr/>
                <p14:nvPr/>
              </p14:nvContentPartPr>
              <p14:xfrm>
                <a:off x="10477187" y="3377756"/>
                <a:ext cx="131760" cy="137160"/>
              </p14:xfrm>
            </p:contentPart>
          </mc:Choice>
          <mc:Fallback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EA8C3F6C-0A08-CC51-B267-861F19C69BF6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10472867" y="3373436"/>
                  <a:ext cx="14040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2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1C38D60F-72A0-F84E-B1BB-41D13D5A6DEE}"/>
                    </a:ext>
                  </a:extLst>
                </p14:cNvPr>
                <p14:cNvContentPartPr/>
                <p14:nvPr/>
              </p14:nvContentPartPr>
              <p14:xfrm>
                <a:off x="10558187" y="3306116"/>
                <a:ext cx="113040" cy="312120"/>
              </p14:xfrm>
            </p:contentPart>
          </mc:Choice>
          <mc:Fallback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1C38D60F-72A0-F84E-B1BB-41D13D5A6DEE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10553867" y="3301796"/>
                  <a:ext cx="121680" cy="32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4">
              <p14:nvContentPartPr>
                <p14:cNvPr id="256" name="Ink 255">
                  <a:extLst>
                    <a:ext uri="{FF2B5EF4-FFF2-40B4-BE49-F238E27FC236}">
                      <a16:creationId xmlns:a16="http://schemas.microsoft.com/office/drawing/2014/main" id="{F2BA4C14-9639-77F2-B3D0-73B6D6C8118F}"/>
                    </a:ext>
                  </a:extLst>
                </p14:cNvPr>
                <p14:cNvContentPartPr/>
                <p14:nvPr/>
              </p14:nvContentPartPr>
              <p14:xfrm>
                <a:off x="10848707" y="3332396"/>
                <a:ext cx="48240" cy="214560"/>
              </p14:xfrm>
            </p:contentPart>
          </mc:Choice>
          <mc:Fallback>
            <p:pic>
              <p:nvPicPr>
                <p:cNvPr id="256" name="Ink 255">
                  <a:extLst>
                    <a:ext uri="{FF2B5EF4-FFF2-40B4-BE49-F238E27FC236}">
                      <a16:creationId xmlns:a16="http://schemas.microsoft.com/office/drawing/2014/main" id="{F2BA4C14-9639-77F2-B3D0-73B6D6C8118F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10844387" y="3328076"/>
                  <a:ext cx="56880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6">
              <p14:nvContentPartPr>
                <p14:cNvPr id="257" name="Ink 256">
                  <a:extLst>
                    <a:ext uri="{FF2B5EF4-FFF2-40B4-BE49-F238E27FC236}">
                      <a16:creationId xmlns:a16="http://schemas.microsoft.com/office/drawing/2014/main" id="{0345071A-1F48-3499-5E27-D5F2DC3F36C3}"/>
                    </a:ext>
                  </a:extLst>
                </p14:cNvPr>
                <p14:cNvContentPartPr/>
                <p14:nvPr/>
              </p14:nvContentPartPr>
              <p14:xfrm>
                <a:off x="10852667" y="3287756"/>
                <a:ext cx="135720" cy="188280"/>
              </p14:xfrm>
            </p:contentPart>
          </mc:Choice>
          <mc:Fallback>
            <p:pic>
              <p:nvPicPr>
                <p:cNvPr id="257" name="Ink 256">
                  <a:extLst>
                    <a:ext uri="{FF2B5EF4-FFF2-40B4-BE49-F238E27FC236}">
                      <a16:creationId xmlns:a16="http://schemas.microsoft.com/office/drawing/2014/main" id="{0345071A-1F48-3499-5E27-D5F2DC3F36C3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10848347" y="3283436"/>
                  <a:ext cx="144360" cy="19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8">
              <p14:nvContentPartPr>
                <p14:cNvPr id="258" name="Ink 257">
                  <a:extLst>
                    <a:ext uri="{FF2B5EF4-FFF2-40B4-BE49-F238E27FC236}">
                      <a16:creationId xmlns:a16="http://schemas.microsoft.com/office/drawing/2014/main" id="{95AAC6C3-7730-3C39-F0FE-B8916DC520A0}"/>
                    </a:ext>
                  </a:extLst>
                </p14:cNvPr>
                <p14:cNvContentPartPr/>
                <p14:nvPr/>
              </p14:nvContentPartPr>
              <p14:xfrm>
                <a:off x="11079107" y="3283076"/>
                <a:ext cx="119880" cy="268560"/>
              </p14:xfrm>
            </p:contentPart>
          </mc:Choice>
          <mc:Fallback>
            <p:pic>
              <p:nvPicPr>
                <p:cNvPr id="258" name="Ink 257">
                  <a:extLst>
                    <a:ext uri="{FF2B5EF4-FFF2-40B4-BE49-F238E27FC236}">
                      <a16:creationId xmlns:a16="http://schemas.microsoft.com/office/drawing/2014/main" id="{95AAC6C3-7730-3C39-F0FE-B8916DC520A0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11074787" y="3278756"/>
                  <a:ext cx="128520" cy="27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0">
              <p14:nvContentPartPr>
                <p14:cNvPr id="259" name="Ink 258">
                  <a:extLst>
                    <a:ext uri="{FF2B5EF4-FFF2-40B4-BE49-F238E27FC236}">
                      <a16:creationId xmlns:a16="http://schemas.microsoft.com/office/drawing/2014/main" id="{720D26E4-06C2-EDAA-C924-D7B0227AC595}"/>
                    </a:ext>
                  </a:extLst>
                </p14:cNvPr>
                <p14:cNvContentPartPr/>
                <p14:nvPr/>
              </p14:nvContentPartPr>
              <p14:xfrm>
                <a:off x="11229947" y="3301076"/>
                <a:ext cx="152640" cy="199440"/>
              </p14:xfrm>
            </p:contentPart>
          </mc:Choice>
          <mc:Fallback>
            <p:pic>
              <p:nvPicPr>
                <p:cNvPr id="259" name="Ink 258">
                  <a:extLst>
                    <a:ext uri="{FF2B5EF4-FFF2-40B4-BE49-F238E27FC236}">
                      <a16:creationId xmlns:a16="http://schemas.microsoft.com/office/drawing/2014/main" id="{720D26E4-06C2-EDAA-C924-D7B0227AC595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11225627" y="3296756"/>
                  <a:ext cx="16128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2">
              <p14:nvContentPartPr>
                <p14:cNvPr id="260" name="Ink 259">
                  <a:extLst>
                    <a:ext uri="{FF2B5EF4-FFF2-40B4-BE49-F238E27FC236}">
                      <a16:creationId xmlns:a16="http://schemas.microsoft.com/office/drawing/2014/main" id="{FE30F988-F9BD-BB53-29BD-06F1EA077087}"/>
                    </a:ext>
                  </a:extLst>
                </p14:cNvPr>
                <p14:cNvContentPartPr/>
                <p14:nvPr/>
              </p14:nvContentPartPr>
              <p14:xfrm>
                <a:off x="11347307" y="3249956"/>
                <a:ext cx="144000" cy="338760"/>
              </p14:xfrm>
            </p:contentPart>
          </mc:Choice>
          <mc:Fallback>
            <p:pic>
              <p:nvPicPr>
                <p:cNvPr id="260" name="Ink 259">
                  <a:extLst>
                    <a:ext uri="{FF2B5EF4-FFF2-40B4-BE49-F238E27FC236}">
                      <a16:creationId xmlns:a16="http://schemas.microsoft.com/office/drawing/2014/main" id="{FE30F988-F9BD-BB53-29BD-06F1EA077087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11342987" y="3245636"/>
                  <a:ext cx="152640" cy="34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4">
              <p14:nvContentPartPr>
                <p14:cNvPr id="262" name="Ink 261">
                  <a:extLst>
                    <a:ext uri="{FF2B5EF4-FFF2-40B4-BE49-F238E27FC236}">
                      <a16:creationId xmlns:a16="http://schemas.microsoft.com/office/drawing/2014/main" id="{EF8CFDA5-8917-8216-7EE6-9284FA2C9006}"/>
                    </a:ext>
                  </a:extLst>
                </p14:cNvPr>
                <p14:cNvContentPartPr/>
                <p14:nvPr/>
              </p14:nvContentPartPr>
              <p14:xfrm>
                <a:off x="9649187" y="3923516"/>
                <a:ext cx="20160" cy="235440"/>
              </p14:xfrm>
            </p:contentPart>
          </mc:Choice>
          <mc:Fallback>
            <p:pic>
              <p:nvPicPr>
                <p:cNvPr id="262" name="Ink 261">
                  <a:extLst>
                    <a:ext uri="{FF2B5EF4-FFF2-40B4-BE49-F238E27FC236}">
                      <a16:creationId xmlns:a16="http://schemas.microsoft.com/office/drawing/2014/main" id="{EF8CFDA5-8917-8216-7EE6-9284FA2C9006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9644867" y="3919196"/>
                  <a:ext cx="28800" cy="24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6">
              <p14:nvContentPartPr>
                <p14:cNvPr id="263" name="Ink 262">
                  <a:extLst>
                    <a:ext uri="{FF2B5EF4-FFF2-40B4-BE49-F238E27FC236}">
                      <a16:creationId xmlns:a16="http://schemas.microsoft.com/office/drawing/2014/main" id="{AE54F3B0-6ED9-9A3F-4D01-532CC25D45A6}"/>
                    </a:ext>
                  </a:extLst>
                </p14:cNvPr>
                <p14:cNvContentPartPr/>
                <p14:nvPr/>
              </p14:nvContentPartPr>
              <p14:xfrm>
                <a:off x="9630107" y="3889316"/>
                <a:ext cx="116640" cy="150480"/>
              </p14:xfrm>
            </p:contentPart>
          </mc:Choice>
          <mc:Fallback>
            <p:pic>
              <p:nvPicPr>
                <p:cNvPr id="263" name="Ink 262">
                  <a:extLst>
                    <a:ext uri="{FF2B5EF4-FFF2-40B4-BE49-F238E27FC236}">
                      <a16:creationId xmlns:a16="http://schemas.microsoft.com/office/drawing/2014/main" id="{AE54F3B0-6ED9-9A3F-4D01-532CC25D45A6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9625787" y="3884996"/>
                  <a:ext cx="12528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8">
              <p14:nvContentPartPr>
                <p14:cNvPr id="265" name="Ink 264">
                  <a:extLst>
                    <a:ext uri="{FF2B5EF4-FFF2-40B4-BE49-F238E27FC236}">
                      <a16:creationId xmlns:a16="http://schemas.microsoft.com/office/drawing/2014/main" id="{399B9A47-642D-9A2E-65DE-76D73716E15A}"/>
                    </a:ext>
                  </a:extLst>
                </p14:cNvPr>
                <p14:cNvContentPartPr/>
                <p14:nvPr/>
              </p14:nvContentPartPr>
              <p14:xfrm>
                <a:off x="9846827" y="3896156"/>
                <a:ext cx="105480" cy="284400"/>
              </p14:xfrm>
            </p:contentPart>
          </mc:Choice>
          <mc:Fallback>
            <p:pic>
              <p:nvPicPr>
                <p:cNvPr id="265" name="Ink 264">
                  <a:extLst>
                    <a:ext uri="{FF2B5EF4-FFF2-40B4-BE49-F238E27FC236}">
                      <a16:creationId xmlns:a16="http://schemas.microsoft.com/office/drawing/2014/main" id="{399B9A47-642D-9A2E-65DE-76D73716E15A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9842507" y="3891836"/>
                  <a:ext cx="114120" cy="29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0">
              <p14:nvContentPartPr>
                <p14:cNvPr id="266" name="Ink 265">
                  <a:extLst>
                    <a:ext uri="{FF2B5EF4-FFF2-40B4-BE49-F238E27FC236}">
                      <a16:creationId xmlns:a16="http://schemas.microsoft.com/office/drawing/2014/main" id="{10B0818A-057B-73A8-99F9-A3F2039DF19E}"/>
                    </a:ext>
                  </a:extLst>
                </p14:cNvPr>
                <p14:cNvContentPartPr/>
                <p14:nvPr/>
              </p14:nvContentPartPr>
              <p14:xfrm>
                <a:off x="9981827" y="3922076"/>
                <a:ext cx="129600" cy="220680"/>
              </p14:xfrm>
            </p:contentPart>
          </mc:Choice>
          <mc:Fallback>
            <p:pic>
              <p:nvPicPr>
                <p:cNvPr id="266" name="Ink 265">
                  <a:extLst>
                    <a:ext uri="{FF2B5EF4-FFF2-40B4-BE49-F238E27FC236}">
                      <a16:creationId xmlns:a16="http://schemas.microsoft.com/office/drawing/2014/main" id="{10B0818A-057B-73A8-99F9-A3F2039DF19E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9977507" y="3917756"/>
                  <a:ext cx="138240" cy="22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2">
              <p14:nvContentPartPr>
                <p14:cNvPr id="268" name="Ink 267">
                  <a:extLst>
                    <a:ext uri="{FF2B5EF4-FFF2-40B4-BE49-F238E27FC236}">
                      <a16:creationId xmlns:a16="http://schemas.microsoft.com/office/drawing/2014/main" id="{766C492C-79E0-D62E-E981-40CE29F18382}"/>
                    </a:ext>
                  </a:extLst>
                </p14:cNvPr>
                <p14:cNvContentPartPr/>
                <p14:nvPr/>
              </p14:nvContentPartPr>
              <p14:xfrm>
                <a:off x="10174427" y="3897596"/>
                <a:ext cx="44640" cy="249480"/>
              </p14:xfrm>
            </p:contentPart>
          </mc:Choice>
          <mc:Fallback>
            <p:pic>
              <p:nvPicPr>
                <p:cNvPr id="268" name="Ink 267">
                  <a:extLst>
                    <a:ext uri="{FF2B5EF4-FFF2-40B4-BE49-F238E27FC236}">
                      <a16:creationId xmlns:a16="http://schemas.microsoft.com/office/drawing/2014/main" id="{766C492C-79E0-D62E-E981-40CE29F18382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10170107" y="3893276"/>
                  <a:ext cx="53280" cy="25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4">
              <p14:nvContentPartPr>
                <p14:cNvPr id="269" name="Ink 268">
                  <a:extLst>
                    <a:ext uri="{FF2B5EF4-FFF2-40B4-BE49-F238E27FC236}">
                      <a16:creationId xmlns:a16="http://schemas.microsoft.com/office/drawing/2014/main" id="{853DF88E-8DB9-ED92-2FF2-48562F0BDFA7}"/>
                    </a:ext>
                  </a:extLst>
                </p14:cNvPr>
                <p14:cNvContentPartPr/>
                <p14:nvPr/>
              </p14:nvContentPartPr>
              <p14:xfrm>
                <a:off x="10239227" y="3944396"/>
                <a:ext cx="139320" cy="158400"/>
              </p14:xfrm>
            </p:contentPart>
          </mc:Choice>
          <mc:Fallback>
            <p:pic>
              <p:nvPicPr>
                <p:cNvPr id="269" name="Ink 268">
                  <a:extLst>
                    <a:ext uri="{FF2B5EF4-FFF2-40B4-BE49-F238E27FC236}">
                      <a16:creationId xmlns:a16="http://schemas.microsoft.com/office/drawing/2014/main" id="{853DF88E-8DB9-ED92-2FF2-48562F0BDFA7}"/>
                    </a:ext>
                  </a:extLst>
                </p:cNvPr>
                <p:cNvPicPr/>
                <p:nvPr/>
              </p:nvPicPr>
              <p:blipFill>
                <a:blip r:embed="rId335"/>
                <a:stretch>
                  <a:fillRect/>
                </a:stretch>
              </p:blipFill>
              <p:spPr>
                <a:xfrm>
                  <a:off x="10234907" y="3940076"/>
                  <a:ext cx="147960" cy="16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6">
              <p14:nvContentPartPr>
                <p14:cNvPr id="270" name="Ink 269">
                  <a:extLst>
                    <a:ext uri="{FF2B5EF4-FFF2-40B4-BE49-F238E27FC236}">
                      <a16:creationId xmlns:a16="http://schemas.microsoft.com/office/drawing/2014/main" id="{E95B24B0-0A0C-BA54-A644-3D9227B74A0D}"/>
                    </a:ext>
                  </a:extLst>
                </p14:cNvPr>
                <p14:cNvContentPartPr/>
                <p14:nvPr/>
              </p14:nvContentPartPr>
              <p14:xfrm>
                <a:off x="10372787" y="3890756"/>
                <a:ext cx="116640" cy="308520"/>
              </p14:xfrm>
            </p:contentPart>
          </mc:Choice>
          <mc:Fallback>
            <p:pic>
              <p:nvPicPr>
                <p:cNvPr id="270" name="Ink 269">
                  <a:extLst>
                    <a:ext uri="{FF2B5EF4-FFF2-40B4-BE49-F238E27FC236}">
                      <a16:creationId xmlns:a16="http://schemas.microsoft.com/office/drawing/2014/main" id="{E95B24B0-0A0C-BA54-A644-3D9227B74A0D}"/>
                    </a:ext>
                  </a:extLst>
                </p:cNvPr>
                <p:cNvPicPr/>
                <p:nvPr/>
              </p:nvPicPr>
              <p:blipFill>
                <a:blip r:embed="rId337"/>
                <a:stretch>
                  <a:fillRect/>
                </a:stretch>
              </p:blipFill>
              <p:spPr>
                <a:xfrm>
                  <a:off x="10368467" y="3886436"/>
                  <a:ext cx="125280" cy="31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8">
              <p14:nvContentPartPr>
                <p14:cNvPr id="271" name="Ink 270">
                  <a:extLst>
                    <a:ext uri="{FF2B5EF4-FFF2-40B4-BE49-F238E27FC236}">
                      <a16:creationId xmlns:a16="http://schemas.microsoft.com/office/drawing/2014/main" id="{1A5850D6-4B80-A662-370C-27C2B9B9E7EB}"/>
                    </a:ext>
                  </a:extLst>
                </p14:cNvPr>
                <p14:cNvContentPartPr/>
                <p14:nvPr/>
              </p14:nvContentPartPr>
              <p14:xfrm>
                <a:off x="10541267" y="3892916"/>
                <a:ext cx="105840" cy="237240"/>
              </p14:xfrm>
            </p:contentPart>
          </mc:Choice>
          <mc:Fallback>
            <p:pic>
              <p:nvPicPr>
                <p:cNvPr id="271" name="Ink 270">
                  <a:extLst>
                    <a:ext uri="{FF2B5EF4-FFF2-40B4-BE49-F238E27FC236}">
                      <a16:creationId xmlns:a16="http://schemas.microsoft.com/office/drawing/2014/main" id="{1A5850D6-4B80-A662-370C-27C2B9B9E7EB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10536947" y="3888596"/>
                  <a:ext cx="114480" cy="24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0">
              <p14:nvContentPartPr>
                <p14:cNvPr id="272" name="Ink 271">
                  <a:extLst>
                    <a:ext uri="{FF2B5EF4-FFF2-40B4-BE49-F238E27FC236}">
                      <a16:creationId xmlns:a16="http://schemas.microsoft.com/office/drawing/2014/main" id="{B7485822-346A-AB3E-9731-3B733B509263}"/>
                    </a:ext>
                  </a:extLst>
                </p14:cNvPr>
                <p14:cNvContentPartPr/>
                <p14:nvPr/>
              </p14:nvContentPartPr>
              <p14:xfrm>
                <a:off x="10693907" y="3913076"/>
                <a:ext cx="106920" cy="195840"/>
              </p14:xfrm>
            </p:contentPart>
          </mc:Choice>
          <mc:Fallback>
            <p:pic>
              <p:nvPicPr>
                <p:cNvPr id="272" name="Ink 271">
                  <a:extLst>
                    <a:ext uri="{FF2B5EF4-FFF2-40B4-BE49-F238E27FC236}">
                      <a16:creationId xmlns:a16="http://schemas.microsoft.com/office/drawing/2014/main" id="{B7485822-346A-AB3E-9731-3B733B509263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10689587" y="3908756"/>
                  <a:ext cx="11556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2">
              <p14:nvContentPartPr>
                <p14:cNvPr id="273" name="Ink 272">
                  <a:extLst>
                    <a:ext uri="{FF2B5EF4-FFF2-40B4-BE49-F238E27FC236}">
                      <a16:creationId xmlns:a16="http://schemas.microsoft.com/office/drawing/2014/main" id="{5113DEC5-F42E-4099-69BD-4CF5CB345FA1}"/>
                    </a:ext>
                  </a:extLst>
                </p14:cNvPr>
                <p14:cNvContentPartPr/>
                <p14:nvPr/>
              </p14:nvContentPartPr>
              <p14:xfrm>
                <a:off x="10813067" y="3886436"/>
                <a:ext cx="129240" cy="199080"/>
              </p14:xfrm>
            </p:contentPart>
          </mc:Choice>
          <mc:Fallback>
            <p:pic>
              <p:nvPicPr>
                <p:cNvPr id="273" name="Ink 272">
                  <a:extLst>
                    <a:ext uri="{FF2B5EF4-FFF2-40B4-BE49-F238E27FC236}">
                      <a16:creationId xmlns:a16="http://schemas.microsoft.com/office/drawing/2014/main" id="{5113DEC5-F42E-4099-69BD-4CF5CB345FA1}"/>
                    </a:ext>
                  </a:extLst>
                </p:cNvPr>
                <p:cNvPicPr/>
                <p:nvPr/>
              </p:nvPicPr>
              <p:blipFill>
                <a:blip r:embed="rId343"/>
                <a:stretch>
                  <a:fillRect/>
                </a:stretch>
              </p:blipFill>
              <p:spPr>
                <a:xfrm>
                  <a:off x="10808747" y="3882116"/>
                  <a:ext cx="137880" cy="20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4">
              <p14:nvContentPartPr>
                <p14:cNvPr id="274" name="Ink 273">
                  <a:extLst>
                    <a:ext uri="{FF2B5EF4-FFF2-40B4-BE49-F238E27FC236}">
                      <a16:creationId xmlns:a16="http://schemas.microsoft.com/office/drawing/2014/main" id="{D56B0D2C-CCED-D13C-FA82-AB484AD1E4FA}"/>
                    </a:ext>
                  </a:extLst>
                </p14:cNvPr>
                <p14:cNvContentPartPr/>
                <p14:nvPr/>
              </p14:nvContentPartPr>
              <p14:xfrm>
                <a:off x="10950227" y="3844676"/>
                <a:ext cx="96120" cy="276480"/>
              </p14:xfrm>
            </p:contentPart>
          </mc:Choice>
          <mc:Fallback>
            <p:pic>
              <p:nvPicPr>
                <p:cNvPr id="274" name="Ink 273">
                  <a:extLst>
                    <a:ext uri="{FF2B5EF4-FFF2-40B4-BE49-F238E27FC236}">
                      <a16:creationId xmlns:a16="http://schemas.microsoft.com/office/drawing/2014/main" id="{D56B0D2C-CCED-D13C-FA82-AB484AD1E4FA}"/>
                    </a:ext>
                  </a:extLst>
                </p:cNvPr>
                <p:cNvPicPr/>
                <p:nvPr/>
              </p:nvPicPr>
              <p:blipFill>
                <a:blip r:embed="rId345"/>
                <a:stretch>
                  <a:fillRect/>
                </a:stretch>
              </p:blipFill>
              <p:spPr>
                <a:xfrm>
                  <a:off x="10945907" y="3840356"/>
                  <a:ext cx="104760" cy="28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6">
              <p14:nvContentPartPr>
                <p14:cNvPr id="275" name="Ink 274">
                  <a:extLst>
                    <a:ext uri="{FF2B5EF4-FFF2-40B4-BE49-F238E27FC236}">
                      <a16:creationId xmlns:a16="http://schemas.microsoft.com/office/drawing/2014/main" id="{11D9AD24-799A-5578-FCBD-C017446590DC}"/>
                    </a:ext>
                  </a:extLst>
                </p14:cNvPr>
                <p14:cNvContentPartPr/>
                <p14:nvPr/>
              </p14:nvContentPartPr>
              <p14:xfrm>
                <a:off x="11111147" y="3935756"/>
                <a:ext cx="123480" cy="12600"/>
              </p14:xfrm>
            </p:contentPart>
          </mc:Choice>
          <mc:Fallback>
            <p:pic>
              <p:nvPicPr>
                <p:cNvPr id="275" name="Ink 274">
                  <a:extLst>
                    <a:ext uri="{FF2B5EF4-FFF2-40B4-BE49-F238E27FC236}">
                      <a16:creationId xmlns:a16="http://schemas.microsoft.com/office/drawing/2014/main" id="{11D9AD24-799A-5578-FCBD-C017446590DC}"/>
                    </a:ext>
                  </a:extLst>
                </p:cNvPr>
                <p:cNvPicPr/>
                <p:nvPr/>
              </p:nvPicPr>
              <p:blipFill>
                <a:blip r:embed="rId347"/>
                <a:stretch>
                  <a:fillRect/>
                </a:stretch>
              </p:blipFill>
              <p:spPr>
                <a:xfrm>
                  <a:off x="11106827" y="3931436"/>
                  <a:ext cx="13212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8">
              <p14:nvContentPartPr>
                <p14:cNvPr id="276" name="Ink 275">
                  <a:extLst>
                    <a:ext uri="{FF2B5EF4-FFF2-40B4-BE49-F238E27FC236}">
                      <a16:creationId xmlns:a16="http://schemas.microsoft.com/office/drawing/2014/main" id="{0E6E9228-BA4C-0D0D-0A0A-372D454D1246}"/>
                    </a:ext>
                  </a:extLst>
                </p14:cNvPr>
                <p14:cNvContentPartPr/>
                <p14:nvPr/>
              </p14:nvContentPartPr>
              <p14:xfrm>
                <a:off x="11161187" y="3868796"/>
                <a:ext cx="26280" cy="176400"/>
              </p14:xfrm>
            </p:contentPart>
          </mc:Choice>
          <mc:Fallback>
            <p:pic>
              <p:nvPicPr>
                <p:cNvPr id="276" name="Ink 275">
                  <a:extLst>
                    <a:ext uri="{FF2B5EF4-FFF2-40B4-BE49-F238E27FC236}">
                      <a16:creationId xmlns:a16="http://schemas.microsoft.com/office/drawing/2014/main" id="{0E6E9228-BA4C-0D0D-0A0A-372D454D1246}"/>
                    </a:ext>
                  </a:extLst>
                </p:cNvPr>
                <p:cNvPicPr/>
                <p:nvPr/>
              </p:nvPicPr>
              <p:blipFill>
                <a:blip r:embed="rId349"/>
                <a:stretch>
                  <a:fillRect/>
                </a:stretch>
              </p:blipFill>
              <p:spPr>
                <a:xfrm>
                  <a:off x="11156867" y="3864476"/>
                  <a:ext cx="3492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0">
              <p14:nvContentPartPr>
                <p14:cNvPr id="278" name="Ink 277">
                  <a:extLst>
                    <a:ext uri="{FF2B5EF4-FFF2-40B4-BE49-F238E27FC236}">
                      <a16:creationId xmlns:a16="http://schemas.microsoft.com/office/drawing/2014/main" id="{0BE8767D-40C7-7123-11A7-5E9FD2A1F642}"/>
                    </a:ext>
                  </a:extLst>
                </p14:cNvPr>
                <p14:cNvContentPartPr/>
                <p14:nvPr/>
              </p14:nvContentPartPr>
              <p14:xfrm>
                <a:off x="11340107" y="3887156"/>
                <a:ext cx="38520" cy="224280"/>
              </p14:xfrm>
            </p:contentPart>
          </mc:Choice>
          <mc:Fallback>
            <p:pic>
              <p:nvPicPr>
                <p:cNvPr id="278" name="Ink 277">
                  <a:extLst>
                    <a:ext uri="{FF2B5EF4-FFF2-40B4-BE49-F238E27FC236}">
                      <a16:creationId xmlns:a16="http://schemas.microsoft.com/office/drawing/2014/main" id="{0BE8767D-40C7-7123-11A7-5E9FD2A1F642}"/>
                    </a:ext>
                  </a:extLst>
                </p:cNvPr>
                <p:cNvPicPr/>
                <p:nvPr/>
              </p:nvPicPr>
              <p:blipFill>
                <a:blip r:embed="rId351"/>
                <a:stretch>
                  <a:fillRect/>
                </a:stretch>
              </p:blipFill>
              <p:spPr>
                <a:xfrm>
                  <a:off x="11335787" y="3882836"/>
                  <a:ext cx="47160" cy="23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2">
              <p14:nvContentPartPr>
                <p14:cNvPr id="279" name="Ink 278">
                  <a:extLst>
                    <a:ext uri="{FF2B5EF4-FFF2-40B4-BE49-F238E27FC236}">
                      <a16:creationId xmlns:a16="http://schemas.microsoft.com/office/drawing/2014/main" id="{93EDC633-EED3-6F7E-68A3-255BC20DCE17}"/>
                    </a:ext>
                  </a:extLst>
                </p14:cNvPr>
                <p14:cNvContentPartPr/>
                <p14:nvPr/>
              </p14:nvContentPartPr>
              <p14:xfrm>
                <a:off x="11328227" y="3864836"/>
                <a:ext cx="128520" cy="174960"/>
              </p14:xfrm>
            </p:contentPart>
          </mc:Choice>
          <mc:Fallback>
            <p:pic>
              <p:nvPicPr>
                <p:cNvPr id="279" name="Ink 278">
                  <a:extLst>
                    <a:ext uri="{FF2B5EF4-FFF2-40B4-BE49-F238E27FC236}">
                      <a16:creationId xmlns:a16="http://schemas.microsoft.com/office/drawing/2014/main" id="{93EDC633-EED3-6F7E-68A3-255BC20DCE17}"/>
                    </a:ext>
                  </a:extLst>
                </p:cNvPr>
                <p:cNvPicPr/>
                <p:nvPr/>
              </p:nvPicPr>
              <p:blipFill>
                <a:blip r:embed="rId353"/>
                <a:stretch>
                  <a:fillRect/>
                </a:stretch>
              </p:blipFill>
              <p:spPr>
                <a:xfrm>
                  <a:off x="11323907" y="3860516"/>
                  <a:ext cx="137160" cy="18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4">
              <p14:nvContentPartPr>
                <p14:cNvPr id="281" name="Ink 280">
                  <a:extLst>
                    <a:ext uri="{FF2B5EF4-FFF2-40B4-BE49-F238E27FC236}">
                      <a16:creationId xmlns:a16="http://schemas.microsoft.com/office/drawing/2014/main" id="{6B675318-EF85-3CF2-663B-97123063C749}"/>
                    </a:ext>
                  </a:extLst>
                </p14:cNvPr>
                <p14:cNvContentPartPr/>
                <p14:nvPr/>
              </p14:nvContentPartPr>
              <p14:xfrm>
                <a:off x="11496707" y="3834236"/>
                <a:ext cx="101880" cy="287280"/>
              </p14:xfrm>
            </p:contentPart>
          </mc:Choice>
          <mc:Fallback>
            <p:pic>
              <p:nvPicPr>
                <p:cNvPr id="281" name="Ink 280">
                  <a:extLst>
                    <a:ext uri="{FF2B5EF4-FFF2-40B4-BE49-F238E27FC236}">
                      <a16:creationId xmlns:a16="http://schemas.microsoft.com/office/drawing/2014/main" id="{6B675318-EF85-3CF2-663B-97123063C749}"/>
                    </a:ext>
                  </a:extLst>
                </p:cNvPr>
                <p:cNvPicPr/>
                <p:nvPr/>
              </p:nvPicPr>
              <p:blipFill>
                <a:blip r:embed="rId355"/>
                <a:stretch>
                  <a:fillRect/>
                </a:stretch>
              </p:blipFill>
              <p:spPr>
                <a:xfrm>
                  <a:off x="11492387" y="3829916"/>
                  <a:ext cx="110520" cy="29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6">
              <p14:nvContentPartPr>
                <p14:cNvPr id="282" name="Ink 281">
                  <a:extLst>
                    <a:ext uri="{FF2B5EF4-FFF2-40B4-BE49-F238E27FC236}">
                      <a16:creationId xmlns:a16="http://schemas.microsoft.com/office/drawing/2014/main" id="{EE8C55ED-D20A-1B2E-8A1A-A05662388094}"/>
                    </a:ext>
                  </a:extLst>
                </p14:cNvPr>
                <p14:cNvContentPartPr/>
                <p14:nvPr/>
              </p14:nvContentPartPr>
              <p14:xfrm>
                <a:off x="11586707" y="3884636"/>
                <a:ext cx="123480" cy="228600"/>
              </p14:xfrm>
            </p:contentPart>
          </mc:Choice>
          <mc:Fallback>
            <p:pic>
              <p:nvPicPr>
                <p:cNvPr id="282" name="Ink 281">
                  <a:extLst>
                    <a:ext uri="{FF2B5EF4-FFF2-40B4-BE49-F238E27FC236}">
                      <a16:creationId xmlns:a16="http://schemas.microsoft.com/office/drawing/2014/main" id="{EE8C55ED-D20A-1B2E-8A1A-A05662388094}"/>
                    </a:ext>
                  </a:extLst>
                </p:cNvPr>
                <p:cNvPicPr/>
                <p:nvPr/>
              </p:nvPicPr>
              <p:blipFill>
                <a:blip r:embed="rId357"/>
                <a:stretch>
                  <a:fillRect/>
                </a:stretch>
              </p:blipFill>
              <p:spPr>
                <a:xfrm>
                  <a:off x="11582387" y="3880316"/>
                  <a:ext cx="132120" cy="23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8">
              <p14:nvContentPartPr>
                <p14:cNvPr id="283" name="Ink 282">
                  <a:extLst>
                    <a:ext uri="{FF2B5EF4-FFF2-40B4-BE49-F238E27FC236}">
                      <a16:creationId xmlns:a16="http://schemas.microsoft.com/office/drawing/2014/main" id="{8829CFCE-905B-67BF-6668-D90F149C62E3}"/>
                    </a:ext>
                  </a:extLst>
                </p14:cNvPr>
                <p14:cNvContentPartPr/>
                <p14:nvPr/>
              </p14:nvContentPartPr>
              <p14:xfrm>
                <a:off x="11742947" y="3887876"/>
                <a:ext cx="48240" cy="208800"/>
              </p14:xfrm>
            </p:contentPart>
          </mc:Choice>
          <mc:Fallback>
            <p:pic>
              <p:nvPicPr>
                <p:cNvPr id="283" name="Ink 282">
                  <a:extLst>
                    <a:ext uri="{FF2B5EF4-FFF2-40B4-BE49-F238E27FC236}">
                      <a16:creationId xmlns:a16="http://schemas.microsoft.com/office/drawing/2014/main" id="{8829CFCE-905B-67BF-6668-D90F149C62E3}"/>
                    </a:ext>
                  </a:extLst>
                </p:cNvPr>
                <p:cNvPicPr/>
                <p:nvPr/>
              </p:nvPicPr>
              <p:blipFill>
                <a:blip r:embed="rId359"/>
                <a:stretch>
                  <a:fillRect/>
                </a:stretch>
              </p:blipFill>
              <p:spPr>
                <a:xfrm>
                  <a:off x="11738627" y="3883556"/>
                  <a:ext cx="56880" cy="21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0">
              <p14:nvContentPartPr>
                <p14:cNvPr id="284" name="Ink 283">
                  <a:extLst>
                    <a:ext uri="{FF2B5EF4-FFF2-40B4-BE49-F238E27FC236}">
                      <a16:creationId xmlns:a16="http://schemas.microsoft.com/office/drawing/2014/main" id="{61160CDB-50A1-AC1D-3450-29BE4FBBF5F3}"/>
                    </a:ext>
                  </a:extLst>
                </p14:cNvPr>
                <p14:cNvContentPartPr/>
                <p14:nvPr/>
              </p14:nvContentPartPr>
              <p14:xfrm>
                <a:off x="11816747" y="3875996"/>
                <a:ext cx="145440" cy="222120"/>
              </p14:xfrm>
            </p:contentPart>
          </mc:Choice>
          <mc:Fallback>
            <p:pic>
              <p:nvPicPr>
                <p:cNvPr id="284" name="Ink 283">
                  <a:extLst>
                    <a:ext uri="{FF2B5EF4-FFF2-40B4-BE49-F238E27FC236}">
                      <a16:creationId xmlns:a16="http://schemas.microsoft.com/office/drawing/2014/main" id="{61160CDB-50A1-AC1D-3450-29BE4FBBF5F3}"/>
                    </a:ext>
                  </a:extLst>
                </p:cNvPr>
                <p:cNvPicPr/>
                <p:nvPr/>
              </p:nvPicPr>
              <p:blipFill>
                <a:blip r:embed="rId361"/>
                <a:stretch>
                  <a:fillRect/>
                </a:stretch>
              </p:blipFill>
              <p:spPr>
                <a:xfrm>
                  <a:off x="11812427" y="3871676"/>
                  <a:ext cx="154080" cy="23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2">
              <p14:nvContentPartPr>
                <p14:cNvPr id="285" name="Ink 284">
                  <a:extLst>
                    <a:ext uri="{FF2B5EF4-FFF2-40B4-BE49-F238E27FC236}">
                      <a16:creationId xmlns:a16="http://schemas.microsoft.com/office/drawing/2014/main" id="{5BACC83A-4790-02F5-C57A-DAA59FADF5E7}"/>
                    </a:ext>
                  </a:extLst>
                </p14:cNvPr>
                <p14:cNvContentPartPr/>
                <p14:nvPr/>
              </p14:nvContentPartPr>
              <p14:xfrm>
                <a:off x="11990627" y="3858716"/>
                <a:ext cx="127080" cy="231480"/>
              </p14:xfrm>
            </p:contentPart>
          </mc:Choice>
          <mc:Fallback>
            <p:pic>
              <p:nvPicPr>
                <p:cNvPr id="285" name="Ink 284">
                  <a:extLst>
                    <a:ext uri="{FF2B5EF4-FFF2-40B4-BE49-F238E27FC236}">
                      <a16:creationId xmlns:a16="http://schemas.microsoft.com/office/drawing/2014/main" id="{5BACC83A-4790-02F5-C57A-DAA59FADF5E7}"/>
                    </a:ext>
                  </a:extLst>
                </p:cNvPr>
                <p:cNvPicPr/>
                <p:nvPr/>
              </p:nvPicPr>
              <p:blipFill>
                <a:blip r:embed="rId363"/>
                <a:stretch>
                  <a:fillRect/>
                </a:stretch>
              </p:blipFill>
              <p:spPr>
                <a:xfrm>
                  <a:off x="11986307" y="3854396"/>
                  <a:ext cx="135720" cy="24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4">
              <p14:nvContentPartPr>
                <p14:cNvPr id="286" name="Ink 285">
                  <a:extLst>
                    <a:ext uri="{FF2B5EF4-FFF2-40B4-BE49-F238E27FC236}">
                      <a16:creationId xmlns:a16="http://schemas.microsoft.com/office/drawing/2014/main" id="{20847753-9D7E-41E4-943F-238065BE22BA}"/>
                    </a:ext>
                  </a:extLst>
                </p14:cNvPr>
                <p14:cNvContentPartPr/>
                <p14:nvPr/>
              </p14:nvContentPartPr>
              <p14:xfrm>
                <a:off x="12086747" y="3848996"/>
                <a:ext cx="77040" cy="276120"/>
              </p14:xfrm>
            </p:contentPart>
          </mc:Choice>
          <mc:Fallback>
            <p:pic>
              <p:nvPicPr>
                <p:cNvPr id="286" name="Ink 285">
                  <a:extLst>
                    <a:ext uri="{FF2B5EF4-FFF2-40B4-BE49-F238E27FC236}">
                      <a16:creationId xmlns:a16="http://schemas.microsoft.com/office/drawing/2014/main" id="{20847753-9D7E-41E4-943F-238065BE22BA}"/>
                    </a:ext>
                  </a:extLst>
                </p:cNvPr>
                <p:cNvPicPr/>
                <p:nvPr/>
              </p:nvPicPr>
              <p:blipFill>
                <a:blip r:embed="rId365"/>
                <a:stretch>
                  <a:fillRect/>
                </a:stretch>
              </p:blipFill>
              <p:spPr>
                <a:xfrm>
                  <a:off x="12082427" y="3844676"/>
                  <a:ext cx="85680" cy="28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6">
              <p14:nvContentPartPr>
                <p14:cNvPr id="291" name="Ink 290">
                  <a:extLst>
                    <a:ext uri="{FF2B5EF4-FFF2-40B4-BE49-F238E27FC236}">
                      <a16:creationId xmlns:a16="http://schemas.microsoft.com/office/drawing/2014/main" id="{B6E398D5-71CD-7039-4196-7ECD5CFE88DC}"/>
                    </a:ext>
                  </a:extLst>
                </p14:cNvPr>
                <p14:cNvContentPartPr/>
                <p14:nvPr/>
              </p14:nvContentPartPr>
              <p14:xfrm>
                <a:off x="12231328" y="3827756"/>
                <a:ext cx="115560" cy="250560"/>
              </p14:xfrm>
            </p:contentPart>
          </mc:Choice>
          <mc:Fallback>
            <p:pic>
              <p:nvPicPr>
                <p:cNvPr id="291" name="Ink 290">
                  <a:extLst>
                    <a:ext uri="{FF2B5EF4-FFF2-40B4-BE49-F238E27FC236}">
                      <a16:creationId xmlns:a16="http://schemas.microsoft.com/office/drawing/2014/main" id="{B6E398D5-71CD-7039-4196-7ECD5CFE88DC}"/>
                    </a:ext>
                  </a:extLst>
                </p:cNvPr>
                <p:cNvPicPr/>
                <p:nvPr/>
              </p:nvPicPr>
              <p:blipFill>
                <a:blip r:embed="rId367"/>
                <a:stretch>
                  <a:fillRect/>
                </a:stretch>
              </p:blipFill>
              <p:spPr>
                <a:xfrm>
                  <a:off x="12227008" y="3823436"/>
                  <a:ext cx="124200" cy="25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8">
              <p14:nvContentPartPr>
                <p14:cNvPr id="292" name="Ink 291">
                  <a:extLst>
                    <a:ext uri="{FF2B5EF4-FFF2-40B4-BE49-F238E27FC236}">
                      <a16:creationId xmlns:a16="http://schemas.microsoft.com/office/drawing/2014/main" id="{8BA7CAA7-B204-3704-3D43-7035388F807B}"/>
                    </a:ext>
                  </a:extLst>
                </p14:cNvPr>
                <p14:cNvContentPartPr/>
                <p14:nvPr/>
              </p14:nvContentPartPr>
              <p14:xfrm>
                <a:off x="12401968" y="3779516"/>
                <a:ext cx="109800" cy="236160"/>
              </p14:xfrm>
            </p:contentPart>
          </mc:Choice>
          <mc:Fallback>
            <p:pic>
              <p:nvPicPr>
                <p:cNvPr id="292" name="Ink 291">
                  <a:extLst>
                    <a:ext uri="{FF2B5EF4-FFF2-40B4-BE49-F238E27FC236}">
                      <a16:creationId xmlns:a16="http://schemas.microsoft.com/office/drawing/2014/main" id="{8BA7CAA7-B204-3704-3D43-7035388F807B}"/>
                    </a:ext>
                  </a:extLst>
                </p:cNvPr>
                <p:cNvPicPr/>
                <p:nvPr/>
              </p:nvPicPr>
              <p:blipFill>
                <a:blip r:embed="rId369"/>
                <a:stretch>
                  <a:fillRect/>
                </a:stretch>
              </p:blipFill>
              <p:spPr>
                <a:xfrm>
                  <a:off x="12397648" y="3775196"/>
                  <a:ext cx="118440" cy="24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0">
              <p14:nvContentPartPr>
                <p14:cNvPr id="293" name="Ink 292">
                  <a:extLst>
                    <a:ext uri="{FF2B5EF4-FFF2-40B4-BE49-F238E27FC236}">
                      <a16:creationId xmlns:a16="http://schemas.microsoft.com/office/drawing/2014/main" id="{262BA1E9-3DF1-AF3F-7F57-69201430B879}"/>
                    </a:ext>
                  </a:extLst>
                </p14:cNvPr>
                <p14:cNvContentPartPr/>
                <p14:nvPr/>
              </p14:nvContentPartPr>
              <p14:xfrm>
                <a:off x="12526528" y="3764756"/>
                <a:ext cx="148680" cy="223920"/>
              </p14:xfrm>
            </p:contentPart>
          </mc:Choice>
          <mc:Fallback>
            <p:pic>
              <p:nvPicPr>
                <p:cNvPr id="293" name="Ink 292">
                  <a:extLst>
                    <a:ext uri="{FF2B5EF4-FFF2-40B4-BE49-F238E27FC236}">
                      <a16:creationId xmlns:a16="http://schemas.microsoft.com/office/drawing/2014/main" id="{262BA1E9-3DF1-AF3F-7F57-69201430B879}"/>
                    </a:ext>
                  </a:extLst>
                </p:cNvPr>
                <p:cNvPicPr/>
                <p:nvPr/>
              </p:nvPicPr>
              <p:blipFill>
                <a:blip r:embed="rId371"/>
                <a:stretch>
                  <a:fillRect/>
                </a:stretch>
              </p:blipFill>
              <p:spPr>
                <a:xfrm>
                  <a:off x="12522208" y="3760436"/>
                  <a:ext cx="157320" cy="23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2">
              <p14:nvContentPartPr>
                <p14:cNvPr id="294" name="Ink 293">
                  <a:extLst>
                    <a:ext uri="{FF2B5EF4-FFF2-40B4-BE49-F238E27FC236}">
                      <a16:creationId xmlns:a16="http://schemas.microsoft.com/office/drawing/2014/main" id="{16F8BD6E-77CB-A619-6E4F-D86AD5E4DEE4}"/>
                    </a:ext>
                  </a:extLst>
                </p14:cNvPr>
                <p14:cNvContentPartPr/>
                <p14:nvPr/>
              </p14:nvContentPartPr>
              <p14:xfrm>
                <a:off x="12695008" y="3747476"/>
                <a:ext cx="200160" cy="210240"/>
              </p14:xfrm>
            </p:contentPart>
          </mc:Choice>
          <mc:Fallback>
            <p:pic>
              <p:nvPicPr>
                <p:cNvPr id="294" name="Ink 293">
                  <a:extLst>
                    <a:ext uri="{FF2B5EF4-FFF2-40B4-BE49-F238E27FC236}">
                      <a16:creationId xmlns:a16="http://schemas.microsoft.com/office/drawing/2014/main" id="{16F8BD6E-77CB-A619-6E4F-D86AD5E4DEE4}"/>
                    </a:ext>
                  </a:extLst>
                </p:cNvPr>
                <p:cNvPicPr/>
                <p:nvPr/>
              </p:nvPicPr>
              <p:blipFill>
                <a:blip r:embed="rId373"/>
                <a:stretch>
                  <a:fillRect/>
                </a:stretch>
              </p:blipFill>
              <p:spPr>
                <a:xfrm>
                  <a:off x="12690688" y="3743156"/>
                  <a:ext cx="208800" cy="21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4">
              <p14:nvContentPartPr>
                <p14:cNvPr id="295" name="Ink 294">
                  <a:extLst>
                    <a:ext uri="{FF2B5EF4-FFF2-40B4-BE49-F238E27FC236}">
                      <a16:creationId xmlns:a16="http://schemas.microsoft.com/office/drawing/2014/main" id="{BD58EFAB-6F97-23F6-CBAA-25F1F635F898}"/>
                    </a:ext>
                  </a:extLst>
                </p14:cNvPr>
                <p14:cNvContentPartPr/>
                <p14:nvPr/>
              </p14:nvContentPartPr>
              <p14:xfrm>
                <a:off x="12846928" y="3687356"/>
                <a:ext cx="115560" cy="266400"/>
              </p14:xfrm>
            </p:contentPart>
          </mc:Choice>
          <mc:Fallback>
            <p:pic>
              <p:nvPicPr>
                <p:cNvPr id="295" name="Ink 294">
                  <a:extLst>
                    <a:ext uri="{FF2B5EF4-FFF2-40B4-BE49-F238E27FC236}">
                      <a16:creationId xmlns:a16="http://schemas.microsoft.com/office/drawing/2014/main" id="{BD58EFAB-6F97-23F6-CBAA-25F1F635F898}"/>
                    </a:ext>
                  </a:extLst>
                </p:cNvPr>
                <p:cNvPicPr/>
                <p:nvPr/>
              </p:nvPicPr>
              <p:blipFill>
                <a:blip r:embed="rId375"/>
                <a:stretch>
                  <a:fillRect/>
                </a:stretch>
              </p:blipFill>
              <p:spPr>
                <a:xfrm>
                  <a:off x="12842608" y="3683036"/>
                  <a:ext cx="124200" cy="2750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8909569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5811273-C8B4-485B-91EE-859B79D6106A}"/>
              </a:ext>
            </a:extLst>
          </p:cNvPr>
          <p:cNvSpPr txBox="1"/>
          <p:nvPr/>
        </p:nvSpPr>
        <p:spPr>
          <a:xfrm>
            <a:off x="240637" y="384375"/>
            <a:ext cx="11238846" cy="60016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You are consulting for a hospital.  They have a diagnostic test for a disease with a known background prevalence of 0.1%.</a:t>
            </a:r>
          </a:p>
          <a:p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The test has the following properties:</a:t>
            </a:r>
          </a:p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p(positive result | person has disease) = 0.91</a:t>
            </a:r>
          </a:p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p(negative result| person does not have disease) = 0.84</a:t>
            </a:r>
          </a:p>
          <a:p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The cost of running the test one time is $1.  The test can be repeated for each patient and the results of the</a:t>
            </a:r>
          </a:p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test are independent of one another allowing for Bayesian updates.  The test always yields a positive or negative </a:t>
            </a:r>
          </a:p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result.</a:t>
            </a:r>
          </a:p>
          <a:p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The requirement of the hospital is that the test is repeated for each patient until a Bayesian posterior </a:t>
            </a:r>
          </a:p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of at least 0.99999 is reached.</a:t>
            </a:r>
          </a:p>
          <a:p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AutoNum type="arabicParenBoth"/>
            </a:pP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Run simulations for a patient with the disease.  About how many times on average must the test be repeated</a:t>
            </a:r>
          </a:p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to achieve the hospital’s requirements?  </a:t>
            </a:r>
          </a:p>
          <a:p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(2) Repeat the simulations for a patient without the disease.  About how many times on average must the </a:t>
            </a:r>
          </a:p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test be repeated to achieve the hospital’s requirements?</a:t>
            </a:r>
          </a:p>
          <a:p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(3) The hospital plans to run the test on one million patients per year.  At a cost of $1 per test, about how much</a:t>
            </a:r>
          </a:p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should the hospital budget to run these tests?  (That is to say, for a million patients, how many tests can </a:t>
            </a:r>
          </a:p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the hospital anticipate running?)</a:t>
            </a:r>
          </a:p>
          <a:p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Show your work/code/justification for all answers.  	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1846E42-C5EE-4EA8-855A-0819752FADAD}"/>
              </a:ext>
            </a:extLst>
          </p:cNvPr>
          <p:cNvSpPr txBox="1"/>
          <p:nvPr/>
        </p:nvSpPr>
        <p:spPr>
          <a:xfrm>
            <a:off x="90540" y="9057"/>
            <a:ext cx="14285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Problem #2 </a:t>
            </a:r>
          </a:p>
        </p:txBody>
      </p:sp>
    </p:spTree>
    <p:extLst>
      <p:ext uri="{BB962C8B-B14F-4D97-AF65-F5344CB8AC3E}">
        <p14:creationId xmlns:p14="http://schemas.microsoft.com/office/powerpoint/2010/main" val="13720348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F9FD2C5-17ED-71EF-6A78-177A91B5DA74}"/>
              </a:ext>
            </a:extLst>
          </p:cNvPr>
          <p:cNvSpPr txBox="1"/>
          <p:nvPr/>
        </p:nvSpPr>
        <p:spPr>
          <a:xfrm>
            <a:off x="996696" y="320040"/>
            <a:ext cx="8755282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Extra credit/To explore with AI 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/>
              <a:t>Use a simple classifier (e.g., logistic regression or a tiny neural network) trained on roll </a:t>
            </a:r>
          </a:p>
          <a:p>
            <a:r>
              <a:rPr lang="en-US" dirty="0"/>
              <a:t>sequences to predict whether a die is loaded. Compare its output to the Bayesian posterior.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07613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244</TotalTime>
  <Words>519</Words>
  <Application>Microsoft Office PowerPoint</Application>
  <PresentationFormat>Widescreen</PresentationFormat>
  <Paragraphs>50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Anthony</dc:creator>
  <cp:lastModifiedBy>juliannah flemister</cp:lastModifiedBy>
  <cp:revision>49</cp:revision>
  <dcterms:created xsi:type="dcterms:W3CDTF">2020-01-28T08:04:22Z</dcterms:created>
  <dcterms:modified xsi:type="dcterms:W3CDTF">2026-02-03T20:58:15Z</dcterms:modified>
</cp:coreProperties>
</file>