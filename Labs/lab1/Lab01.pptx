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>
      <p:cViewPr varScale="1">
        <p:scale>
          <a:sx n="40" d="100"/>
          <a:sy n="40" d="100"/>
        </p:scale>
        <p:origin x="120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8:24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117 418 512 0 0,'-12'3'392'0'0,"-1"1"0"0"0,0 1 0 0 0,-13 6 0 0 0,22-8 27 0 0,0-1 0 0 0,-1 0 0 0 0,1 1 0 0 0,0 0 0 0 0,0 0-1 0 0,1 0 1 0 0,-1 0 0 0 0,1 1 0 0 0,0-1 0 0 0,-1 1 0 0 0,-4 8 0 0 0,8-12-322 0 0,0 1-1 0 0,-1-1 1 0 0,1 0 0 0 0,0 1-1 0 0,0-1 1 0 0,-1 1 0 0 0,1-1-1 0 0,0 1 1 0 0,0-1 0 0 0,0 1-1 0 0,0-1 1 0 0,0 1 0 0 0,0-1-1 0 0,0 1 1 0 0,0-1 0 0 0,0 1 0 0 0,0-1-1 0 0,0 1 1 0 0,0-1 0 0 0,0 1-1 0 0,0-1 1 0 0,0 1 0 0 0,0-1-1 0 0,1 1 1 0 0,-1-1 0 0 0,0 1-1 0 0,0-1 1 0 0,1 0 0 0 0,-1 1 0 0 0,0-1-1 0 0,1 1 1 0 0,-1-1 0 0 0,2 1 43 0 0,-1 0 0 0 0,0-1 1 0 0,0 1-1 0 0,1-1 1 0 0,-1 1-1 0 0,0-1 0 0 0,1 0 1 0 0,-1 1-1 0 0,1-1 0 0 0,-1 0 1 0 0,3 0-1 0 0,43-5 1357 0 0,-42 4-1226 0 0,37-8 668 0 0,-1-1 0 0 0,43-17 0 0 0,79-40 644 0 0,-21 9-714 0 0,108-26-270 0 0,22-10-545 0 0,-98 33 110 0 0,54-21-868 0 0,-225 81 1212 0 0,9-4-3695 0 0,-11 4 482 0 0,-6 2 267 0 0,-4 3 258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8:24.8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338 31 112 0 0,'31'-25'7878'0'0,"-23"20"-5282"0"0,-22 18-2138 0 0,-188 150 2600 0 0,195-157-2940 0 0,-12 7 266 0 0,0 0 1 0 0,1 2-1 0 0,1 0 0 0 0,1 1 1 0 0,-29 35-1 0 0,43-48-348 0 0,-1 1-1 0 0,1 0 1 0 0,0 0 0 0 0,0 0-1 0 0,0 0 1 0 0,1 0 0 0 0,0 0-1 0 0,-1 0 1 0 0,1 0 0 0 0,1 0-1 0 0,-1 1 1 0 0,1-1 0 0 0,-1 0-1 0 0,1 1 1 0 0,1-1 0 0 0,0 7-1 0 0,0-6 38 0 0,1 0 0 0 0,-1 0 0 0 0,1 0 0 0 0,1 0 0 0 0,-1 0 0 0 0,1-1 0 0 0,0 1 0 0 0,0-1 0 0 0,0 0 0 0 0,0 1 0 0 0,7 5 0 0 0,3 1 123 0 0,0-1-1 0 0,0-1 1 0 0,1 0 0 0 0,0 0-1 0 0,0-1 1 0 0,1-1 0 0 0,25 8 0 0 0,-5-3-140 0 0,1-2 1 0 0,0-2 0 0 0,71 8-1 0 0,-104-16-51 0 0,18 4-728 0 0,-21-4 527 0 0,0 0-1 0 0,1 1 1 0 0,-1-1-1 0 0,0 0 1 0 0,1 1-1 0 0,-1-1 1 0 0,0 0-1 0 0,1 1 1 0 0,-1-1-1 0 0,0 0 1 0 0,0 1-1 0 0,1-1 1 0 0,-1 1-1 0 0,0-1 1 0 0,0 0-1 0 0,0 1 1 0 0,1-1-1 0 0,-1 1 1 0 0,0-1-1 0 0,0 1 1 0 0,0-1-1 0 0,0 1 1 0 0,0-1-1 0 0,0 1 1 0 0,0-1-1 0 0,0 0 1 0 0,0 1-1 0 0,0-1 1 0 0,0 1-1 0 0,-1-1 1 0 0,1 1-1 0 0,0-1 1 0 0,0 1-1 0 0,0-1 1 0 0,-1 0-1 0 0,1 1 1 0 0,0-1-1 0 0,0 1 1 0 0,-1-1-1 0 0,-2 5-1391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8:27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99 8 0 0,'-21'-28'4797'0'0,"11"14"-2443"0"0,0 1 0 0 0,-1 1 0 0 0,-16-16 1 0 0,27 28-2335 0 0,0 0 0 0 0,-1-1 0 0 0,1 1 1 0 0,0 0-1 0 0,0 0 0 0 0,0-1 0 0 0,-1 1 1 0 0,1 0-1 0 0,0 0 0 0 0,0 0 0 0 0,0 0 0 0 0,-1-1 1 0 0,1 1-1 0 0,0 0 0 0 0,0 0 0 0 0,-1 0 1 0 0,1 0-1 0 0,0 0 0 0 0,0 0 0 0 0,-1 0 0 0 0,1 0 1 0 0,0-1-1 0 0,-1 1 0 0 0,1 0 0 0 0,0 0 1 0 0,0 0-1 0 0,-1 1 0 0 0,1-1 0 0 0,0 0 0 0 0,0 0 1 0 0,-1 0-1 0 0,1 0 0 0 0,0 0 0 0 0,-1 0 1 0 0,1 0-1 0 0,0 0 0 0 0,0 0 0 0 0,-1 1 0 0 0,1-1 1 0 0,0 0-1 0 0,0 0 0 0 0,0 0 0 0 0,-1 0 1 0 0,1 1-1 0 0,0-1 0 0 0,0 0 0 0 0,0 0 1 0 0,0 1-1 0 0,-1-1 0 0 0,1 0 0 0 0,0 0 0 0 0,0 1 1 0 0,0-1-1 0 0,0 0 0 0 0,0 0 0 0 0,0 1 1 0 0,0-1-1 0 0,0 0 0 0 0,0 1 0 0 0,-1 21 330 0 0,1-17-265 0 0,2 65 25 0 0,3 1-1 0 0,3-1 1 0 0,33 132 0 0 0,-39-196-63 0 0,13 42 334 0 0,-13-45-312 0 0,-1 1 0 0 0,1 0-1 0 0,0-1 1 0 0,0 1 0 0 0,0-1-1 0 0,1 0 1 0 0,-1 1-1 0 0,1-1 1 0 0,5 5 0 0 0,-7-8-62 0 0,0 1-1 0 0,0-1 1 0 0,0 1 0 0 0,0-1 0 0 0,0 1-1 0 0,0-1 1 0 0,0 1 0 0 0,0-1 0 0 0,0 0-1 0 0,0 0 1 0 0,0 1 0 0 0,0-1 0 0 0,0 0 0 0 0,0 0-1 0 0,0 0 1 0 0,0 0 0 0 0,0 0 0 0 0,1-1-1 0 0,-1 1 1 0 0,0 0 0 0 0,0 0 0 0 0,0-1-1 0 0,0 1 1 0 0,0-1 0 0 0,0 1 0 0 0,0-1 0 0 0,0 1-1 0 0,-1-1 1 0 0,1 1 0 0 0,0-1 0 0 0,0 0-1 0 0,0 0 1 0 0,0 1 0 0 0,-1-1 0 0 0,1 0-1 0 0,0 0 1 0 0,-1 0 0 0 0,1 0 0 0 0,0-1 0 0 0,3-5 22 0 0,0 0 0 0 0,0 0 0 0 0,5-15 1 0 0,-8 20-38 0 0,8-22-7 0 0,-1 0 1 0 0,-1 0-1 0 0,-1-1 1 0 0,-1 1 0 0 0,3-52-1 0 0,-7 74 16 0 0,-1-1-1 0 0,0 0 1 0 0,0 1-1 0 0,-1-1 1 0 0,1 0-1 0 0,-1 1 1 0 0,1-1-1 0 0,-1 0 1 0 0,0 1 0 0 0,0-1-1 0 0,0 1 1 0 0,0-1-1 0 0,0 1 1 0 0,-1 0-1 0 0,1-1 1 0 0,-1 1-1 0 0,1 0 1 0 0,-1 0 0 0 0,0 0-1 0 0,0 0 1 0 0,0 0-1 0 0,0 1 1 0 0,0-1-1 0 0,0 1 1 0 0,-1-1-1 0 0,1 1 1 0 0,0 0-1 0 0,-1 0 1 0 0,1 0 0 0 0,-1 0-1 0 0,1 0 1 0 0,-1 0-1 0 0,0 1 1 0 0,1-1-1 0 0,-4 1 1 0 0,1-1-159 0 0,1 1 1 0 0,-1 1 0 0 0,1-1-1 0 0,-1 1 1 0 0,0-1-1 0 0,1 1 1 0 0,-1 0-1 0 0,1 1 1 0 0,0-1 0 0 0,-1 1-1 0 0,1 0 1 0 0,0 0-1 0 0,0 0 1 0 0,0 1 0 0 0,0-1-1 0 0,0 1 1 0 0,1 0-1 0 0,-1 0 1 0 0,-5 7-1 0 0,5-4-1197 0 0,0 0-1 0 0,0 0 1 0 0,1 0-1 0 0,-1 0 1 0 0,1 1-1 0 0,-3 10 1 0 0,3-10-1096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8:30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173 119 512 0 0,'-7'-12'7908'0'0,"-6"-3"-3966"0"0,10 12-3209 0 0,-3-6 390 0 0,-6-5-119 0 0,0 1-1 0 0,-15-14 0 0 0,24 24-932 0 0,0 0 0 0 0,0 1 0 0 0,0 0 0 0 0,-1 0 0 0 0,1 0 0 0 0,0 0 0 0 0,-1 0 0 0 0,1 1 0 0 0,-1-1 0 0 0,0 1 0 0 0,1 0 0 0 0,-1 0 0 0 0,0 0 0 0 0,0 1 0 0 0,0-1 0 0 0,-5 1 0 0 0,8 0-58 0 0,-1 1 0 0 0,1 0 1 0 0,0-1-1 0 0,-1 1 1 0 0,1 0-1 0 0,0-1 0 0 0,0 1 1 0 0,0 0-1 0 0,0 0 0 0 0,0 0 1 0 0,-1 0-1 0 0,2 0 1 0 0,-1 0-1 0 0,0 1 0 0 0,0-1 1 0 0,0 0-1 0 0,0 0 1 0 0,1 1-1 0 0,-1-1 0 0 0,1 0 1 0 0,-1 1-1 0 0,1-1 0 0 0,-1 0 1 0 0,1 1-1 0 0,0-1 1 0 0,-1 2-1 0 0,-3 40 231 0 0,5-27-177 0 0,-1-1 1 0 0,2 0-1 0 0,0 1 1 0 0,1-1-1 0 0,0 0 0 0 0,2 0 1 0 0,-1-1-1 0 0,2 1 1 0 0,0-1-1 0 0,0 0 0 0 0,2-1 1 0 0,10 16-1 0 0,-17-27-49 0 0,0-1 1 0 0,0 1-1 0 0,1-1 0 0 0,-1 1 0 0 0,0-1 0 0 0,1 1 0 0 0,-1-1 1 0 0,1 0-1 0 0,0 0 0 0 0,-1 0 0 0 0,1 0 0 0 0,0 0 0 0 0,0 0 1 0 0,0 0-1 0 0,-1 0 0 0 0,1-1 0 0 0,0 1 0 0 0,0-1 0 0 0,0 0 1 0 0,0 1-1 0 0,0-1 0 0 0,0 0 0 0 0,0 0 0 0 0,0 0 0 0 0,0 0 1 0 0,0-1-1 0 0,0 1 0 0 0,0-1 0 0 0,0 1 0 0 0,0-1 0 0 0,2 0 0 0 0,-1-1 3 0 0,0 0 0 0 0,0 0-1 0 0,0 0 1 0 0,0-1 0 0 0,-1 1-1 0 0,1-1 1 0 0,-1 0 0 0 0,1 1-1 0 0,-1-1 1 0 0,0 0 0 0 0,0 0-1 0 0,0-1 1 0 0,-1 1 0 0 0,1 0-1 0 0,-1 0 1 0 0,2-6-1 0 0,1-9-1 0 0,-2 0-1 0 0,1-1 1 0 0,-2 1-1 0 0,0 0 1 0 0,-2-1-1 0 0,-2-23 1 0 0,-1-26 96 0 0,21 92 69 0 0,82 161-429 0 0,-95-174 509 0 0,4 7-3241 0 0,-4-17-581 0 0,0-10-1708 0 0,-2 3 3669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8:30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67 232 0 0,'1'-4'789'0'0,"-1"0"0"0"0,0 0 0 0 0,0 0 0 0 0,0 0 0 0 0,0 0 0 0 0,-1-1 1 0 0,1 1-1 0 0,-1 0 0 0 0,0 0 0 0 0,-1 1 0 0 0,-1-6 0 0 0,2 8-535 0 0,1 0 0 0 0,-1 0 0 0 0,1 0-1 0 0,-1 0 1 0 0,0 1 0 0 0,1-1 0 0 0,-1 0 0 0 0,0 0 0 0 0,0 0 0 0 0,1 1 0 0 0,-1-1 0 0 0,0 1-1 0 0,0-1 1 0 0,0 0 0 0 0,0 1 0 0 0,0 0 0 0 0,0-1 0 0 0,-2 0 0 0 0,2 1-176 0 0,-1 0 0 0 0,0 0 0 0 0,1 0 0 0 0,-1 0 0 0 0,1 1 0 0 0,-1-1 1 0 0,0 0-1 0 0,1 1 0 0 0,-1-1 0 0 0,1 1 0 0 0,-1 0 0 0 0,1-1 0 0 0,-1 1 0 0 0,1 0 0 0 0,0 0 1 0 0,-2 1-1 0 0,0 0-10 0 0,0 0 0 0 0,1 0 0 0 0,0 0 1 0 0,-1 0-1 0 0,1 1 0 0 0,0-1 0 0 0,0 1 0 0 0,0-1 1 0 0,0 1-1 0 0,1 0 0 0 0,-1-1 0 0 0,1 1 0 0 0,0 0 1 0 0,0 0-1 0 0,0 0 0 0 0,0 0 0 0 0,0 0 0 0 0,0 1 1 0 0,1-1-1 0 0,-1 5 0 0 0,2-6-25 0 0,-1 0 1 0 0,0 1-1 0 0,1-1 0 0 0,-1 0 0 0 0,1 0 0 0 0,0 1 0 0 0,-1-1 1 0 0,1 0-1 0 0,0 0 0 0 0,0 0 0 0 0,1 0 0 0 0,-1 0 1 0 0,0 0-1 0 0,1 0 0 0 0,-1 0 0 0 0,1-1 0 0 0,0 1 1 0 0,-1-1-1 0 0,1 1 0 0 0,0-1 0 0 0,0 1 0 0 0,0-1 1 0 0,0 0-1 0 0,0 0 0 0 0,0 0 0 0 0,0 0 0 0 0,5 1 1 0 0,14 3 220 0 0,-12-3-59 0 0,1 1 0 0 0,-1 0 0 0 0,17 8 0 0 0,-25-10-147 0 0,1-1 1 0 0,0 1-1 0 0,0 1 0 0 0,-1-1 0 0 0,1 0 0 0 0,-1 0 0 0 0,1 1 1 0 0,-1-1-1 0 0,0 1 0 0 0,1-1 0 0 0,-1 1 0 0 0,0-1 0 0 0,0 1 1 0 0,0 0-1 0 0,0 0 0 0 0,0-1 0 0 0,0 1 0 0 0,-1 0 0 0 0,1 0 1 0 0,-1 0-1 0 0,1 0 0 0 0,-1 0 0 0 0,0 4 0 0 0,0 2 74 0 0,-1 1 0 0 0,0-1 1 0 0,-1 0-1 0 0,0 1 0 0 0,0-1 0 0 0,-1 0 0 0 0,0 0 0 0 0,0-1 0 0 0,-6 11 0 0 0,8-15-150 0 0,-1-1-1 0 0,1 1 0 0 0,-1 0 0 0 0,0-1 1 0 0,0 1-1 0 0,1-1 0 0 0,-2 0 0 0 0,1 0 1 0 0,0 0-1 0 0,0 0 0 0 0,-1 0 0 0 0,1 0 1 0 0,-1 0-1 0 0,1-1 0 0 0,-1 1 0 0 0,0-1 1 0 0,0 0-1 0 0,0 0 0 0 0,1 0 0 0 0,-1 0 1 0 0,0 0-1 0 0,0-1 0 0 0,0 1 0 0 0,0-1 1 0 0,-1 0-1 0 0,1 0 0 0 0,0 0 0 0 0,-5-1 1 0 0,7 1-131 0 0,0-1 0 0 0,-1 1 1 0 0,1-1-1 0 0,0 1 0 0 0,0-1 1 0 0,0 1-1 0 0,0-1 0 0 0,0 0 1 0 0,0 0-1 0 0,0 1 0 0 0,0-1 1 0 0,0 0-1 0 0,0 0 0 0 0,1 0 1 0 0,-1 0-1 0 0,0 0 0 0 0,0 0 1 0 0,1 0-1 0 0,-1 0 0 0 0,1 0 1 0 0,-1-1-1 0 0,1 1 0 0 0,0 0 1 0 0,-1 0-1 0 0,1 0 0 0 0,0-1 1 0 0,-1 0-1 0 0,1-2-998 0 0,0 0 0 0 0,0 0 1 0 0,0 0-1 0 0,1 1 0 0 0,-1-1 0 0 0,1 0 0 0 0,1-6 0 0 0,3-3-2987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8:31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2 664 0 0,'2'0'556'0'0,"-1"-1"0"0"0,0 1 0 0 0,0 0 0 0 0,0 0 0 0 0,0-1 0 0 0,1 1 0 0 0,-1 0 0 0 0,0 0 0 0 0,0 0 0 0 0,1 0 0 0 0,-1 0 0 0 0,0 1 0 0 0,0-1 0 0 0,0 0 0 0 0,0 1 0 0 0,1-1 0 0 0,0 1 0 0 0,-1 0-146 0 0,1 0 1 0 0,-1 0-1 0 0,0 0 1 0 0,0 0-1 0 0,1 0 1 0 0,-1 0-1 0 0,0 0 1 0 0,0 1-1 0 0,0-1 1 0 0,0 0-1 0 0,1 3 1 0 0,1 3 44 0 0,0 1 1 0 0,-1 0 0 0 0,0 0-1 0 0,2 11 1 0 0,0-3 252 0 0,17 85 237 0 0,13 45-973 0 0,-34-144-51 0 0,0-1 0 0 0,1 1 0 0 0,0 0 0 0 0,-1-1 0 0 0,1 1 0 0 0,0-1 0 0 0,0 1 0 0 0,0-1 0 0 0,0 1 0 0 0,0-1 0 0 0,0 1 0 0 0,0-1 0 0 0,2 2 0 0 0,-3-3 4 0 0,1 0 0 0 0,-1 0-1 0 0,0 0 1 0 0,1 0 0 0 0,-1 0 0 0 0,0 0 0 0 0,0 0 0 0 0,1 0-1 0 0,-1 1 1 0 0,0-1 0 0 0,1 0 0 0 0,-1 0 0 0 0,0-1-1 0 0,1 1 1 0 0,-1 0 0 0 0,0 0 0 0 0,0 0 0 0 0,1 0-1 0 0,-1 0 1 0 0,0 0 0 0 0,1 0 0 0 0,-1 0 0 0 0,0-1 0 0 0,0 1-1 0 0,1 0 1 0 0,-1 0 0 0 0,0 0 0 0 0,9-14-2399 0 0,-1-14-1364 0 0,-1 12 2214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8:31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10 8 0 0,'0'0'187'0'0,"0"0"1"0"0,0 0-1 0 0,1-1 0 0 0,-1 1 0 0 0,0 0 1 0 0,0 0-1 0 0,0 0 0 0 0,1-1 0 0 0,-1 1 1 0 0,0 0-1 0 0,0 0 0 0 0,0-1 0 0 0,0 1 1 0 0,1 0-1 0 0,-1 0 0 0 0,0-1 0 0 0,0 1 1 0 0,0 0-1 0 0,0-1 0 0 0,0 1 0 0 0,0 0 1 0 0,0 0-1 0 0,0-1 0 0 0,0 1 0 0 0,0 0 1 0 0,0-1-1 0 0,0 1 0 0 0,0 0 0 0 0,0-1 1 0 0,0 1-1 0 0,0 0 0 0 0,0 0 0 0 0,0-1 1 0 0,-1 1-1 0 0,1-1 0 0 0,-11 5 3722 0 0,-13 10-1358 0 0,10-4-1866 0 0,1 0-1 0 0,1 1 1 0 0,-14 15-1 0 0,22-22-613 0 0,0 0 0 0 0,1 1 0 0 0,0-1-1 0 0,0 1 1 0 0,1 0 0 0 0,-1 0 0 0 0,1 0 0 0 0,0 1-1 0 0,0-1 1 0 0,1 0 0 0 0,0 1 0 0 0,0-1-1 0 0,-1 8 1 0 0,1 0-38 0 0,1 0 0 0 0,0 0 0 0 0,1 0-1 0 0,1 0 1 0 0,0-1 0 0 0,0 1 0 0 0,1 0 0 0 0,1-1-1 0 0,0 0 1 0 0,1 0 0 0 0,10 20 0 0 0,-14-30-62 0 0,0 0 1 0 0,0 0 0 0 0,1 0 0 0 0,-1 0-1 0 0,1 0 1 0 0,-1 0 0 0 0,1-1-1 0 0,0 1 1 0 0,-1-1 0 0 0,1 1 0 0 0,0-1-1 0 0,0 1 1 0 0,0-1 0 0 0,0 0-1 0 0,0 0 1 0 0,0 0 0 0 0,1 0 0 0 0,-1 0-1 0 0,0-1 1 0 0,0 1 0 0 0,1-1-1 0 0,-1 1 1 0 0,0-1 0 0 0,1 0 0 0 0,-1 0-1 0 0,0 0 1 0 0,1 0 0 0 0,-1 0-1 0 0,0-1 1 0 0,1 1 0 0 0,-1-1 0 0 0,0 1-1 0 0,0-1 1 0 0,1 0 0 0 0,-1 0-1 0 0,0 0 1 0 0,0 0 0 0 0,0 0 0 0 0,3-3-1 0 0,5-3-1162 0 0,1-1-1 0 0,-1-1 0 0 0,-1 1 0 0 0,0-2 1 0 0,14-17-1 0 0,-7 6-1577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8:31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82 153 8 0 0,'0'-4'606'0'0,"0"0"1"0"0,0 0-1 0 0,0 1 1 0 0,-1-1-1 0 0,0 0 1 0 0,1 0-1 0 0,-3-5 1 0 0,2 8-424 0 0,1 0 0 0 0,-1 1-1 0 0,1-1 1 0 0,-1 0 0 0 0,1 0 0 0 0,-1 1 0 0 0,1-1 0 0 0,-1 1-1 0 0,0-1 1 0 0,1 0 0 0 0,-1 1 0 0 0,0-1 0 0 0,0 1 0 0 0,1 0-1 0 0,-1-1 1 0 0,0 1 0 0 0,0-1 0 0 0,0 1 0 0 0,1 0 0 0 0,-1 0-1 0 0,0-1 1 0 0,0 1 0 0 0,0 0 0 0 0,0 0 0 0 0,0 0 0 0 0,1 0-1 0 0,-1 0 1 0 0,0 0 0 0 0,0 0 0 0 0,0 1 0 0 0,0-1 0 0 0,0 0-1 0 0,1 0 1 0 0,-1 1 0 0 0,0-1 0 0 0,0 0 0 0 0,0 1-1 0 0,1-1 1 0 0,-1 1 0 0 0,-1 0 0 0 0,0 1 35 0 0,-1 0 0 0 0,0 0-1 0 0,1 1 1 0 0,0-1 0 0 0,0 1 0 0 0,0-1 0 0 0,0 1-1 0 0,0 0 1 0 0,0 0 0 0 0,1-1 0 0 0,-1 1-1 0 0,1 1 1 0 0,0-1 0 0 0,-2 5 0 0 0,0 4 27 0 0,0 1-1 0 0,-3 18 1 0 0,5-20-172 0 0,0 1 0 0 0,1-1 1 0 0,0 1-1 0 0,0-1 0 0 0,1 1 0 0 0,1-1 0 0 0,0 1 1 0 0,0-1-1 0 0,1 0 0 0 0,1 0 0 0 0,8 20 1 0 0,-11-31-62 0 0,-1 1-1 0 0,1 0 1 0 0,-1 0 0 0 0,0 0 0 0 0,1-1 0 0 0,-1 1 0 0 0,1 0 0 0 0,0-1-1 0 0,-1 1 1 0 0,1-1 0 0 0,0 1 0 0 0,-1 0 0 0 0,1-1 0 0 0,0 1 0 0 0,-1-1 0 0 0,1 0-1 0 0,0 1 1 0 0,0-1 0 0 0,0 0 0 0 0,0 1 0 0 0,-1-1 0 0 0,1 0 0 0 0,0 0-1 0 0,0 0 1 0 0,0 1 0 0 0,0-1 0 0 0,0 0 0 0 0,-1 0 0 0 0,1-1 0 0 0,0 1 0 0 0,0 0-1 0 0,0 0 1 0 0,0 0 0 0 0,0 0 0 0 0,0-1 0 0 0,-1 1 0 0 0,1 0 0 0 0,0-1-1 0 0,0 1 1 0 0,-1-1 0 0 0,1 1 0 0 0,0-1 0 0 0,0 1 0 0 0,-1-1 0 0 0,1 0 0 0 0,-1 1-1 0 0,1-1 1 0 0,-1 0 0 0 0,1 1 0 0 0,-1-1 0 0 0,2-1 0 0 0,3-5 74 0 0,0 0 0 0 0,0-1 0 0 0,7-14 0 0 0,-11 19-83 0 0,9-19 94 0 0,9-33 0 0 0,-12 35-69 0 0,0 0-1 0 0,12-23 1 0 0,-19 42-25 0 0,1 1-1 0 0,-1-1 0 0 0,0 0 1 0 0,1 1-1 0 0,-1-1 0 0 0,1 0 1 0 0,-1 1-1 0 0,1-1 1 0 0,-1 0-1 0 0,1 1 0 0 0,0-1 1 0 0,-1 1-1 0 0,1-1 0 0 0,0 1 1 0 0,-1-1-1 0 0,1 1 0 0 0,0 0 1 0 0,0-1-1 0 0,-1 1 1 0 0,1 0-1 0 0,0 0 0 0 0,0-1 1 0 0,-1 1-1 0 0,1 0 0 0 0,0 0 1 0 0,0 0-1 0 0,0 0 0 0 0,-1 0 1 0 0,1 0-1 0 0,0 0 0 0 0,0 0 1 0 0,1 1-1 0 0,2 1 14 0 0,0-1 0 0 0,0 1 0 0 0,0 1 0 0 0,0-1 1 0 0,5 4-1 0 0,-8-4-39 0 0,1 0 0 0 0,0-1 0 0 0,0 1 0 0 0,0-1 0 0 0,0 0 0 0 0,1 1 0 0 0,-1-1 0 0 0,0 0 0 0 0,0 0 0 0 0,1 0 0 0 0,-1-1 0 0 0,1 1 0 0 0,-1-1 0 0 0,1 1 0 0 0,3-1 0 0 0,-6 0-37 0 0,1-1 1 0 0,0 1-1 0 0,0-1 1 0 0,0 0-1 0 0,-1 1 0 0 0,1-1 1 0 0,0 0-1 0 0,-1 0 1 0 0,1 0-1 0 0,-1 1 0 0 0,1-1 1 0 0,-1 0-1 0 0,1 0 1 0 0,-1 0-1 0 0,1 0 0 0 0,-1 0 1 0 0,0 0-1 0 0,0 0 1 0 0,1 0-1 0 0,-1 0 0 0 0,0 0 1 0 0,0-1-1 0 0,1-25-1790 0 0,-1 26 1742 0 0,-6-117-11285 0 0,6 102 10328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8:31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8 156 8 0 0,'3'-20'1334'0'0,"-2"0"-1"0"0,-1 0 1 0 0,0 0-1 0 0,-2 1 1 0 0,-8-37 5201 0 0,10 68-4585 0 0,5 20-507 0 0,96 308 3168 0 0,-81-287-4487 0 0,-18-49-136 0 0,0 0 0 0 0,0 1 0 0 0,1-1 0 0 0,-1 0-1 0 0,1 0 1 0 0,0-1 0 0 0,0 1 0 0 0,0-1 0 0 0,7 6 0 0 0,-10-9-10 0 0,1 1-1 0 0,-1-1 1 0 0,1 0-1 0 0,0 1 1 0 0,-1-1 0 0 0,1 0-1 0 0,-1 0 1 0 0,1 1 0 0 0,0-1-1 0 0,-1 0 1 0 0,1 0-1 0 0,0 0 1 0 0,-1 0 0 0 0,1 0-1 0 0,0 0 1 0 0,-1 0 0 0 0,1 0-1 0 0,0 0 1 0 0,-1 0 0 0 0,1 0-1 0 0,0 0 1 0 0,-1-1-1 0 0,1 1 1 0 0,0 0 0 0 0,0-1-1 0 0,0 0-101 0 0,1 0-1 0 0,-1 0 0 0 0,0 0 0 0 0,1 0 0 0 0,-1-1 0 0 0,0 1 0 0 0,0 0 0 0 0,0-1 1 0 0,1-2-1 0 0,15-40-3579 0 0,-16 38 2949 0 0,15-63-7323 0 0,-12 52 5396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8:32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36 107 8 0 0,'-15'-46'284'0'0,"-5"-15"4824"0"0,20 71 3172 0 0,4 28-6117 0 0,10 12-661 0 0,2 0 0 0 0,43 93 0 0 0,-23-63-925 0 0,-28-60-556 0 0,3 8 10 0 0,1-1 1 0 0,2 0-1 0 0,30 47 1 0 0,-44-74-63 0 0,0 1 1 0 0,1-1 0 0 0,-1 1 0 0 0,1-1 0 0 0,-1 1 0 0 0,0-1 0 0 0,1 1 0 0 0,-1-1-1 0 0,1 1 1 0 0,-1-1 0 0 0,1 1 0 0 0,-1-1 0 0 0,1 0 0 0 0,-1 1 0 0 0,1-1 0 0 0,0 0 0 0 0,-1 0-1 0 0,1 1 1 0 0,-1-1 0 0 0,1 0 0 0 0,0 0 0 0 0,-1 0 0 0 0,1 0 0 0 0,0 0 0 0 0,-1 0 0 0 0,1 0-1 0 0,0 0 1 0 0,-1 0 0 0 0,2 0 0 0 0,-1-1-72 0 0,0 1-1 0 0,-1-1 1 0 0,1 0-1 0 0,0 0 1 0 0,0 0 0 0 0,0 1-1 0 0,0-1 1 0 0,-1 0-1 0 0,1 0 1 0 0,0 0 0 0 0,-1 0-1 0 0,1 0 1 0 0,-1-1-1 0 0,1-1 1 0 0,3-7-1172 0 0,-1 0 0 0 0,3-20 0 0 0,-5 25 637 0 0,21-126-8154 0 0,-11 45 9452 0 0,-11 85-573 0 0,0 1 0 0 0,0 0 0 0 0,0-1-1 0 0,0 1 1 0 0,0 0 0 0 0,0-1 0 0 0,0 1 0 0 0,0 0 0 0 0,0-1 0 0 0,0 1 0 0 0,0 0-1 0 0,0-1 1 0 0,0 1 0 0 0,0 0 0 0 0,0 0 0 0 0,0-1 0 0 0,0 1 0 0 0,1 0 0 0 0,-1-1-1 0 0,0 1 1 0 0,0 0 0 0 0,0 0 0 0 0,0-1 0 0 0,1 1 0 0 0,-1 0 0 0 0,0 0 0 0 0,0-1-1 0 0,1 1 1 0 0,-1 0 0 0 0,0 0 0 0 0,0 0 0 0 0,1-1 0 0 0,-1 1 0 0 0,0 0 0 0 0,1 0-1 0 0,6 9 1963 0 0,3 18 139 0 0,-5-8-1084 0 0,-4-14-901 0 0,0 0 1 0 0,0 0 0 0 0,0 0 0 0 0,1-1 0 0 0,0 1-1 0 0,0 0 1 0 0,0-1 0 0 0,0 0 0 0 0,1 1 0 0 0,0-1-1 0 0,-1 0 1 0 0,2 0 0 0 0,-1-1 0 0 0,4 5-1 0 0,-6-8-161 0 0,0 0-1 0 0,0 1 0 0 0,-1-1 0 0 0,1 0 0 0 0,0 1 1 0 0,0-1-1 0 0,0 0 0 0 0,0 0 0 0 0,0 0 0 0 0,0 0 1 0 0,0 0-1 0 0,0 0 0 0 0,0 0 0 0 0,0 0 0 0 0,0 0 1 0 0,0 0-1 0 0,-1 0 0 0 0,1-1 0 0 0,0 1 0 0 0,0 0 1 0 0,0-1-1 0 0,0 1 0 0 0,0-1 0 0 0,-1 1 0 0 0,1-1 1 0 0,0 1-1 0 0,0-1 0 0 0,-1 0 0 0 0,1 1 0 0 0,0-1 1 0 0,-1 0-1 0 0,1 1 0 0 0,-1-1 0 0 0,1 0 0 0 0,-1 0 1 0 0,1 0-1 0 0,-1 1 0 0 0,1-1 0 0 0,-1 0 0 0 0,1-1 1 0 0,3-6 88 0 0,-1 0 0 0 0,0-1 0 0 0,3-9 0 0 0,-5 15-108 0 0,2-13 64 0 0,0 1 1 0 0,-1-1-1 0 0,0-18 0 0 0,5-32 26 0 0,-6 60-86 0 0,0 0-1 0 0,1-1 1 0 0,0 2-1 0 0,0-1 1 0 0,1 0-1 0 0,-1 0 0 0 0,1 1 1 0 0,4-7-1 0 0,-6 11-16 0 0,0 0-1 0 0,0 0 1 0 0,0 0-1 0 0,0 0 1 0 0,0 0-1 0 0,0 1 1 0 0,0-1-1 0 0,0 0 1 0 0,0 0-1 0 0,1 1 1 0 0,-1-1-1 0 0,0 1 0 0 0,0-1 1 0 0,1 1-1 0 0,-1-1 1 0 0,0 1-1 0 0,1 0 1 0 0,-1 0-1 0 0,0 0 1 0 0,1 0-1 0 0,-1 0 1 0 0,0 0-1 0 0,1 0 1 0 0,-1 0-1 0 0,0 0 0 0 0,1 0 1 0 0,-1 1-1 0 0,0-1 1 0 0,1 1-1 0 0,-1-1 1 0 0,0 1-1 0 0,0-1 1 0 0,0 1-1 0 0,1 0 1 0 0,-1-1-1 0 0,0 1 1 0 0,0 0-1 0 0,1 2 0 0 0,7 4 26 0 0,-1 0 0 0 0,0 0 0 0 0,11 16 0 0 0,-12-15-22 0 0,6 9 21 0 0,-1 1 0 0 0,0 0 0 0 0,-2 0 0 0 0,0 1 0 0 0,-1 1 0 0 0,-1 0 0 0 0,0 0 0 0 0,-2 0 0 0 0,0 1 0 0 0,-2 0 0 0 0,0 0 0 0 0,-1 1 0 0 0,-2-1 0 0 0,0 0 0 0 0,-1 1 1 0 0,-1-1-1 0 0,-1 1 0 0 0,-7 32 0 0 0,7-45-77 0 0,-1 0-1 0 0,0 0 1 0 0,-1 0 0 0 0,-7 12 0 0 0,9-17-365 0 0,-1 0-1 0 0,1 0 0 0 0,-1-1 1 0 0,0 1-1 0 0,0-1 1 0 0,0 0-1 0 0,-1 1 1 0 0,1-2-1 0 0,-1 1 0 0 0,1 0 1 0 0,-7 3-1 0 0,-3-2-2262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8:35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51 141 8 0 0,'-7'-17'1870'0'0,"-9"-29"0"0"0,-4-9 1530 0 0,12 33 149 0 0,15 38-499 0 0,8 32-2787 0 0,0 5-132 0 0,2-1 1 0 0,44 91-1 0 0,-59-140-87 0 0,0 0-1 0 0,-1 0 0 0 0,1-1 0 0 0,0 1 0 0 0,1-1 1 0 0,-1 1-1 0 0,0-1 0 0 0,1 1 0 0 0,-1-1 0 0 0,5 3 1 0 0,-7-5-34 0 0,1 0 1 0 0,-1 0-1 0 0,1 1 1 0 0,-1-1-1 0 0,1 0 1 0 0,0 0-1 0 0,-1 0 1 0 0,1 0-1 0 0,-1 0 1 0 0,1 0-1 0 0,-1 0 1 0 0,1 0-1 0 0,0 0 1 0 0,-1 0-1 0 0,1 0 1 0 0,-1 0-1 0 0,1 0 1 0 0,-1 0-1 0 0,1 0 1 0 0,-1-1-1 0 0,1 1 1 0 0,0 0-1 0 0,0-1 1 0 0,0 0-6 0 0,0 0 0 0 0,0 0 0 0 0,0 0 0 0 0,0 0 0 0 0,-1 0 0 0 0,1-1 0 0 0,0 1 0 0 0,-1 0 0 0 0,1 0 0 0 0,-1-1 0 0 0,1 1 0 0 0,-1 0 0 0 0,1-1 0 0 0,-1-1 0 0 0,5-24 38 0 0,-2 0 0 0 0,-1 0 0 0 0,-2 0 0 0 0,-3-40 0 0 0,1 31-17 0 0,4-56 0 0 0,-2 92-26 0 0,0-1-1 0 0,0 1 1 0 0,0-1 0 0 0,0 0-1 0 0,0 1 1 0 0,0-1-1 0 0,0 1 1 0 0,0-1 0 0 0,1 1-1 0 0,-1-1 1 0 0,0 0 0 0 0,0 1-1 0 0,0-1 1 0 0,1 1-1 0 0,-1-1 1 0 0,0 1 0 0 0,1-1-1 0 0,-1 1 1 0 0,0-1 0 0 0,2 0-1 0 0,4 7 96 0 0,7 23-17 0 0,-13-27-107 0 0,9 21 36 0 0,0 5-55 0 0,2 0 0 0 0,1 0 0 0 0,21 33 0 0 0,-32-60-12 0 0,-1 0 1 0 0,1 0-1 0 0,-1 0 0 0 0,1 0 1 0 0,-1 0-1 0 0,1-1 1 0 0,0 1-1 0 0,-1 0 1 0 0,1 0-1 0 0,0-1 1 0 0,0 1-1 0 0,0 0 1 0 0,-1-1-1 0 0,1 1 0 0 0,0-1 1 0 0,0 1-1 0 0,0-1 1 0 0,0 0-1 0 0,0 1 1 0 0,0-1-1 0 0,0 0 1 0 0,0 0-1 0 0,0 1 1 0 0,0-1-1 0 0,0 0 1 0 0,0 0-1 0 0,0 0 0 0 0,0 0 1 0 0,0 0-1 0 0,0-1 1 0 0,0 1-1 0 0,0 0 1 0 0,0 0-1 0 0,0-1 1 0 0,0 1-1 0 0,1-1 1 0 0,2-2-1103 0 0,1 0 1 0 0,-1 0 0 0 0,0-1 0 0 0,-1 0 0 0 0,8-7 0 0 0,0-2-2192 0 0,-5 7 2451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8:36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68 311 8 0 0,'6'-14'626'0'0,"-1"0"0"0"0,-1 0-1 0 0,0 0 1 0 0,-1-1 0 0 0,2-23 0 0 0,-5 28-221 0 0,1 0 1 0 0,-1 0-1 0 0,-1 0 1 0 0,0-1-1 0 0,0 1 1 0 0,-1 0-1 0 0,0 1 1 0 0,-1-1-1 0 0,-3-10 1 0 0,5 18-276 0 0,0 0 1 0 0,1 0-1 0 0,-1 1 1 0 0,0-1-1 0 0,0 0 1 0 0,0 1 0 0 0,0-1-1 0 0,0 0 1 0 0,-1 1-1 0 0,1 0 1 0 0,0-1-1 0 0,-1 1 1 0 0,1 0-1 0 0,-1 0 1 0 0,1-1-1 0 0,-1 1 1 0 0,0 0 0 0 0,1 1-1 0 0,-1-1 1 0 0,0 0-1 0 0,0 0 1 0 0,0 1-1 0 0,-2-1 1 0 0,2 1-77 0 0,0 0 0 0 0,1 1 0 0 0,-1-1 1 0 0,0 1-1 0 0,0-1 0 0 0,1 1 0 0 0,-1 0 0 0 0,1 0 1 0 0,-1 0-1 0 0,1 0 0 0 0,-1 0 0 0 0,1 0 0 0 0,0 0 1 0 0,-1 0-1 0 0,1 1 0 0 0,0-1 0 0 0,0 0 0 0 0,0 1 1 0 0,0-1-1 0 0,0 1 0 0 0,0-1 0 0 0,0 1 0 0 0,1-1 1 0 0,-1 1-1 0 0,0 2 0 0 0,-1 1 147 0 0,0 0 0 0 0,0 0 0 0 0,1 0-1 0 0,0 0 1 0 0,0 0 0 0 0,0 0 0 0 0,1 0 0 0 0,0 0 0 0 0,-1 0-1 0 0,2 0 1 0 0,-1 1 0 0 0,1-1 0 0 0,0 0 0 0 0,0 0 0 0 0,0 0 0 0 0,3 7-1 0 0,0-5 36 0 0,0 1-1 0 0,0-1 1 0 0,0 0-1 0 0,1-1 1 0 0,0 1-1 0 0,1-1 1 0 0,-1 0-1 0 0,1 0 1 0 0,10 8-1 0 0,-12-11-202 0 0,0 1-1 0 0,-1 0 1 0 0,0 0 0 0 0,0 0-1 0 0,0 0 1 0 0,0 1-1 0 0,-1-1 1 0 0,0 1-1 0 0,0-1 1 0 0,0 1 0 0 0,2 9-1 0 0,-3-12-26 0 0,0 1-1 0 0,-1 0 1 0 0,1-1 0 0 0,-1 1-1 0 0,1 0 1 0 0,-1-1-1 0 0,0 1 1 0 0,0 0 0 0 0,0-1-1 0 0,-1 1 1 0 0,1 0-1 0 0,-1-1 1 0 0,1 1 0 0 0,-1 0-1 0 0,0-1 1 0 0,0 1-1 0 0,0-1 1 0 0,0 1 0 0 0,-1-1-1 0 0,1 0 1 0 0,0 1-1 0 0,-1-1 1 0 0,-3 3 0 0 0,5-4-17 0 0,-1-1 0 0 0,1 1 0 0 0,-1-1 1 0 0,0 0-1 0 0,1 1 0 0 0,-1-1 1 0 0,0 1-1 0 0,1-1 0 0 0,-1 0 0 0 0,0 0 1 0 0,0 1-1 0 0,1-1 0 0 0,-1 0 0 0 0,0 0 1 0 0,0 0-1 0 0,1 0 0 0 0,-1 0 0 0 0,0 0 1 0 0,0 0-1 0 0,0 0 0 0 0,1 0 1 0 0,-1 0-1 0 0,0 0 0 0 0,0-1 0 0 0,-1 1 1 0 0,1-1-6 0 0,-1 0 1 0 0,1 0 0 0 0,-1-1 0 0 0,1 1-1 0 0,-1 0 1 0 0,1 0 0 0 0,0-1-1 0 0,0 1 1 0 0,0-1 0 0 0,-2-2 0 0 0,1 0-111 0 0,-1 0 0 0 0,1 0 0 0 0,1-1 0 0 0,-1 1 0 0 0,1 0 0 0 0,-1-1 0 0 0,1 1 0 0 0,0-7 0 0 0,1 9-59 0 0,0-1 1 0 0,1 0-1 0 0,-1 0 0 0 0,1 1 0 0 0,-1-1 0 0 0,1 1 0 0 0,0-1 1 0 0,0 0-1 0 0,0 1 0 0 0,1 0 0 0 0,-1-1 0 0 0,0 1 0 0 0,1 0 1 0 0,3-4-1 0 0,31-26-735 0 0,-4 3 864 0 0,-21 17 98 0 0,2-2 123 0 0,-1-1 0 0 0,19-30 0 0 0,-29 41-32 0 0,1 0 1 0 0,-1-1-1 0 0,-1 1 1 0 0,1-1-1 0 0,0 1 1 0 0,-1-1-1 0 0,0 1 1 0 0,0-1-1 0 0,0 0 1 0 0,-1 0 0 0 0,0 0-1 0 0,0 1 1 0 0,0-1-1 0 0,0 0 1 0 0,-1 0-1 0 0,-1-7 1 0 0,0 4 52 0 0,-7-19 185 0 0,8 27-361 0 0,1-1 1 0 0,0 0 0 0 0,-1 0-1 0 0,1 0 1 0 0,-1 0-1 0 0,1 1 1 0 0,-1-1-1 0 0,0 0 1 0 0,1 0 0 0 0,-1 1-1 0 0,0-1 1 0 0,1 1-1 0 0,-1-1 1 0 0,0 0 0 0 0,0 1-1 0 0,1-1 1 0 0,-1 1-1 0 0,0 0 1 0 0,0-1-1 0 0,0 1 1 0 0,0 0 0 0 0,0-1-1 0 0,0 1 1 0 0,0 0-1 0 0,0 0 3 0 0,0 1 1 0 0,0 0-1 0 0,1-1 0 0 0,-1 1 0 0 0,0 0 0 0 0,1-1 0 0 0,-1 1 0 0 0,1 0 0 0 0,-1-1 0 0 0,1 1 1 0 0,0 0-1 0 0,-1 0 0 0 0,1 0 0 0 0,0-1 0 0 0,-1 1 0 0 0,1 0 0 0 0,0 0 0 0 0,0 0 1 0 0,0 0-1 0 0,0 0 0 0 0,-1 0 0 0 0,1 0 0 0 0,1-1 0 0 0,-1 1 0 0 0,0 0 0 0 0,0 2 1 0 0,3 26 53 0 0,2 2 144 0 0,2 0 0 0 0,1-1 0 0 0,2-1 1 0 0,22 51-1 0 0,-29-75-114 0 0,0 0-1 0 0,0 0 1 0 0,0 0 0 0 0,1 0 0 0 0,0-1-1 0 0,-1 1 1 0 0,2-1 0 0 0,-1 0 0 0 0,0 0-1 0 0,1-1 1 0 0,0 1 0 0 0,6 3 0 0 0,-8-6-197 0 0,-1 0 1 0 0,1 0-1 0 0,0 0 1 0 0,-1-1 0 0 0,1 1-1 0 0,0-1 1 0 0,0 1 0 0 0,-1-1-1 0 0,1 0 1 0 0,0 0-1 0 0,0-1 1 0 0,-1 1 0 0 0,1 0-1 0 0,0-1 1 0 0,-1 0 0 0 0,1 1-1 0 0,0-1 1 0 0,-1 0-1 0 0,1 0 1 0 0,-1-1 0 0 0,1 1-1 0 0,-1 0 1 0 0,0-1-1 0 0,0 0 1 0 0,1 1 0 0 0,-1-1-1 0 0,0 0 1 0 0,2-3 0 0 0,5-5-2294 0 0,1-2 925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8:37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36 8 0 0,'10'10'1825'0'0,"-10"-10"-1640"0"0,1 1 0 0 0,-1-1 1 0 0,0 0-1 0 0,0 0 0 0 0,1 1 1 0 0,-1-1-1 0 0,0 0 1 0 0,0 0-1 0 0,0 1 0 0 0,1-1 1 0 0,-1 0-1 0 0,0 1 0 0 0,0-1 1 0 0,0 0-1 0 0,0 1 0 0 0,0-1 1 0 0,0 0-1 0 0,0 1 1 0 0,0-1-1 0 0,1 0 0 0 0,-1 1 1 0 0,0-1-1 0 0,0 0 0 0 0,-1 1 1 0 0,1-1-1 0 0,0 0 1 0 0,0 1-1 0 0,0-1 0 0 0,0 0 1 0 0,0 1-1 0 0,0-1 0 0 0,0 0 1 0 0,0 1-1 0 0,-1-1 0 0 0,1 0 1 0 0,0 1-1 0 0,-1-1 1 0 0,-11-16 3960 0 0,2 1-3711 0 0,7 12-373 0 0,-1 0 1 0 0,1 1 0 0 0,0-1 0 0 0,-1 1 0 0 0,0 0 0 0 0,1 0 0 0 0,-1 1 0 0 0,0-1 0 0 0,0 1 0 0 0,0-1 0 0 0,0 1 0 0 0,-5 0 0 0 0,8 0-31 0 0,-1 1-1 0 0,0 0 1 0 0,0 0 0 0 0,0 0 0 0 0,0 0 0 0 0,0 0 0 0 0,1 0-1 0 0,-1 0 1 0 0,0 0 0 0 0,0 1 0 0 0,0-1 0 0 0,1 1 0 0 0,-1 0 0 0 0,0-1-1 0 0,0 1 1 0 0,1 0 0 0 0,-1 0 0 0 0,1 0 0 0 0,-1 0 0 0 0,1 0-1 0 0,-1 0 1 0 0,1 1 0 0 0,0-1 0 0 0,-1 0 0 0 0,1 1 0 0 0,0-1 0 0 0,0 1-1 0 0,-1 2 1 0 0,-3 7 63 0 0,0 1 0 0 0,2 0 0 0 0,-1 0 0 0 0,2 0 0 0 0,-1 1 0 0 0,2-1 0 0 0,0 1 0 0 0,0 16 0 0 0,3 12 173 0 0,9 49 1 0 0,-1-19 521 0 0,-10-70-772 0 0,-1-1 0 0 0,1 0-1 0 0,0 1 1 0 0,0-1 0 0 0,0 1 0 0 0,0-1 0 0 0,0 1-1 0 0,0-1 1 0 0,0 1 0 0 0,0-1 0 0 0,0 1-1 0 0,0-1 1 0 0,1 1 0 0 0,-1-1 0 0 0,0 0 0 0 0,0 1-1 0 0,0-1 1 0 0,0 1 0 0 0,1-1 0 0 0,-1 0-1 0 0,0 1 1 0 0,0-1 0 0 0,1 1 0 0 0,-1-1 0 0 0,0 0-1 0 0,1 1 1 0 0,-1-1 0 0 0,1 0 0 0 0,4-12 216 0 0,3-25-80 0 0,1-89 340 0 0,-6 53-424 0 0,-3 72-64 0 0,0 0-1 0 0,0 0 1 0 0,0 0-1 0 0,0 0 0 0 0,0 1 1 0 0,0-1-1 0 0,0 0 1 0 0,0 0-1 0 0,1 0 0 0 0,-1 0 1 0 0,0 0-1 0 0,0 1 0 0 0,1-1 1 0 0,-1 0-1 0 0,1 0 1 0 0,-1 1-1 0 0,0-1 0 0 0,1 0 1 0 0,-1 1-1 0 0,1-1 1 0 0,0 0-1 0 0,-1 1 0 0 0,1-1 1 0 0,0 1-1 0 0,-1-1 1 0 0,1 1-1 0 0,0-1 0 0 0,1 0 1 0 0,-1 1-1 0 0,0 0 1 0 0,1 0-1 0 0,-1 1 1 0 0,0-1-1 0 0,1 0 1 0 0,-1 0-1 0 0,0 1 1 0 0,1-1-1 0 0,-1 1 1 0 0,0 0-1 0 0,0-1 1 0 0,0 1-1 0 0,0 0 1 0 0,1-1-1 0 0,0 3 1 0 0,7 5 8 0 0,0 0 1 0 0,14 18 0 0 0,-22-25-16 0 0,31 44-141 0 0,-21-30-151 0 0,-1 0 0 0 0,2-1 0 0 0,0 0 0 0 0,14 12 0 0 0,-26-26 198 0 0,0 0 0 0 0,0 1 0 0 0,1-1-1 0 0,-1 0 1 0 0,0 0 0 0 0,0 1 0 0 0,1-1-1 0 0,-1 0 1 0 0,0 0 0 0 0,1 0 0 0 0,-1 1-1 0 0,0-1 1 0 0,1 0 0 0 0,-1 0 0 0 0,0 0-1 0 0,1 0 1 0 0,-1 0 0 0 0,0 0 0 0 0,1 0-1 0 0,-1 0 1 0 0,0 0 0 0 0,1 0 0 0 0,-1 0-1 0 0,0 0 1 0 0,1 0 0 0 0,-1 0 0 0 0,0 0-1 0 0,1 0 1 0 0,-1 0 0 0 0,0 0 0 0 0,1-1-1 0 0,-1 1 1 0 0,0 0 0 0 0,1 0 0 0 0,-1 0-1 0 0,0 0 1 0 0,1-1 0 0 0,-1 1 0 0 0,0 0-1 0 0,0 0 1 0 0,1-1 0 0 0,-1 1 0 0 0,0 0-1 0 0,0-1 1 0 0,0 1 0 0 0,1 0 0 0 0,-1 0-1 0 0,0-1 1 0 0,0 1 0 0 0,0 0 0 0 0,0-1-1 0 0,0 0 1 0 0,5-20-5909 0 0,-5 17 5642 0 0,2-9-1353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8:38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7 374 8 0 0,'-6'-13'1716'0'0,"9"19"2093"0"0,11 20 2068 0 0,-12-22-5714 0 0,16 35 1329 0 0,-2 1 0 0 0,-1 1-1 0 0,18 80 1 0 0,-34-116-499 0 0,-2-12-652 0 0,-4-13-215 0 0,2-9-285 0 0,2 0-1 0 0,1 0 1 0 0,1 0-1 0 0,1 0 1 0 0,2 0-1 0 0,1 1 1 0 0,1-1-1 0 0,1 0 1 0 0,14-41-1 0 0,-8 36-806 0 0,0-1 0 0 0,20-35 0 0 0,-25 56 1097 0 0,2 1 1 0 0,0 0-1 0 0,0 1 0 0 0,2 0 1 0 0,-1 0-1 0 0,1 1 1 0 0,22-19-1 0 0,-32 30-101 0 0,0-1-1 0 0,1 1 1 0 0,-1 0-1 0 0,0 0 1 0 0,0 0-1 0 0,0 0 1 0 0,0-1-1 0 0,1 1 1 0 0,-1 0-1 0 0,0 0 1 0 0,0 0 0 0 0,0 0-1 0 0,0 0 1 0 0,1 0-1 0 0,-1 0 1 0 0,0 0-1 0 0,0 0 1 0 0,0 0-1 0 0,1-1 1 0 0,-1 1 0 0 0,0 0-1 0 0,0 0 1 0 0,0 0-1 0 0,1 0 1 0 0,-1 0-1 0 0,0 0 1 0 0,0 1-1 0 0,0-1 1 0 0,1 0-1 0 0,-1 0 1 0 0,0 0 0 0 0,0 0-1 0 0,0 0 1 0 0,1 0-1 0 0,-1 0 1 0 0,0 0-1 0 0,0 0 1 0 0,0 0-1 0 0,0 1 1 0 0,1-1 0 0 0,-1 0-1 0 0,0 0 1 0 0,0 0-1 0 0,0 1 1 0 0,3 12 537 0 0,-7 25-318 0 0,3-31-51 0 0,-4 63 400 0 0,5 107-1 0 0,1-145-246 0 0,3 0-1 0 0,0-1 1 0 0,13 46-1 0 0,-16-76-347 0 0,-1 0 0 0 0,0 0 0 0 0,0 0 0 0 0,0 0 0 0 0,1 0 0 0 0,-1 0 0 0 0,0 0 0 0 0,1 0 0 0 0,-1 0 0 0 0,1-1 0 0 0,-1 1-1 0 0,1 0 1 0 0,0 0 0 0 0,-1 0 0 0 0,1-1 0 0 0,0 1 0 0 0,-1 0 0 0 0,1-1 0 0 0,0 1 0 0 0,0-1 0 0 0,-1 1 0 0 0,1-1 0 0 0,1 1 0 0 0,-1-1-1 0 0,0 0 1 0 0,0 0-1 0 0,-1-1 0 0 0,1 1 1 0 0,0 0-1 0 0,0-1 1 0 0,-1 1-1 0 0,1-1 1 0 0,0 1-1 0 0,-1-1 0 0 0,1 1 1 0 0,0-1-1 0 0,-1 1 1 0 0,1-1-1 0 0,-1 1 0 0 0,1-1 1 0 0,-1 0-1 0 0,1 1 1 0 0,-1-1-1 0 0,1-1 0 0 0,3-6-20 0 0,-1 1-1 0 0,1-1 0 0 0,3-15 1 0 0,0-11 38 0 0,-2-1 1 0 0,-1 0-1 0 0,-2 0 1 0 0,-1-1-1 0 0,-2 1 1 0 0,-1 0-1 0 0,-8-41 1 0 0,9 71 115 0 0,3 10-69 0 0,4 24-57 0 0,7 23 15 0 0,-10-39-12 0 0,2 9-43 0 0,15 37 0 0 0,-17-54 14 0 0,-1 1-1 0 0,1-1 1 0 0,0 0 0 0 0,0 0 0 0 0,0 0 0 0 0,1-1 0 0 0,-1 1 0 0 0,1-1 0 0 0,0 0-1 0 0,1 0 1 0 0,-1 0 0 0 0,6 4 0 0 0,-10-8 1 0 0,1 0 0 0 0,-1 1 0 0 0,1-1 0 0 0,-1 0 1 0 0,1 0-1 0 0,0 1 0 0 0,-1-1 0 0 0,1 0 0 0 0,-1 0 0 0 0,1 0 0 0 0,-1 0 0 0 0,1 1 0 0 0,0-1 0 0 0,-1 0 0 0 0,1 0 1 0 0,-1 0-1 0 0,1 0 0 0 0,-1-1 0 0 0,1 1 0 0 0,0 0 0 0 0,-1 0 0 0 0,1 0 0 0 0,-1 0 0 0 0,1 0 0 0 0,-1-1 0 0 0,1 1 1 0 0,0-1-1 0 0,0 0-34 0 0,0 0 0 0 0,0 0 0 0 0,0 0 1 0 0,0 0-1 0 0,-1 0 0 0 0,1 0 0 0 0,0 0 0 0 0,-1-1 1 0 0,1 1-1 0 0,-1 0 0 0 0,1-3 0 0 0,4-39-1174 0 0,-4 39 1042 0 0,0-45-107 0 0,-1 1 0 0 0,-3 0 1 0 0,-1 0-1 0 0,-15-61 0 0 0,17 96 285 0 0,0 5 685 0 0,6 24 66 0 0,98 287 323 0 0,-92-282-980 0 0,-9-21-91 0 0,-1 0 1 0 0,0 0-1 0 0,0 0 0 0 0,0 0 1 0 0,0 0-1 0 0,0 0 0 0 0,0 1 0 0 0,0-1 1 0 0,0 0-1 0 0,0 0 0 0 0,1 0 1 0 0,-1 0-1 0 0,0 0 0 0 0,0 0 0 0 0,0 0 1 0 0,0 0-1 0 0,0 0 0 0 0,0 0 1 0 0,1 0-1 0 0,-1 0 0 0 0,0 0 0 0 0,0 0 1 0 0,0 0-1 0 0,0 0 0 0 0,0 0 1 0 0,0 0-1 0 0,1 0 0 0 0,-1 0 0 0 0,0 0 1 0 0,0 0-1 0 0,0 0 0 0 0,0 0 1 0 0,0 0-1 0 0,0 0 0 0 0,1 0 0 0 0,-1 0 1 0 0,0 0-1 0 0,0 0 0 0 0,0 0 1 0 0,0-1-1 0 0,0 1 0 0 0,0 0 1 0 0,0 0-1 0 0,4-13 28 0 0,-2-26 81 0 0,-1 1 1 0 0,-8-64 0 0 0,7 93-88 0 0,-5-35 81 0 0,-2-37 482 0 0,7 81-574 0 0,0 0-1 0 0,0 0 1 0 0,0 0 0 0 0,0 0 0 0 0,0-1-1 0 0,0 1 1 0 0,0 0 0 0 0,0 0 0 0 0,0 0 0 0 0,0 0-1 0 0,0-1 1 0 0,0 1 0 0 0,0 0 0 0 0,0 0 0 0 0,0 0-1 0 0,0 0 1 0 0,0-1 0 0 0,0 1 0 0 0,0 0 0 0 0,0 0-1 0 0,0 0 1 0 0,0 0 0 0 0,0-1 0 0 0,0 1 0 0 0,0 0-1 0 0,1 0 1 0 0,-1 0 0 0 0,0 0 0 0 0,0 0 0 0 0,0-1-1 0 0,0 1 1 0 0,0 0 0 0 0,0 0 0 0 0,1 0 0 0 0,-1 0-1 0 0,0 0 1 0 0,0 0 0 0 0,0 0 0 0 0,0 0 0 0 0,1 0-1 0 0,-1-1 1 0 0,0 1 0 0 0,0 0 0 0 0,0 0 0 0 0,0 0-1 0 0,1 0 1 0 0,7 7 202 0 0,8 15-67 0 0,-16-22-127 0 0,20 36-166 0 0,-1 0 0 0 0,19 54 1 0 0,-33-76-41 0 0,-2-12-2139 0 0,0-9 50 0 0,2-16-1847 0 0,-4 17 2638 0 0,2-7-299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8:39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76 138 104 0 0,'2'5'1140'0'0,"-1"0"0"0"0,1 0 0 0 0,-1 1 1 0 0,0-1-1 0 0,-1 0 0 0 0,0 1 0 0 0,0 9 0 0 0,2 17 1567 0 0,4-2-1818 0 0,2-1 0 0 0,1 0 1 0 0,1-1-1 0 0,18 35 0 0 0,65 101 503 0 0,-92-162-1372 0 0,0 0 0 0 0,0-1 0 0 0,0 1 0 0 0,0-1-1 0 0,1 0 1 0 0,-1 1 0 0 0,0-1 0 0 0,1 0-1 0 0,-1 0 1 0 0,1 1 0 0 0,3 0 0 0 0,-5-1-17 0 0,1-1 0 0 0,-1 0 1 0 0,1 0-1 0 0,0 0 0 0 0,-1 0 1 0 0,1 1-1 0 0,0-1 0 0 0,-1 0 1 0 0,1 0-1 0 0,0 0 0 0 0,-1-1 0 0 0,1 1 1 0 0,0 0-1 0 0,-1 0 0 0 0,1 0 1 0 0,0 0-1 0 0,-1-1 0 0 0,1 1 1 0 0,0 0-1 0 0,-1 0 0 0 0,1-1 1 0 0,0 0-1 0 0,1 0-8 0 0,-1-1 0 0 0,1 0 0 0 0,-1 0-1 0 0,0 1 1 0 0,0-1 0 0 0,0 0 0 0 0,0 0 0 0 0,0 0 0 0 0,0 0 0 0 0,0-1 0 0 0,-1 1 0 0 0,1 0-1 0 0,-1 0 1 0 0,1 0 0 0 0,-1 0 0 0 0,0-1 0 0 0,0-2 0 0 0,0 1-32 0 0,0-1 1 0 0,-1 1-1 0 0,1 0 1 0 0,-1-1-1 0 0,0 1 1 0 0,0 0-1 0 0,-1 0 1 0 0,1 0-1 0 0,-1 0 0 0 0,0 0 1 0 0,0 0-1 0 0,0 0 1 0 0,0 0-1 0 0,-5-5 1 0 0,2 4-11 0 0,0 0 0 0 0,0 1-1 0 0,-1-1 1 0 0,1 1 0 0 0,-1 0 0 0 0,0 1 0 0 0,0-1 0 0 0,-10-3 0 0 0,-1 1 55 0 0,0 1 0 0 0,0 1 0 0 0,0 0 0 0 0,-1 1 1 0 0,1 1-1 0 0,-28 0 0 0 0,43 2 4 0 0,-1 0-1 0 0,1 0 1 0 0,0 0-1 0 0,0 0 1 0 0,-1 0-1 0 0,1 1 1 0 0,0-1-1 0 0,0 1 1 0 0,0-1-1 0 0,-1 1 1 0 0,1 0-1 0 0,0 0 1 0 0,0 0 0 0 0,0 0-1 0 0,1 0 1 0 0,-1 1-1 0 0,0-1 1 0 0,0 1-1 0 0,1-1 1 0 0,-1 1-1 0 0,-1 1 1 0 0,1 0 10 0 0,1-1 1 0 0,0 1-1 0 0,0 0 1 0 0,0-1-1 0 0,0 1 1 0 0,0 0-1 0 0,1 0 1 0 0,-1 0-1 0 0,1 0 1 0 0,0-1 0 0 0,0 1-1 0 0,0 0 1 0 0,0 0-1 0 0,1 4 1 0 0,1 2 15 0 0,-1-1 1 0 0,2 1 0 0 0,-1-1 0 0 0,2 0 0 0 0,-1 0 0 0 0,1 0 0 0 0,0 0-1 0 0,0 0 1 0 0,11 13 0 0 0,-11-16-28 0 0,1-1 0 0 0,0 1 0 0 0,0-1 0 0 0,0 0 0 0 0,0 0 0 0 0,1 0 0 0 0,-1-1 0 0 0,1 0 0 0 0,0 0 0 0 0,0 0 0 0 0,0-1 0 0 0,0 0 0 0 0,1 0 0 0 0,7 1 0 0 0,-9-3-10 0 0,0 1 0 0 0,0-1 0 0 0,0 0 0 0 0,0-1 0 0 0,0 1 0 0 0,0-1 0 0 0,-1 0 0 0 0,1 0 0 0 0,0 0 0 0 0,0-1 0 0 0,-1 1 0 0 0,1-1 0 0 0,-1 0 0 0 0,1-1 0 0 0,-1 1 0 0 0,0-1 0 0 0,0 0 0 0 0,0 0 1 0 0,6-6-1 0 0,0-1 52 0 0,-1-1 1 0 0,0-1-1 0 0,0 1 0 0 0,-2-2 1 0 0,1 1-1 0 0,-1-1 1 0 0,-1 0-1 0 0,0 0 1 0 0,-1-1-1 0 0,-1 1 1 0 0,0-1-1 0 0,0-1 1 0 0,-2 1-1 0 0,0 0 1 0 0,0-1-1 0 0,-1 1 1 0 0,-1-1-1 0 0,-1 1 1 0 0,-3-23-1 0 0,-1 19 294 0 0,2 17 73 0 0,0 11-213 0 0,3 0-177 0 0,0 0 0 0 0,1 0-1 0 0,0 0 1 0 0,0-1 0 0 0,1 1 0 0 0,0 0 0 0 0,1 0 0 0 0,0-1 0 0 0,0 1 0 0 0,1-1 0 0 0,5 9 0 0 0,-5-11-11 0 0,0 0 0 0 0,0 0 0 0 0,1 0 0 0 0,0-1 1 0 0,0 0-1 0 0,1 0 0 0 0,-1 0 0 0 0,1-1 0 0 0,0 0 1 0 0,1 0-1 0 0,-1 0 0 0 0,1-1 0 0 0,0 0 0 0 0,8 3 0 0 0,-13-6-2 0 0,1 0-1 0 0,0 0 1 0 0,0 0-1 0 0,0 0 0 0 0,-1-1 1 0 0,1 1-1 0 0,0-1 0 0 0,0 0 1 0 0,0 0-1 0 0,0 0 0 0 0,0 0 1 0 0,0 0-1 0 0,0-1 0 0 0,0 1 1 0 0,-1-1-1 0 0,1 0 0 0 0,0 0 1 0 0,0 0-1 0 0,-1 0 0 0 0,1 0 1 0 0,0-1-1 0 0,-1 1 0 0 0,1-1 1 0 0,-1 1-1 0 0,0-1 0 0 0,0 0 1 0 0,1 0-1 0 0,-1 0 0 0 0,0 0 1 0 0,-1-1-1 0 0,1 1 1 0 0,0 0-1 0 0,-1-1 0 0 0,1 0 1 0 0,-1 1-1 0 0,0-1 0 0 0,0 0 1 0 0,2-5-1 0 0,-2 4-11 0 0,0 0-1 0 0,0 0 1 0 0,0-1 0 0 0,0 1 0 0 0,-1 0-1 0 0,0-1 1 0 0,0 1 0 0 0,0-1-1 0 0,0 1 1 0 0,-1 0 0 0 0,0-1 0 0 0,1 1-1 0 0,-2 0 1 0 0,1 0 0 0 0,0-1-1 0 0,-1 1 1 0 0,0 0 0 0 0,0 0 0 0 0,0 1-1 0 0,0-1 1 0 0,-1 0 0 0 0,1 1-1 0 0,-1-1 1 0 0,0 1 0 0 0,-6-5 0 0 0,-17-10-131 0 0,15 11-19 0 0,0-1 1 0 0,-16-14 0 0 0,24 18 94 0 0,-1 0 0 0 0,1 0 0 0 0,0 0 1 0 0,0 0-1 0 0,1-1 0 0 0,-1 1 0 0 0,1-1 0 0 0,0 0 0 0 0,0 1 1 0 0,-2-8-1 0 0,3 9 29 0 0,0 1 0 0 0,1-1 0 0 0,-1 0 1 0 0,1 0-1 0 0,-1 0 0 0 0,1 0 0 0 0,0 0 0 0 0,0 1 1 0 0,0-1-1 0 0,1 0 0 0 0,-1 0 0 0 0,1 0 1 0 0,0 0-1 0 0,-1 0 0 0 0,1 1 0 0 0,0-1 0 0 0,0 0 1 0 0,3-4-1 0 0,-2 5 23 0 0,0 0 1 0 0,1 0-1 0 0,-1 0 0 0 0,0 0 1 0 0,1 0-1 0 0,-1 1 0 0 0,1-1 1 0 0,0 1-1 0 0,-1-1 1 0 0,1 1-1 0 0,0 0 0 0 0,0 0 1 0 0,0 0-1 0 0,0 0 1 0 0,0 1-1 0 0,0-1 0 0 0,5 1 1 0 0,-2 0 19 0 0,-1 0 1 0 0,0 0-1 0 0,1 1 1 0 0,-1 0-1 0 0,0 0 1 0 0,0 0-1 0 0,0 1 1 0 0,0 0-1 0 0,0 0 1 0 0,0 0-1 0 0,-1 0 0 0 0,1 1 1 0 0,0 0-1 0 0,-1 0 1 0 0,0 0-1 0 0,0 0 1 0 0,0 1-1 0 0,0-1 1 0 0,5 8-1 0 0,6 8 72 0 0,-1 0-1 0 0,0 1 0 0 0,10 23 0 0 0,-11-22 28 0 0,-13-19-85 0 0,21 27 231 0 0,-21-28-263 0 0,1-1 1 0 0,-1 1-1 0 0,1-1 1 0 0,-1 1-1 0 0,1-1 1 0 0,-1 1-1 0 0,1-1 0 0 0,0 0 1 0 0,-1 1-1 0 0,1-1 1 0 0,0 0-1 0 0,-1 1 0 0 0,1-1 1 0 0,0 0-1 0 0,-1 0 1 0 0,1 0-1 0 0,0 1 0 0 0,0-1 1 0 0,0-1-3 0 0,-1 1 1 0 0,1 0-1 0 0,-1 0 0 0 0,1-1 1 0 0,-1 1-1 0 0,1-1 0 0 0,-1 1 1 0 0,1 0-1 0 0,-1-1 1 0 0,0 1-1 0 0,1-1 0 0 0,-1 1 1 0 0,0-1-1 0 0,1 1 1 0 0,-1-1-1 0 0,0 1 0 0 0,1-1 1 0 0,-1 0-1 0 0,0 1 1 0 0,0-1-1 0 0,0 1 0 0 0,0-1 1 0 0,0 0-1 0 0,1 1 1 0 0,-1-2-1 0 0,0-9 10 0 0,1 1 0 0 0,-1-1 0 0 0,-1 0 0 0 0,0 1 0 0 0,0-1-1 0 0,-4-11 1 0 0,-1-19 105 0 0,1-3-137 0 0,1 18 127 0 0,2 0 1 0 0,1 0-1 0 0,2-36 0 0 0,-1 61-92 0 0,0-1 0 0 0,0 1 0 0 0,0 0 0 0 0,0 0 0 0 0,0 0 0 0 0,0 0 0 0 0,1 0 0 0 0,-1 0 0 0 0,0 0 0 0 0,1 0-1 0 0,-1 0 1 0 0,1 0 0 0 0,-1 0 0 0 0,1 0 0 0 0,-1 0 0 0 0,1 0 0 0 0,-1 1 0 0 0,1-1 0 0 0,0 0 0 0 0,0 0 0 0 0,-1 0-1 0 0,1 1 1 0 0,2-2 0 0 0,-2 2-3 0 0,0 0 0 0 0,0 1 0 0 0,0-1 0 0 0,0 0 0 0 0,0 1 0 0 0,0-1 0 0 0,0 1 0 0 0,0 0 0 0 0,0-1 0 0 0,0 1-1 0 0,0-1 1 0 0,0 1 0 0 0,-1 0 0 0 0,1 0 0 0 0,0 0 0 0 0,0-1 0 0 0,-1 1 0 0 0,1 0 0 0 0,0 0 0 0 0,-1 0 0 0 0,1 0 0 0 0,-1 0 0 0 0,1 2 0 0 0,38 73 17 0 0,-26-48-15 0 0,1-1-1 0 0,31 46 1 0 0,-23-51-141 0 0,-21-21 122 0 0,0 0-1 0 0,0 0 1 0 0,0 0 0 0 0,0 0-1 0 0,0 0 1 0 0,0 0 0 0 0,1 0 0 0 0,-1-1-1 0 0,0 1 1 0 0,1 0 0 0 0,-1-1-1 0 0,1 1 1 0 0,-1-1 0 0 0,0 0-1 0 0,1 1 1 0 0,-1-1 0 0 0,3 0 0 0 0,-3-2 3 0 0,0 0-1 0 0,-1 0 1 0 0,1 0 0 0 0,-1 0 0 0 0,1 0 0 0 0,-1 0 0 0 0,0 0 0 0 0,0 0 0 0 0,0 0 0 0 0,0 0 0 0 0,0 0 0 0 0,0-1 0 0 0,0 1 0 0 0,-1-3 0 0 0,0 2 1 0 0,-2-32 25 0 0,2 0 0 0 0,1 0 0 0 0,9-62 0 0 0,-1 76 32 0 0,-8 20-50 0 0,0 1 0 0 0,1-1-1 0 0,-1 1 1 0 0,0 0 0 0 0,1-1-1 0 0,-1 1 1 0 0,1-1 0 0 0,-1 1-1 0 0,1 0 1 0 0,-1-1 0 0 0,1 1-1 0 0,-1 0 1 0 0,1 0 0 0 0,-1-1-1 0 0,1 1 1 0 0,0 0 0 0 0,-1 0-1 0 0,1 0 1 0 0,-1 0 0 0 0,1 0-1 0 0,0 0 1 0 0,1 0 6 0 0,1 1 0 0 0,-1 0 0 0 0,0 0 0 0 0,0 0 0 0 0,0 0 0 0 0,0 0 1 0 0,0 0-1 0 0,0 0 0 0 0,-1 1 0 0 0,1-1 0 0 0,0 1 0 0 0,-1-1 0 0 0,1 1 0 0 0,2 3 0 0 0,37 47-131 0 0,-22-27-27 0 0,26 27-1 0 0,-45-52 109 0 0,0 0 0 0 0,0 0-1 0 0,0 0 1 0 0,0 1 0 0 0,0-1-1 0 0,0 0 1 0 0,0 0 0 0 0,0 0 0 0 0,0 1-1 0 0,1-1 1 0 0,-1 0 0 0 0,0 0-1 0 0,0 0 1 0 0,0 0 0 0 0,0 0-1 0 0,1 0 1 0 0,-1 1 0 0 0,0-1 0 0 0,0 0-1 0 0,0 0 1 0 0,0 0 0 0 0,1 0-1 0 0,-1 0 1 0 0,0 0 0 0 0,0 0 0 0 0,0 0-1 0 0,1 0 1 0 0,-1 0 0 0 0,0 0-1 0 0,0 0 1 0 0,0 0 0 0 0,1 0-1 0 0,-1 0 1 0 0,0 0 0 0 0,0 0 0 0 0,0 0-1 0 0,1 0 1 0 0,-1 0 0 0 0,0 0-1 0 0,0 0 1 0 0,0 0 0 0 0,1 0 0 0 0,-1-1-1 0 0,0 1 1 0 0,0 0 0 0 0,0 0-1 0 0,0 0 1 0 0,1 0 0 0 0,-1 0 0 0 0,0 0-1 0 0,0-1 1 0 0,0 1 0 0 0,0 0-1 0 0,0 0 1 0 0,0 0 0 0 0,0-1-1 0 0,1 1 1 0 0,-1 0 0 0 0,0 0 0 0 0,0 0-1 0 0,0-1 1 0 0,0 1 0 0 0,0 0-1 0 0,1-17-5097 0 0,-1 13 3613 0 0,0-6-1787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8:44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180 174 512 0 0,'2'7'423'0'0,"-2"-6"-312"0"0,1-1 1 0 0,-1 1 0 0 0,0-1 0 0 0,0 0 0 0 0,0 1-1 0 0,0-1 1 0 0,1 1 0 0 0,-1-1 0 0 0,0 0 0 0 0,1 1 0 0 0,-1-1-1 0 0,0 0 1 0 0,1 1 0 0 0,-1-1 0 0 0,0 0 0 0 0,1 0-1 0 0,-1 1 1 0 0,0-1 0 0 0,1 0 0 0 0,-1 0 0 0 0,1 0 0 0 0,-1 1-1 0 0,0-1 1 0 0,1 0 0 0 0,-1 0 0 0 0,1 0 0 0 0,-1 0-1 0 0,1 0 1 0 0,-1 0 0 0 0,1 0 0 0 0,-1 0 0 0 0,0 0 0 0 0,1 0-1 0 0,-1 0 1 0 0,1 0 0 0 0,-1 0 0 0 0,1-1 0 0 0,-1 1-1 0 0,1 0 1 0 0,-1 0 0 0 0,0 0 0 0 0,1 0 0 0 0,0-1 0 0 0,1-1 153 0 0,0 1 0 0 0,0-1 0 0 0,0 0 0 0 0,0 0 0 0 0,0 0 0 0 0,0 0 0 0 0,0 0 0 0 0,-1 0 0 0 0,1-1 0 0 0,-1 1 0 0 0,1 0 0 0 0,-1-1 0 0 0,0 0 0 0 0,0 1 0 0 0,1-5 394 0 0,-18 2 704 0 0,11-6-1193 0 0,-1 0 0 0 0,0 0 0 0 0,0 1 1 0 0,-1 0-1 0 0,0 0 0 0 0,-16-17 0 0 0,18 21-68 0 0,-1 1 0 0 0,1 1-1 0 0,-1-1 1 0 0,1 1 0 0 0,-1 0-1 0 0,0 0 1 0 0,-1 1 0 0 0,1 0 0 0 0,-1 0-1 0 0,1 0 1 0 0,-1 1 0 0 0,0 0-1 0 0,-9-2 1 0 0,14 4-81 0 0,0 0 0 0 0,0 0 0 0 0,0 0 0 0 0,0 0 0 0 0,0 0 0 0 0,0 0 0 0 0,0 0 0 0 0,0 1 0 0 0,0-1 0 0 0,1 1 1 0 0,-1-1-1 0 0,0 1 0 0 0,0 0 0 0 0,0 0 0 0 0,1 0 0 0 0,-1 0 0 0 0,0 0 0 0 0,1 0 0 0 0,-1 0 0 0 0,1 0 0 0 0,-1 1 0 0 0,1-1 0 0 0,0 0 0 0 0,-1 1 0 0 0,1 0 0 0 0,0-1 0 0 0,0 1 0 0 0,0 0 0 0 0,0-1 0 0 0,1 1 0 0 0,-1 0 0 0 0,0 0 0 0 0,1 0 0 0 0,-1-1 1 0 0,1 1-1 0 0,-1 0 0 0 0,1 0 0 0 0,0 3 0 0 0,-1 8 2 0 0,1 1 1 0 0,0-1 0 0 0,1 1 0 0 0,3 18-1 0 0,-2-19-27 0 0,3 23 19 0 0,3-1 0 0 0,17 53 0 0 0,34 64 409 0 0,-48-129 36 0 0,25 38-1 0 0,-26-47-381 0 0,-1 0-1 0 0,-1 0 1 0 0,-1 0-1 0 0,0 1 1 0 0,0 1 0 0 0,6 22-1 0 0,-13-38-108 0 0,0 0 0 0 0,0 0 0 0 0,0 0 0 0 0,0 0 0 0 0,0 1 0 0 0,0-1 0 0 0,0 0 0 0 0,0 0 0 0 0,0 0 1 0 0,1 0-1 0 0,-1 0 0 0 0,0 0 0 0 0,0 0 0 0 0,0 1 0 0 0,0-1 0 0 0,0 0 0 0 0,0 0 0 0 0,0 0 0 0 0,0 0 0 0 0,0 0 0 0 0,0 1 0 0 0,0-1 0 0 0,0 0 0 0 0,0 0 0 0 0,0 0 0 0 0,0 0 0 0 0,0 0 0 0 0,0 1 1 0 0,0-1-1 0 0,0 0 0 0 0,-1 0 0 0 0,1 0 0 0 0,0 0 0 0 0,0 0 0 0 0,0 0 0 0 0,0 1 0 0 0,0-1 0 0 0,0 0 0 0 0,0 0 0 0 0,0 0 0 0 0,0 0 0 0 0,-1 0 0 0 0,1 0 0 0 0,0 0 0 0 0,0 0 0 0 0,0 0 0 0 0,0 0 0 0 0,0 1 1 0 0,0-1-1 0 0,-1 0 0 0 0,1 0 0 0 0,0 0 0 0 0,0 0 0 0 0,-8-7-2189 0 0,-6-11-1755 0 0,-4-10-931 0 0,11 17 3882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8:44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49 153 8 0 0,'-5'4'495'0'0,"0"1"0"0"0,1-1 0 0 0,-1 1 1 0 0,1 0-1 0 0,0 1 0 0 0,0-1 0 0 0,0 1 0 0 0,1-1 0 0 0,0 1 0 0 0,-4 10 0 0 0,7-15-395 0 0,0-1-1 0 0,0 0 0 0 0,0 1 0 0 0,0-1 0 0 0,0 0 0 0 0,0 0 0 0 0,0 1 0 0 0,0-1 0 0 0,0 0 0 0 0,0 1 0 0 0,0-1 0 0 0,0 0 0 0 0,0 1 0 0 0,0-1 0 0 0,0 0 0 0 0,0 1 0 0 0,0-1 0 0 0,0 0 0 0 0,0 0 0 0 0,1 1 0 0 0,-1-1 0 0 0,0 0 0 0 0,0 0 0 0 0,0 1 0 0 0,1-1 1 0 0,-1 0-1 0 0,0 0 0 0 0,0 1 0 0 0,0-1 0 0 0,1 0 0 0 0,-1 0 0 0 0,0 0 0 0 0,1 1 0 0 0,12-3 1478 0 0,12-10-501 0 0,-25 12-1034 0 0,86-49 1524 0 0,37-22-338 0 0,-104 58-1018 0 0,0-1 1 0 0,-2 0 0 0 0,1-1 0 0 0,16-20 0 0 0,-34 34-200 0 0,0 1 0 0 0,0 0 1 0 0,0 0-1 0 0,1 0 1 0 0,-1 0-1 0 0,0-1 0 0 0,0 1 1 0 0,0 0-1 0 0,0 0 1 0 0,0 0-1 0 0,0 0 1 0 0,0-1-1 0 0,1 1 0 0 0,-1 0 1 0 0,0 0-1 0 0,0 0 1 0 0,0 0-1 0 0,0 0 0 0 0,1 0 1 0 0,-1-1-1 0 0,0 1 1 0 0,0 0-1 0 0,0 0 0 0 0,1 0 1 0 0,-1 0-1 0 0,0 0 1 0 0,0 0-1 0 0,0 0 1 0 0,1 0-1 0 0,-1 0 0 0 0,0 0 1 0 0,0 0-1 0 0,0 0 1 0 0,1 0-1 0 0,-1 0 0 0 0,0 0 1 0 0,0 0-1 0 0,0 0 1 0 0,1 0-1 0 0,-1 0 0 0 0,0 0 1 0 0,0 1-1 0 0,1 10 256 0 0,-7 29-114 0 0,3-23-114 0 0,-2 155 218 0 0,5-121-259 0 0,13-267 47 0 0,-12 210-30 0 0,0 0-1 0 0,0 0 1 0 0,0-1-1 0 0,1 1 1 0 0,0 0-1 0 0,3-7 1 0 0,-4 12-12 0 0,-1 1 0 0 0,0-1 0 0 0,1 0 0 0 0,-1 0 0 0 0,1 1 0 0 0,-1-1 0 0 0,1 1 0 0 0,-1-1 0 0 0,1 0 0 0 0,-1 1 0 0 0,1-1 0 0 0,0 1 0 0 0,-1 0 0 0 0,1-1 0 0 0,0 1 0 0 0,-1-1 0 0 0,1 1 0 0 0,0 0 0 0 0,0-1 0 0 0,-1 1 0 0 0,1 0 0 0 0,1 0 0 0 0,-1 0-1 0 0,1 0-1 0 0,-1 1 1 0 0,0-1 0 0 0,0 1-1 0 0,0-1 1 0 0,0 1-1 0 0,1-1 1 0 0,-1 1 0 0 0,0 0-1 0 0,0 0 1 0 0,0 0-1 0 0,0-1 1 0 0,0 1-1 0 0,-1 0 1 0 0,1 0 0 0 0,0 0-1 0 0,0 0 1 0 0,-1 0-1 0 0,2 2 1 0 0,90 138-29 0 0,-89-137 36 0 0,0 0-1 0 0,1-1 0 0 0,-1 1 1 0 0,1-1-1 0 0,0 0 1 0 0,0 0-1 0 0,0-1 0 0 0,6 4 1 0 0,-9-5-13 0 0,0-1 1 0 0,0 1 0 0 0,0-1-1 0 0,0 1 1 0 0,0-1-1 0 0,0 0 1 0 0,0 1 0 0 0,0-1-1 0 0,0 0 1 0 0,0 0-1 0 0,0 0 1 0 0,0 0 0 0 0,0 0-1 0 0,0 0 1 0 0,1 0 0 0 0,-1 0-1 0 0,0 0 1 0 0,0 0-1 0 0,0 0 1 0 0,0-1 0 0 0,0 1-1 0 0,0-1 1 0 0,0 1 0 0 0,0 0-1 0 0,0-1 1 0 0,0 0-1 0 0,0 1 1 0 0,-1-1 0 0 0,1 0-1 0 0,0 1 1 0 0,0-1-1 0 0,0 0 1 0 0,-1 0 0 0 0,1 1-1 0 0,0-1 1 0 0,-1 0 0 0 0,1 0-1 0 0,-1 0 1 0 0,1 0-1 0 0,-1 0 1 0 0,0 0 0 0 0,1 0-1 0 0,-1-1 1 0 0,2-8-369 0 0,0 0-1 0 0,-1-1 1 0 0,0 1 0 0 0,-1 0 0 0 0,0 0 0 0 0,-1 0-1 0 0,0 0 1 0 0,-5-20 0 0 0,0-13-4663 0 0,4 26 3464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8:46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29 674 8 0 0,'-1'0'243'0'0,"0"0"-69"0"0,0 0 0 0 0,1 0 1 0 0,-1 0-1 0 0,0 0 0 0 0,1-1 0 0 0,-1 1 0 0 0,0 0 0 0 0,1 0 1 0 0,-1-1-1 0 0,0 1 0 0 0,1 0 0 0 0,-1-1 0 0 0,0 1 1 0 0,1-1-1 0 0,-1 1 0 0 0,1 0 0 0 0,-1-1 0 0 0,1 0 0 0 0,-1 1 1 0 0,1-1-1 0 0,-1 1 0 0 0,1-1 0 0 0,0 1 0 0 0,-1-1 1 0 0,1 0-1 0 0,0 1 0 0 0,0-1 0 0 0,-1 0 0 0 0,1 1 1 0 0,0-1-1 0 0,0 0 0 0 0,0 0 0 0 0,0 0 0 0 0,-2-7-514 0 0,-1 1 959 0 0,-3-8 2119 0 0,6 15-2644 0 0,0-1 0 0 0,0 1-1 0 0,0-1 1 0 0,-1 1 0 0 0,1 0-1 0 0,0-1 1 0 0,0 1 0 0 0,0-1-1 0 0,0 1 1 0 0,0 0 0 0 0,0-1-1 0 0,0 1 1 0 0,1-1 0 0 0,-1 1 0 0 0,0 0-1 0 0,0-1 1 0 0,0 1 0 0 0,0-1-1 0 0,0 1 1 0 0,1 0 0 0 0,-1-1-1 0 0,0 1 1 0 0,0 0 0 0 0,1-1-1 0 0,-1 1 1 0 0,0 0 0 0 0,0 0-1 0 0,1-1 1 0 0,-1 1 0 0 0,1 0 0 0 0,1 3 126 0 0,0 1 1 0 0,1-1 0 0 0,-1 1-1 0 0,-1 0 1 0 0,1 0 0 0 0,1 6 0 0 0,-2-8-109 0 0,24 80 883 0 0,-19-59-410 0 0,0 0-1 0 0,2 0 0 0 0,20 40 1 0 0,-28-63-567 0 0,0 1 0 0 0,0-1 1 0 0,0 1-1 0 0,0-1 0 0 0,0 0 0 0 0,1 1 1 0 0,-1-1-1 0 0,0 1 0 0 0,0-1 0 0 0,1 0 1 0 0,-1 1-1 0 0,0-1 0 0 0,1 0 0 0 0,-1 1 1 0 0,0-1-1 0 0,1 0 0 0 0,-1 1 0 0 0,0-1 1 0 0,1 0-1 0 0,-1 0 0 0 0,0 1 0 0 0,1-1 1 0 0,-1 0-1 0 0,1 0 0 0 0,-1 0 0 0 0,1 0 1 0 0,-1 0-1 0 0,1 0 0 0 0,-1 1 0 0 0,0-1 1 0 0,1 0-1 0 0,-1 0 0 0 0,1 0 0 0 0,0-1 1 0 0,0 1-1 0 0,0-1 0 0 0,-1 0 0 0 0,1 0 0 0 0,0 0 1 0 0,-1 0-1 0 0,1 1 0 0 0,0-1 0 0 0,-1 0 1 0 0,1 0-1 0 0,-1 0 0 0 0,1 0 0 0 0,-1-1 0 0 0,1 0 1 0 0,7-41 214 0 0,-8 42-190 0 0,26-196 1376 0 0,-26 197-1413 0 0,0 0 0 0 0,0-1 0 0 0,0 1 0 0 0,0 0 1 0 0,0 0-1 0 0,0 0 0 0 0,0 0 0 0 0,0-1 0 0 0,0 1 1 0 0,0 0-1 0 0,0 0 0 0 0,0 0 0 0 0,0 0 0 0 0,0 0 1 0 0,0-1-1 0 0,0 1 0 0 0,0 0 0 0 0,0 0 0 0 0,0 0 1 0 0,0 0-1 0 0,0-1 0 0 0,0 1 0 0 0,0 0 0 0 0,0 0 1 0 0,1 0-1 0 0,-1 0 0 0 0,0 0 0 0 0,0 0 0 0 0,0 0 1 0 0,0-1-1 0 0,0 1 0 0 0,0 0 0 0 0,1 0 1 0 0,-1 0-1 0 0,0 0 0 0 0,0 0 0 0 0,0 0 0 0 0,0 0 1 0 0,1 0-1 0 0,-1 0 0 0 0,0 0 0 0 0,0 0 0 0 0,0 0 1 0 0,0 0-1 0 0,0 0 0 0 0,1 0 0 0 0,-1 0 0 0 0,8 8 141 0 0,7 21-95 0 0,-12-24-50 0 0,4 8 13 0 0,1 0-1 0 0,0 0 1 0 0,10 12-1 0 0,-15-22-12 0 0,-1 0-1 0 0,1 0 1 0 0,-1-1-1 0 0,1 1 1 0 0,0-1-1 0 0,0 1 1 0 0,0-1-1 0 0,1 0 1 0 0,-1 0-1 0 0,0-1 1 0 0,1 1 0 0 0,-1-1-1 0 0,1 0 1 0 0,-1 1-1 0 0,1-1 1 0 0,0-1-1 0 0,6 2 1 0 0,-8-2-4 0 0,-1-1 1 0 0,1 1-1 0 0,-1 0 1 0 0,0 0-1 0 0,1-1 1 0 0,-1 1-1 0 0,0-1 1 0 0,1 1-1 0 0,-1-1 1 0 0,0 0-1 0 0,1 1 1 0 0,-1-1-1 0 0,0 0 1 0 0,0 0-1 0 0,0 0 1 0 0,0 0-1 0 0,0 0 1 0 0,0 0-1 0 0,0 0 1 0 0,0 0-1 0 0,0 0 1 0 0,-1 0-1 0 0,1-1 1 0 0,0 1-1 0 0,-1 0 1 0 0,1-1-1 0 0,-1 1 1 0 0,1 0-1 0 0,-1-1 1 0 0,0 1-1 0 0,1 0 1 0 0,-1-1-1 0 0,0 1 1 0 0,0-1-1 0 0,0 1 1 0 0,0-1-1 0 0,-1-1 1 0 0,1-2-16 0 0,0 0 0 0 0,0 0 0 0 0,-1-1 0 0 0,0 1 1 0 0,0 0-1 0 0,0 0 0 0 0,-1 0 0 0 0,-4-9 1 0 0,4 10-25 0 0,0 1 1 0 0,-1-1 0 0 0,1 1 0 0 0,-1 0-1 0 0,0 0 1 0 0,0-1 0 0 0,-1 2 0 0 0,1-1-1 0 0,0 0 1 0 0,-8-3 0 0 0,-41-16-375 0 0,40 18 347 0 0,0 0 0 0 0,-16-9 0 0 0,28 13 68 0 0,0 0 1 0 0,-1 0-1 0 0,1 0 0 0 0,0 0 1 0 0,0-1-1 0 0,-1 1 0 0 0,1 0 1 0 0,0 0-1 0 0,0 0 0 0 0,0 0 1 0 0,-1-1-1 0 0,1 1 0 0 0,0 0 1 0 0,0 0-1 0 0,0 0 0 0 0,0-1 1 0 0,-1 1-1 0 0,1 0 0 0 0,0 0 1 0 0,0-1-1 0 0,0 1 0 0 0,0 0 1 0 0,0-1-1 0 0,0 1 0 0 0,0 0 1 0 0,0 0-1 0 0,0-1 0 0 0,0 1 1 0 0,0 0-1 0 0,0 0 0 0 0,0-1 1 0 0,0 1-1 0 0,0 0 0 0 0,0-1 1 0 0,0 1-1 0 0,0 0 0 0 0,10-10 8 0 0,26-8 44 0 0,-23 12 15 0 0,5-4-47 0 0,0-1 1 0 0,-1-1 0 0 0,23-20 0 0 0,-31 24-6 0 0,0-1 0 0 0,-1 1 1 0 0,0-2-1 0 0,-1 1 0 0 0,0-1 0 0 0,-1 0 1 0 0,8-16-1 0 0,-12 22-10 0 0,-1 0-1 0 0,1-1 1 0 0,-1 1-1 0 0,-1 0 1 0 0,1 0-1 0 0,-1 0 1 0 0,1-1-1 0 0,-1 1 1 0 0,0 0-1 0 0,-1-1 0 0 0,1 1 1 0 0,-3-8-1 0 0,3 9-1 0 0,-1 0 0 0 0,0 1 0 0 0,0-1-1 0 0,0 1 1 0 0,0-1 0 0 0,0 1 0 0 0,-1-1-1 0 0,1 1 1 0 0,-1 0 0 0 0,1 0 0 0 0,-1 0-1 0 0,0 0 1 0 0,0 0 0 0 0,0 0 0 0 0,0 0-1 0 0,0 0 1 0 0,-1 1 0 0 0,1-1 0 0 0,0 1-1 0 0,-1 0 1 0 0,-2-2 0 0 0,5 3-1 0 0,-1 0-1 0 0,1 0 1 0 0,-1 0 0 0 0,1 0-1 0 0,0 0 1 0 0,-1 0 0 0 0,1 0-1 0 0,-1 0 1 0 0,1 1 0 0 0,-1-1 0 0 0,1 0-1 0 0,0 0 1 0 0,-1 0 0 0 0,1 0-1 0 0,-1 1 1 0 0,1-1 0 0 0,0 0 0 0 0,-1 0-1 0 0,1 1 1 0 0,0-1 0 0 0,-1 0-1 0 0,1 0 1 0 0,0 1 0 0 0,0-1-1 0 0,-1 0 1 0 0,1 1 0 0 0,0-1 0 0 0,0 0-1 0 0,-1 1 1 0 0,1-1 0 0 0,0 1-1 0 0,0-1 1 0 0,0 0 0 0 0,0 1-1 0 0,0-1 1 0 0,0 1 0 0 0,0-1 0 0 0,0 1-1 0 0,0-1 1 0 0,0 0 0 0 0,0 1-1 0 0,0-1 1 0 0,0 1 0 0 0,0-1 0 0 0,0 1-1 0 0,0-1 1 0 0,0 0 0 0 0,1 2-1 0 0,2 21 100 0 0,55 178-19 0 0,-14-49-29 0 0,-43-145-61 0 0,-1-6 9 0 0,0 1 0 0 0,0-1 0 0 0,0 0 0 0 0,0 0 1 0 0,1 0-1 0 0,-1 0 0 0 0,0 1 0 0 0,1-1 0 0 0,-1 0 0 0 0,0 0 0 0 0,1 0 0 0 0,0 0 0 0 0,-1 0 0 0 0,1 0 1 0 0,-1 0-1 0 0,1 0 0 0 0,0 0 0 0 0,1 1 0 0 0,-1-2-4 0 0,-1 0 0 0 0,0 0 0 0 0,1 0 0 0 0,-1 0 1 0 0,1 0-1 0 0,-1-1 0 0 0,1 1 0 0 0,-1 0 0 0 0,0 0 0 0 0,1 0 0 0 0,-1 0 0 0 0,1-1 1 0 0,-1 1-1 0 0,0 0 0 0 0,1-1 0 0 0,-1 1 0 0 0,0 0 0 0 0,1 0 0 0 0,-1-1 1 0 0,0 1-1 0 0,1-1 0 0 0,-1 1 0 0 0,0 0 0 0 0,0-1 0 0 0,0 1 0 0 0,1-1 0 0 0,-1 1 1 0 0,0 0-1 0 0,0-1 0 0 0,0 0 0 0 0,4-12-66 0 0,-4 12 66 0 0,5-27 38 0 0,-1 0 1 0 0,-1-45 0 0 0,2-20 167 0 0,-5 93-201 0 0,0 0 0 0 0,0 1 0 0 0,0-1 0 0 0,1 0 0 0 0,-1 1 0 0 0,0-1 0 0 0,0 0-1 0 0,1 1 1 0 0,-1-1 0 0 0,0 0 0 0 0,0 0 0 0 0,1 1 0 0 0,-1-1 0 0 0,0 0 0 0 0,1 0 0 0 0,-1 0-1 0 0,0 1 1 0 0,1-1 0 0 0,-1 0 0 0 0,0 0 0 0 0,1 0 0 0 0,-1 0 0 0 0,0 0 0 0 0,1 0 0 0 0,-1 0-1 0 0,1 0 1 0 0,-1 0 0 0 0,0 0 0 0 0,1 0 0 0 0,-1 0 0 0 0,0 0 0 0 0,1 0 0 0 0,-1 0 0 0 0,1 0-1 0 0,-1 0 1 0 0,0 0 0 0 0,1 0 0 0 0,-1 0 0 0 0,0-1 0 0 0,1 1 0 0 0,-1 0 0 0 0,0 0 0 0 0,1-1 0 0 0,-1 1-1 0 0,0 0 1 0 0,0 0 0 0 0,1-1 0 0 0,-1 1 0 0 0,0 0 0 0 0,0 0 0 0 0,1-1 0 0 0,-1 1 0 0 0,0 0-1 0 0,0-1 1 0 0,0 1 0 0 0,0-1 0 0 0,0 1 0 0 0,1 0 0 0 0,-1-1 0 0 0,0 1 0 0 0,0 0 0 0 0,0-1-1 0 0,0 1 1 0 0,0-1 0 0 0,0 1 0 0 0,0 0 0 0 0,0-1 0 0 0,0 1 0 0 0,-1-1 0 0 0,25 33-23 0 0,-16-20 55 0 0,-5-8-35 0 0,1 0 1 0 0,-1-1 0 0 0,0 1 0 0 0,1-1 0 0 0,0 0-1 0 0,0 0 1 0 0,0 0 0 0 0,0 0 0 0 0,0-1 0 0 0,1 0-1 0 0,-1 0 1 0 0,9 3 0 0 0,-10-5 6 0 0,-1 1 0 0 0,0-1 0 0 0,0 0 1 0 0,1 0-1 0 0,-1 0 0 0 0,0 0 0 0 0,1-1 0 0 0,-1 1 0 0 0,0-1 0 0 0,0 1 0 0 0,1-1 1 0 0,-1 0-1 0 0,0 0 0 0 0,0 0 0 0 0,0 0 0 0 0,0 0 0 0 0,0 0 0 0 0,0-1 1 0 0,0 1-1 0 0,-1-1 0 0 0,1 1 0 0 0,0-1 0 0 0,-1 0 0 0 0,1 1 0 0 0,-1-1 0 0 0,0 0 1 0 0,1 0-1 0 0,-1 0 0 0 0,1-4 0 0 0,2-1 37 0 0,0-1 1 0 0,0 0-1 0 0,-1 0 1 0 0,0 0-1 0 0,-1 0 1 0 0,0 0-1 0 0,0 0 1 0 0,-1-1-1 0 0,0 1 1 0 0,0-17-1 0 0,-2 14-21 0 0,0 0 0 0 0,-1 0-1 0 0,-1 0 1 0 0,0 0-1 0 0,0 0 1 0 0,-1 1-1 0 0,-9-19 1 0 0,7 18 2 0 0,5 7-19 0 0,-1 0 0 0 0,1 0 0 0 0,-1 1 0 0 0,0-1 0 0 0,0 1 0 0 0,-1-1 0 0 0,1 1 0 0 0,-1 0 0 0 0,1 0 0 0 0,-1 0 0 0 0,0 0 0 0 0,0 1 0 0 0,-6-5 0 0 0,9 7 0 0 0,0 1-1 0 0,-1-1 1 0 0,1 0-1 0 0,0 0 0 0 0,0 0 1 0 0,-1 0-1 0 0,1 0 1 0 0,0 1-1 0 0,0-1 0 0 0,-1 0 1 0 0,1 0-1 0 0,0 0 0 0 0,0 1 1 0 0,0-1-1 0 0,-1 0 1 0 0,1 0-1 0 0,0 0 0 0 0,0 1 1 0 0,0-1-1 0 0,0 0 1 0 0,0 1-1 0 0,-1-1 0 0 0,1 0 1 0 0,0 0-1 0 0,0 1 0 0 0,0-1 1 0 0,0 0-1 0 0,0 1 1 0 0,0-1-1 0 0,0 0 0 0 0,0 0 1 0 0,0 1-1 0 0,0-1 1 0 0,0 0-1 0 0,0 1 0 0 0,1-1 1 0 0,-1 14-2 0 0,1 3 12 0 0,2 0 0 0 0,0-1 0 0 0,1 1 0 0 0,1-1 1 0 0,0 0-1 0 0,1 0 0 0 0,1-1 0 0 0,13 24 0 0 0,-15-32-19 0 0,0 0 0 0 0,0-1 0 0 0,0 1 0 0 0,1-1 0 0 0,0 0 0 0 0,0 0 0 0 0,1-1 0 0 0,9 7 0 0 0,-11-9 2 0 0,1 0 0 0 0,-1-1-1 0 0,0 0 1 0 0,1 0 0 0 0,0 0-1 0 0,-1 0 1 0 0,1-1 0 0 0,0 0-1 0 0,0 0 1 0 0,0-1 0 0 0,-1 1 0 0 0,1-1-1 0 0,7-1 1 0 0,-11 1-1 0 0,0-1-1 0 0,1 1 1 0 0,-1-1 0 0 0,0 1 0 0 0,1-1-1 0 0,-1 0 1 0 0,0 0 0 0 0,0 0-1 0 0,0 0 1 0 0,0 0 0 0 0,0-1 0 0 0,0 1-1 0 0,0-1 1 0 0,0 1 0 0 0,-1-1 0 0 0,3-2-1 0 0,-1 0 6 0 0,0 0 0 0 0,-1 0-1 0 0,0 0 1 0 0,0 0-1 0 0,0 0 1 0 0,0 0 0 0 0,-1-1-1 0 0,2-4 1 0 0,-1-4-16 0 0,0-1-1 0 0,0 0 1 0 0,-1 0 0 0 0,-2-22 0 0 0,0 13 72 0 0,-2-8 23 0 0,2-1 0 0 0,5-51 0 0 0,-4 83-76 0 0,0 0 0 0 0,0-1 0 0 0,0 1 0 0 0,0 0 0 0 0,0-1 0 0 0,0 1 0 0 0,0 0 0 0 0,0-1 0 0 0,0 1 0 0 0,0 0 0 0 0,0-1 0 0 0,0 1 0 0 0,0 0 0 0 0,1-1 0 0 0,-1 1 0 0 0,0 0 0 0 0,0 0 0 0 0,0-1 0 0 0,0 1 0 0 0,1 0-1 0 0,-1-1 1 0 0,0 1 0 0 0,0 0 0 0 0,1 0 0 0 0,-1 0 0 0 0,0-1 0 0 0,0 1 0 0 0,1 0 0 0 0,-1 0 0 0 0,0 0 0 0 0,1 0 0 0 0,-1 0 0 0 0,1-1 0 0 0,9 9 64 0 0,11 25-51 0 0,-16-24 5 0 0,0-2-32 0 0,-1 0-1 0 0,2-1 1 0 0,-1 1-1 0 0,1-1 1 0 0,0-1 0 0 0,12 10-1 0 0,-17-13 11 0 0,1-1 0 0 0,0 0 0 0 0,0 0 0 0 0,-1 0-1 0 0,1 0 1 0 0,0 0 0 0 0,0 0 0 0 0,0 0 0 0 0,0-1 0 0 0,0 1-1 0 0,0-1 1 0 0,0 1 0 0 0,0-1 0 0 0,0 0 0 0 0,0 0-1 0 0,0 0 1 0 0,0 0 0 0 0,0 0 0 0 0,0 0 0 0 0,0-1 0 0 0,0 1-1 0 0,0-1 1 0 0,0 1 0 0 0,0-1 0 0 0,0 0 0 0 0,0 0-1 0 0,0 0 1 0 0,0 0 0 0 0,-1 0 0 0 0,1 0 0 0 0,0 0-1 0 0,2-3 1 0 0,-1 0 8 0 0,1-1-1 0 0,-1 0 1 0 0,0 0-1 0 0,0 0 1 0 0,0 0-1 0 0,-1-1 1 0 0,0 1-1 0 0,0-1 1 0 0,0 1 0 0 0,-1-1-1 0 0,2-8 1 0 0,-1-6 14 0 0,2-40 1 0 0,-5 48-12 0 0,0 0 0 0 0,-4-22 0 0 0,4 29-5 0 0,0 1-1 0 0,0-1 0 0 0,-1 0 0 0 0,0 1 1 0 0,1 0-1 0 0,-2-1 0 0 0,1 1 0 0 0,0 0 1 0 0,-1 0-1 0 0,-3-4 0 0 0,6 8-5 0 0,0 0 1 0 0,0-1-1 0 0,0 1 1 0 0,0 0-1 0 0,-1 0 0 0 0,1 0 1 0 0,0-1-1 0 0,0 1 0 0 0,0 0 1 0 0,-1 0-1 0 0,1 0 1 0 0,0-1-1 0 0,0 1 0 0 0,0 0 1 0 0,-1 0-1 0 0,1 0 0 0 0,0 0 1 0 0,0 0-1 0 0,-1-1 1 0 0,1 1-1 0 0,0 0 0 0 0,0 0 1 0 0,-1 0-1 0 0,1 0 1 0 0,0 0-1 0 0,0 0 0 0 0,-1 0 1 0 0,1 0-1 0 0,0 0 0 0 0,-1 0 1 0 0,1 0-1 0 0,0 0 1 0 0,0 0-1 0 0,-1 0 0 0 0,1 0 1 0 0,0 1-1 0 0,0-1 0 0 0,-1 0 1 0 0,1 0-1 0 0,0 0 1 0 0,0 0-1 0 0,-1 0 0 0 0,1 0 1 0 0,0 1-1 0 0,0-1 1 0 0,-3 16 40 0 0,6 20-27 0 0,0-20-21 0 0,1 0-1 0 0,0-1 0 0 0,1 0 0 0 0,1 0 0 0 0,0 0 1 0 0,1-1-1 0 0,10 17 0 0 0,-12-24-11 0 0,0 0 0 0 0,1 0-1 0 0,-1 0 1 0 0,1 0 0 0 0,1-1 0 0 0,-1 0-1 0 0,1 0 1 0 0,0-1 0 0 0,0 0 0 0 0,1 0-1 0 0,-1-1 1 0 0,1 0 0 0 0,0 0 0 0 0,13 4-1 0 0,-17-7-81 0 0,1 0-1 0 0,-1 0 1 0 0,1 0 0 0 0,-1 0-1 0 0,1-1 1 0 0,0 1-1 0 0,4-2 1 0 0,-8 1-12 0 0,0 0 0 0 0,0 0 0 0 0,1-1 1 0 0,-1 1-1 0 0,0 0 0 0 0,0-1 0 0 0,0 1 0 0 0,0-1 0 0 0,0 0 1 0 0,0 1-1 0 0,0-1 0 0 0,0 0 0 0 0,0 1 0 0 0,0-1 0 0 0,0 0 0 0 0,-1 0 1 0 0,1 0-1 0 0,0 0 0 0 0,0 0 0 0 0,-1 0 0 0 0,1 0 0 0 0,-1 0 0 0 0,1 0 1 0 0,-1 0-1 0 0,1 0 0 0 0,-1 0 0 0 0,0-1 0 0 0,0 1 0 0 0,1 0 1 0 0,-1 0-1 0 0,0 0 0 0 0,0-2 0 0 0,0-3-1467 0 0,1 0-1 0 0,-1 1 1 0 0,0-1-1 0 0,-1 0 1 0 0,-2-10-1 0 0,-1 4-2171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0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1 512 0 0,'-2'4'1825'0'0,"0"1"0"0"0,0-1 0 0 0,0 1 0 0 0,0 0 0 0 0,1 0 0 0 0,0 0 0 0 0,-1 9 0 0 0,1-7-818 0 0,0 0 0 0 0,1 0 0 0 0,0 0 0 0 0,2 14 0 0 0,-2-20-1004 0 0,0 0-1 0 0,1-1 1 0 0,-1 1-1 0 0,0-1 1 0 0,0 1 0 0 0,0 0-1 0 0,1-1 1 0 0,-1 1-1 0 0,0-1 1 0 0,1 1 0 0 0,-1 0-1 0 0,0-1 1 0 0,1 1-1 0 0,-1-1 1 0 0,1 0 0 0 0,-1 1-1 0 0,1-1 1 0 0,-1 1-1 0 0,1-1 1 0 0,-1 0 0 0 0,1 1-1 0 0,0-1 1 0 0,-1 0-1 0 0,1 1 1 0 0,-1-1 0 0 0,1 0-1 0 0,0 0 1 0 0,-1 0-1 0 0,1 0 1 0 0,0 0 0 0 0,-1 1-1 0 0,1-1 1 0 0,0 0-1 0 0,-1 0 1 0 0,1-1 0 0 0,-1 1-1 0 0,1 0 1 0 0,1 0-1 0 0,10-5-1594 0 0,-2-3-3285 0 0,-7 4 2212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00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1712 0 0,'1'63'8919'0'0,"0"0"-3552"0"0,0 24-2106 0 0,-7 115-2562 0 0,5-195-354 0 0,0 6-3186 0 0,8-15-3692 0 0,-2-3 4726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02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94 8 0 0,'1'-6'594'0'0,"0"-1"0"0"0,0 0 0 0 0,-1 0 0 0 0,0 0 0 0 0,0 1 0 0 0,-1-1 0 0 0,1 0 1 0 0,-2 0-1 0 0,1 1 0 0 0,-4-12 0 0 0,3 17-466 0 0,1 0 0 0 0,0 0 0 0 0,0 0 0 0 0,0 1 0 0 0,0-1 0 0 0,-1 0 0 0 0,1 1 0 0 0,0-1 0 0 0,-1 1 0 0 0,1-1 0 0 0,0 1 1 0 0,-1 0-1 0 0,1 0 0 0 0,0-1 0 0 0,-1 1 0 0 0,1 0 0 0 0,-1 0 0 0 0,1 0 0 0 0,0 1 0 0 0,-1-1 0 0 0,-1 1 0 0 0,-31 4 746 0 0,29-4-836 0 0,0 1 1 0 0,0-1-1 0 0,0 1 0 0 0,0 0 0 0 0,0 0 0 0 0,0 1 0 0 0,0-1 0 0 0,1 1 1 0 0,-1 0-1 0 0,1 0 0 0 0,0 1 0 0 0,0-1 0 0 0,0 1 0 0 0,1 0 1 0 0,-1 0-1 0 0,1 0 0 0 0,-4 5 0 0 0,4-2-31 0 0,0 0 0 0 0,0-1 0 0 0,1 1 0 0 0,0 0 0 0 0,0 0 0 0 0,0 0-1 0 0,1 0 1 0 0,0 0 0 0 0,0 1 0 0 0,1-1 0 0 0,1 11 0 0 0,0-4-21 0 0,1 1-1 0 0,1-1 1 0 0,0 0-1 0 0,1 0 1 0 0,0-1-1 0 0,1 1 1 0 0,1-1-1 0 0,0 0 1 0 0,1 0-1 0 0,0-1 1 0 0,1 1-1 0 0,12 13 1 0 0,-16-21 18 0 0,1-1 0 0 0,-1 1 1 0 0,1-1-1 0 0,0 0 1 0 0,1 0-1 0 0,-1 0 0 0 0,1-1 1 0 0,0 0-1 0 0,0 0 0 0 0,0 0 1 0 0,0-1-1 0 0,0 0 1 0 0,8 2-1 0 0,-10-4 32 0 0,0 1 1 0 0,1-1-1 0 0,-1 0 0 0 0,0 0 1 0 0,1 0-1 0 0,-1-1 0 0 0,0 1 1 0 0,0-1-1 0 0,1 0 0 0 0,-1-1 1 0 0,0 1-1 0 0,0-1 0 0 0,0 1 1 0 0,0-1-1 0 0,0 0 0 0 0,-1-1 1 0 0,1 1-1 0 0,-1-1 0 0 0,1 1 0 0 0,4-7 1 0 0,1-1 160 0 0,0 0 1 0 0,-1-1-1 0 0,0-1 0 0 0,-1 1 1 0 0,0-1-1 0 0,-1 0 0 0 0,0-1 1 0 0,-1 0-1 0 0,4-16 1 0 0,-5 19-102 0 0,-2-1 0 0 0,0 1 1 0 0,0-1-1 0 0,-1 0 1 0 0,0 1-1 0 0,-1-1 1 0 0,0 0-1 0 0,0 0 0 0 0,-2 0 1 0 0,1 1-1 0 0,-1-1 1 0 0,-4-11-1 0 0,4 17-69 0 0,-1-1 0 0 0,0 1-1 0 0,0 0 1 0 0,0 0 0 0 0,0 1-1 0 0,-1-1 1 0 0,0 1 0 0 0,0 0-1 0 0,-7-7 1 0 0,8 9-82 0 0,1 1 1 0 0,0-1-1 0 0,-1 0 0 0 0,1 1 1 0 0,-1-1-1 0 0,1 1 1 0 0,-1 0-1 0 0,1 0 0 0 0,-1 0 1 0 0,0 0-1 0 0,0 0 1 0 0,0 0-1 0 0,1 1 0 0 0,-1 0 1 0 0,0-1-1 0 0,0 1 0 0 0,0 0 1 0 0,0 0-1 0 0,0 1 1 0 0,-5 0-1 0 0,7 0-259 0 0,0 0 0 0 0,0-1 0 0 0,0 1-1 0 0,-1 0 1 0 0,1 0 0 0 0,0 0 0 0 0,0 0 0 0 0,0 0 0 0 0,1 0 0 0 0,-1 0 0 0 0,0 1-1 0 0,0-1 1 0 0,1 0 0 0 0,-1 0 0 0 0,0 1 0 0 0,1-1 0 0 0,-1 0 0 0 0,1 1-1 0 0,0-1 1 0 0,-1 0 0 0 0,1 1 0 0 0,0-1 0 0 0,0 1 0 0 0,0-1 0 0 0,0 1 0 0 0,0-1-1 0 0,0 0 1 0 0,0 1 0 0 0,1-1 0 0 0,0 3 0 0 0,3 3-846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02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6 896 0 0,'3'1'604'0'0,"-1"0"-1"0"0,0 0 0 0 0,1 1 1 0 0,-1-1-1 0 0,0 1 0 0 0,1 0 1 0 0,-1 0-1 0 0,0 0 0 0 0,0 0 1 0 0,1 2-1 0 0,-1-1-160 0 0,0-1 0 0 0,0 0-1 0 0,0 0 1 0 0,0 0 0 0 0,0 0 0 0 0,1-1 0 0 0,-1 1 0 0 0,0-1-1 0 0,1 1 1 0 0,0-1 0 0 0,4 2 0 0 0,0-1-100 0 0,0-1 0 0 0,0 0 0 0 0,0 0 0 0 0,0-1 1 0 0,0 0-1 0 0,12-1 0 0 0,-7-1-476 0 0,0-1-1 0 0,-1 0 1 0 0,1 0-1 0 0,-1-1 1 0 0,18-9-1 0 0,-6-5-3966 0 0,-14 12 2698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03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97 116 8 0 0,'4'-4'561'0'0,"0"1"0"0"0,-1-1-1 0 0,1 0 1 0 0,-1 0 0 0 0,0-1 0 0 0,0 1-1 0 0,-1-1 1 0 0,1 0 0 0 0,2-8 0 0 0,-5 11-346 0 0,1 0 0 0 0,-1 0 1 0 0,0 0-1 0 0,0-1 1 0 0,0 1-1 0 0,0 0 1 0 0,0 0-1 0 0,0 0 1 0 0,0 0-1 0 0,-1-1 1 0 0,1 1-1 0 0,-1 0 1 0 0,0 0-1 0 0,0 0 1 0 0,0 0-1 0 0,0 0 0 0 0,0 0 1 0 0,0 0-1 0 0,0 1 1 0 0,0-1-1 0 0,-1 0 1 0 0,1 0-1 0 0,-1 1 1 0 0,1-1-1 0 0,-1 1 1 0 0,-2-2-1 0 0,3 2-130 0 0,-1 0-1 0 0,0 0 1 0 0,1 0 0 0 0,-1 0-1 0 0,0 0 1 0 0,0 0 0 0 0,0 0-1 0 0,0 0 1 0 0,0 1 0 0 0,0-1-1 0 0,0 1 1 0 0,0 0 0 0 0,0-1-1 0 0,0 1 1 0 0,0 0 0 0 0,0 0-1 0 0,-1 0 1 0 0,1 1 0 0 0,0-1-1 0 0,0 0 1 0 0,0 1 0 0 0,0-1-1 0 0,0 1 1 0 0,0 0 0 0 0,0 0-1 0 0,1 0 1 0 0,-1 0 0 0 0,0 0-1 0 0,0 0 1 0 0,1 0-1 0 0,-4 3 1 0 0,2-1-78 0 0,-1 0 0 0 0,0 1 0 0 0,1 0 0 0 0,-1 0 0 0 0,1 0 0 0 0,0 0 0 0 0,0 0 0 0 0,1 1 0 0 0,-1-1 0 0 0,1 1 0 0 0,-3 9 0 0 0,3-4-20 0 0,0 0 0 0 0,1 0 0 0 0,0 0 1 0 0,0 1-1 0 0,1-1 0 0 0,2 16 0 0 0,-1-20 8 0 0,-1 0-1 0 0,2 0 0 0 0,-1-1 0 0 0,1 1 1 0 0,0 0-1 0 0,0-1 0 0 0,0 1 0 0 0,1-1 1 0 0,0 0-1 0 0,0 1 0 0 0,0-1 0 0 0,8 8 1 0 0,-10-12 3 0 0,0 0 0 0 0,0 1 0 0 0,1-1-1 0 0,-1 0 1 0 0,0 0 0 0 0,1 0 0 0 0,-1 0 0 0 0,1-1 0 0 0,-1 1 0 0 0,1 0 0 0 0,0 0 0 0 0,-1-1 0 0 0,1 1 0 0 0,0-1 0 0 0,-1 0 0 0 0,1 1 0 0 0,0-1 0 0 0,-1 0 0 0 0,1 0 0 0 0,0 0 0 0 0,0 0-1 0 0,2-1 1 0 0,-1 0-9 0 0,-1 0 0 0 0,1 0-1 0 0,0 0 1 0 0,0-1-1 0 0,0 1 1 0 0,-1-1 0 0 0,1 0-1 0 0,-1 0 1 0 0,1 0-1 0 0,-1 0 1 0 0,4-4 0 0 0,-1-1 16 0 0,1 1 0 0 0,-1-1 1 0 0,-1-1-1 0 0,1 1 0 0 0,-1-1 1 0 0,-1 0-1 0 0,1 0 0 0 0,2-10 1 0 0,12-112 378 0 0,-18 129-373 0 0,0 0 0 0 0,0 1 0 0 0,0-1 0 0 0,0 1 1 0 0,0-1-1 0 0,0 1 0 0 0,1-1 0 0 0,-1 0 0 0 0,0 1 0 0 0,0-1 0 0 0,0 1 1 0 0,1-1-1 0 0,-1 1 0 0 0,0-1 0 0 0,0 1 0 0 0,1-1 0 0 0,-1 1 1 0 0,1-1-1 0 0,-1 1 0 0 0,0 0 0 0 0,1-1 0 0 0,-1 1 0 0 0,1 0 1 0 0,-1-1-1 0 0,1 1 0 0 0,-1 0 0 0 0,1-1 0 0 0,-1 1 0 0 0,1 0 1 0 0,-1 0-1 0 0,1 0 0 0 0,-1 0 0 0 0,2-1 0 0 0,-1 2-7 0 0,0-1 0 0 0,0 1 0 0 0,0-1-1 0 0,1 1 1 0 0,-1 0 0 0 0,0-1 0 0 0,0 1 0 0 0,0 0-1 0 0,0 0 1 0 0,0 0 0 0 0,0 0 0 0 0,0-1 0 0 0,1 3 0 0 0,4 5-10 0 0,-1-1 1 0 0,0 1 0 0 0,4 10 0 0 0,0 3 16 0 0,-1 1-1 0 0,-1 0 1 0 0,-1 1 0 0 0,-2-1 0 0 0,0 1 0 0 0,-1 0 0 0 0,0 25 0 0 0,-4-39-1 0 0,1-1 1 0 0,-1 0 0 0 0,-1 0-1 0 0,0 0 1 0 0,0 0 0 0 0,0 0 0 0 0,-1 0-1 0 0,0-1 1 0 0,-1 1 0 0 0,1-1-1 0 0,-1 0 1 0 0,-1 0 0 0 0,-5 7 0 0 0,6-9-29 0 0,0 0 1 0 0,0-1 0 0 0,-1 0 0 0 0,1 0 0 0 0,-1 0 0 0 0,0 0 0 0 0,0-1 0 0 0,-7 4 0 0 0,9-5-35 0 0,-1-1 0 0 0,1 0 1 0 0,0 0-1 0 0,-1 0 0 0 0,1 0 0 0 0,-1 0 0 0 0,1-1 1 0 0,-1 0-1 0 0,1 1 0 0 0,-1-1 0 0 0,1 0 1 0 0,-1-1-1 0 0,1 1 0 0 0,-7-2 0 0 0,8 1-183 0 0,-1 0 1 0 0,1 0-1 0 0,0 0 0 0 0,0 0 0 0 0,0 0 0 0 0,-1-1 0 0 0,1 1 0 0 0,0 0 0 0 0,1-1 0 0 0,-1 0 1 0 0,-3-3-1 0 0,4 4-124 0 0,0 0 0 0 0,0 0 1 0 0,1-1-1 0 0,-1 1 0 0 0,0 0 1 0 0,1 0-1 0 0,-1-1 0 0 0,1 1 0 0 0,-1-1 1 0 0,1 1-1 0 0,0 0 0 0 0,0-1 1 0 0,-1-1-1 0 0,2-5-1060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04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8 0 0,'-1'0'46'0'0,"1"0"0"0"0,0-1 0 0 0,0 1 0 0 0,0-1 0 0 0,0 1 0 0 0,0 0 0 0 0,0-1 0 0 0,0 1 0 0 0,0-1 0 0 0,1 1 0 0 0,-1 0 0 0 0,0-1 0 0 0,0 1 0 0 0,0-1 0 0 0,0 1 0 0 0,0 0 0 0 0,1-1 1 0 0,-1 1-1 0 0,0 0 0 0 0,0-1 0 0 0,1 1 0 0 0,-1 0 0 0 0,0 0 0 0 0,1-1 0 0 0,-1 1 0 0 0,0 0 0 0 0,1 0 0 0 0,-1-1 0 0 0,0 1 0 0 0,1 0 0 0 0,-1 0 0 0 0,0 0 0 0 0,1-1 0 0 0,-1 1 0 0 0,1 0 0 0 0,0 0 0 0 0,9 12 3758 0 0,6 25 2270 0 0,18 87 248 0 0,4 13-5862 0 0,-37-135-636 0 0,-1 1 1 0 0,1-1 0 0 0,0 0 0 0 0,1 0-1 0 0,-1 1 1 0 0,0-1 0 0 0,0 0 0 0 0,1 0-1 0 0,2 2 1 0 0,-4-4 93 0 0,0 0 1 0 0,0 1-1 0 0,0-1 0 0 0,1 0 0 0 0,-1 0 1 0 0,0 0-1 0 0,0 0 0 0 0,0 0 0 0 0,0 0 1 0 0,1 0-1 0 0,-1 0 0 0 0,0 0 1 0 0,0 0-1 0 0,0 0 0 0 0,1 0 0 0 0,-1 0 1 0 0,0 0-1 0 0,0 0 0 0 0,0 0 0 0 0,1 0 1 0 0,-1 0-1 0 0,0 0 0 0 0,0 0 0 0 0,0 0 1 0 0,1 0-1 0 0,-1 0 0 0 0,0 0 1 0 0,0 0-1 0 0,0 0 0 0 0,0 0 0 0 0,1-1 1 0 0,-1 1-1 0 0,0 0 0 0 0,0 0 0 0 0,0 0 1 0 0,1 0-1 0 0,4-16-2762 0 0,1-43-3826 0 0,-5 46 5799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04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1 151 8 0 0,'0'0'17'0'0,"1"-1"0"0"0,-1 1 0 0 0,1-1 0 0 0,-1 1 0 0 0,1-1 0 0 0,0 1 0 0 0,-1-1 0 0 0,1 1 0 0 0,0 0 0 0 0,-1-1 0 0 0,1 1 0 0 0,0 0 0 0 0,-1 0 1 0 0,1 0-1 0 0,0-1 0 0 0,0 1 0 0 0,-1 0 0 0 0,1 0 0 0 0,0 0 0 0 0,0 0 0 0 0,-1 0 0 0 0,1 0 0 0 0,0 0 0 0 0,1 1 0 0 0,-1-1 72 0 0,1 1 0 0 0,-1 0 1 0 0,1 0-1 0 0,0 0 0 0 0,-1 0 1 0 0,1 0-1 0 0,-1 0 0 0 0,0 0 0 0 0,1 1 1 0 0,0 1-1 0 0,5 5 531 0 0,-1 1 0 0 0,10 18 0 0 0,-12-20-501 0 0,19 42 111 0 0,-17-35 801 0 0,1 0 0 0 0,0 0-1 0 0,16 22 1 0 0,-23-36-966 0 0,0 0 0 0 0,0 0 0 0 0,0 0 1 0 0,0 0-1 0 0,0 1 0 0 0,0-1 0 0 0,0 0 0 0 0,0 0 0 0 0,0 0 0 0 0,1 0 0 0 0,-1 0 0 0 0,0 0 0 0 0,0 0 0 0 0,0 1 0 0 0,0-1 0 0 0,0 0 0 0 0,0 0 0 0 0,1 0 0 0 0,-1 0 0 0 0,0 0 0 0 0,0 0 1 0 0,0 0-1 0 0,0 0 0 0 0,0 0 0 0 0,1 0 0 0 0,-1 0 0 0 0,0 0 0 0 0,0 0 0 0 0,0 0 0 0 0,0 0 0 0 0,1 0 0 0 0,-1 0 0 0 0,0 0 0 0 0,0 0 0 0 0,0 0 0 0 0,0 0 0 0 0,0 0 0 0 0,1 0 0 0 0,-1 0 0 0 0,0 0 1 0 0,0 0-1 0 0,0-1 0 0 0,0 1 0 0 0,0 0 0 0 0,0 0 0 0 0,1 0 0 0 0,-1 0 0 0 0,0 0 0 0 0,0 0 0 0 0,0 0 0 0 0,0-1 0 0 0,0 1 0 0 0,0 0 0 0 0,4-14 1264 0 0,0-19-758 0 0,-4 31-453 0 0,1-59 478 0 0,-2 40-600 0 0,2 1 0 0 0,0-1 0 0 0,1 1 0 0 0,9-37 0 0 0,-11 55-5 0 0,1 0-1 0 0,0 0 1 0 0,-1 0 0 0 0,1 0 0 0 0,0 0-1 0 0,0 0 1 0 0,1 0 0 0 0,-1 0 0 0 0,0 1-1 0 0,0-1 1 0 0,1 0 0 0 0,-1 1 0 0 0,4-3 0 0 0,-4 3-1 0 0,0 1 1 0 0,0-1-1 0 0,0 0 1 0 0,0 1-1 0 0,1 0 1 0 0,-1-1-1 0 0,0 1 1 0 0,1 0-1 0 0,-1-1 1 0 0,0 1 0 0 0,1 0-1 0 0,-1 0 1 0 0,0 0-1 0 0,1 0 1 0 0,-1 0-1 0 0,0 1 1 0 0,2-1-1 0 0,4 3-36 0 0,1 0-1 0 0,-1 0 1 0 0,0 1-1 0 0,0 0 1 0 0,0 0-1 0 0,7 7 1 0 0,-7-6 21 0 0,0 0 1 0 0,1 0 0 0 0,10 4-1 0 0,-12-7 44 0 0,0 0-1 0 0,0 0 0 0 0,0-1 1 0 0,0 0-1 0 0,0 0 0 0 0,0-1 1 0 0,0 0-1 0 0,0 0 0 0 0,0 0 1 0 0,8-2-1 0 0,-12 2-5 0 0,0-1 0 0 0,-1 1 0 0 0,1-1-1 0 0,0 0 1 0 0,0 1 0 0 0,0-1 0 0 0,0 0 0 0 0,-1 0 0 0 0,1 0-1 0 0,0 0 1 0 0,-1 0 0 0 0,1-1 0 0 0,-1 1 0 0 0,0 0-1 0 0,1-1 1 0 0,-1 1 0 0 0,0-1 0 0 0,0 0 0 0 0,1 1-1 0 0,-2-1 1 0 0,1 0 0 0 0,0 1 0 0 0,0-1 0 0 0,0 0 0 0 0,-1 0-1 0 0,1 0 1 0 0,-1 0 0 0 0,1 0 0 0 0,-1 0 0 0 0,0 0-1 0 0,0 0 1 0 0,0 0 0 0 0,0 0 0 0 0,0 0 0 0 0,0 1-1 0 0,-1-4 1 0 0,1 4 48 0 0,0-1-1 0 0,-1 0 0 0 0,1 0 1 0 0,-1 0-1 0 0,1 0 0 0 0,-1 0 0 0 0,0 1 1 0 0,1-1-1 0 0,-1 0 0 0 0,0 0 1 0 0,0 1-1 0 0,0-1 0 0 0,0 1 1 0 0,-1-1-1 0 0,1 1 0 0 0,0-1 1 0 0,-1 1-1 0 0,1 0 0 0 0,-1 0 0 0 0,1-1 1 0 0,-1 1-1 0 0,1 0 0 0 0,-1 0 1 0 0,0 1-1 0 0,0-1 0 0 0,1 0 1 0 0,-1 1-1 0 0,0-1 0 0 0,0 1 1 0 0,0-1-1 0 0,0 1 0 0 0,0 0 1 0 0,-2 0-1 0 0,1 0 11 0 0,0 0 0 0 0,0 0 0 0 0,1 1 0 0 0,-1-1 0 0 0,1 1 1 0 0,-1 0-1 0 0,0 0 0 0 0,1 0 0 0 0,-1 0 0 0 0,1 0 0 0 0,0 0 0 0 0,-1 1 1 0 0,1-1-1 0 0,0 1 0 0 0,0 0 0 0 0,0-1 0 0 0,0 1 0 0 0,0 0 0 0 0,0 0 0 0 0,1 0 1 0 0,-1 1-1 0 0,1-1 0 0 0,-1 0 0 0 0,0 3 0 0 0,-1 3-50 0 0,0 1 1 0 0,1-1-1 0 0,0 1 0 0 0,1 0 1 0 0,0 0-1 0 0,0-1 0 0 0,1 1 1 0 0,0 0-1 0 0,1 0 0 0 0,2 13 1 0 0,1 1-40 0 0,1-1 1 0 0,14 39 0 0 0,-14-47 32 0 0,1 0 0 0 0,0-1 0 0 0,12 19 0 0 0,-16-29-30 0 0,0 0 1 0 0,1 1-1 0 0,-1-1 0 0 0,0 0 0 0 0,1-1 1 0 0,0 1-1 0 0,0 0 0 0 0,0-1 0 0 0,0 1 1 0 0,0-1-1 0 0,0 0 0 0 0,1 0 0 0 0,-1 0 1 0 0,1-1-1 0 0,0 1 0 0 0,-1-1 0 0 0,1 0 1 0 0,4 1-1 0 0,-5-2-30 0 0,-1-1 1 0 0,1 1 0 0 0,0-1 0 0 0,-1 0-1 0 0,1 1 1 0 0,0-1 0 0 0,-1 0 0 0 0,1-1-1 0 0,-1 1 1 0 0,0 0 0 0 0,1-1-1 0 0,-1 1 1 0 0,0-1 0 0 0,0 0 0 0 0,0 0-1 0 0,3-4 1 0 0,3-2-369 0 0,-1 0 0 0 0,11-18-1 0 0,-7 8 134 0 0,-1 0 0 0 0,-1-1 0 0 0,-1 0 0 0 0,-1 0-1 0 0,0-1 1 0 0,-2 0 0 0 0,0-1 0 0 0,-1 1 0 0 0,-1-1 0 0 0,-1 1-1 0 0,0-26 1 0 0,-3 39 427 0 0,1 3-22 0 0,0 0 1 0 0,0-1-1 0 0,0 1 0 0 0,-1 0 0 0 0,0 0 0 0 0,0-1 1 0 0,0 1-1 0 0,0 0 0 0 0,-1 0 0 0 0,-3-7 1 0 0,-1 9 476 0 0,4 10-214 0 0,5 10 66 0 0,4-7-346 0 0,0-1 0 0 0,1 0 1 0 0,-1-1-1 0 0,2 0 0 0 0,16 15 0 0 0,-15-16-3 0 0,-1 1 0 0 0,0 0 0 0 0,-1 0 0 0 0,0 1 0 0 0,12 18 0 0 0,-19-24-79 0 0,1-1-1 0 0,0 1 1 0 0,-1 0 0 0 0,0 0 0 0 0,0 0 0 0 0,0 0 0 0 0,0 0-1 0 0,-1 0 1 0 0,0 1 0 0 0,0-1 0 0 0,0 0 0 0 0,0 0 0 0 0,0 0-1 0 0,-1 0 1 0 0,0 0 0 0 0,0 0 0 0 0,0 0 0 0 0,0 0 0 0 0,-1 0-1 0 0,0 0 1 0 0,-3 6 0 0 0,3-6-62 0 0,-1-1 0 0 0,1 1 0 0 0,-1-1 0 0 0,1 0 0 0 0,-1 0 0 0 0,0 0 0 0 0,0 0 0 0 0,0-1 0 0 0,-1 1 0 0 0,1-1 0 0 0,0 0 1 0 0,-1 1-1 0 0,0-2 0 0 0,1 1 0 0 0,-1 0 0 0 0,0-1 0 0 0,-7 2 0 0 0,8-2-451 0 0,-1-1 1 0 0,1 1 0 0 0,-1-1-1 0 0,1 0 1 0 0,-1 0 0 0 0,1-1-1 0 0,-1 1 1 0 0,1 0 0 0 0,-1-1-1 0 0,1 0 1 0 0,0 0-1 0 0,-1 0 1 0 0,-3-2 0 0 0,-5-4-2334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05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8 928 0 0,'-8'0'1216'0'0,"-1"0"1721"0"0,5 0-2097 0 0,0 2 657 0 0,1 0-577 0 0,2-2 48 0 0,-1 0-152 0 0,2-2-648 0 0,3 2-168 0 0,0-2-56 0 0,2 2 16 0 0,2-1-40 0 0,-1 1-184 0 0,2-2-520 0 0,0 1-176 0 0,2-1-1673 0 0,1 0 1345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06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69 238 8 0 0,'-5'-2'260'0'0,"-1"-1"0"0"0,1 1 0 0 0,0-1 0 0 0,0-1 0 0 0,0 1 0 0 0,0-1 0 0 0,0 0 0 0 0,1 0 1 0 0,0 0-1 0 0,0 0 0 0 0,0-1 0 0 0,-6-9 0 0 0,9 2 3661 0 0,9 13-1022 0 0,10 13-281 0 0,-11-3-2263 0 0,-1 0 0 0 0,-1 0 0 0 0,0 0 0 0 0,-1 1 0 0 0,0 0 0 0 0,-1 0 0 0 0,2 12 0 0 0,5 14-141 0 0,-7-26-186 0 0,1 0 38 0 0,-1 0 0 0 0,2 0 0 0 0,11 22 0 0 0,-16-33-61 0 0,1-1-1 0 0,-1 0 1 0 0,1 1 0 0 0,-1-1 0 0 0,1 0 0 0 0,-1 1-1 0 0,1-1 1 0 0,-1 0 0 0 0,1 0 0 0 0,0 0-1 0 0,-1 1 1 0 0,1-1 0 0 0,-1 0 0 0 0,1 0 0 0 0,0 0-1 0 0,-1 0 1 0 0,1 0 0 0 0,0 0 0 0 0,-1 0 0 0 0,1 0-1 0 0,-1-1 1 0 0,1 1 0 0 0,0 0 0 0 0,-1 0-1 0 0,1 0 1 0 0,-1-1 0 0 0,1 1 0 0 0,-1 0 0 0 0,1 0-1 0 0,-1-1 1 0 0,1 1 0 0 0,-1-1 0 0 0,1 1 0 0 0,-1 0-1 0 0,1-1 1 0 0,-1 1 0 0 0,1-2 0 0 0,19-17 191 0 0,-20 19-190 0 0,15-17 100 0 0,-1 0 0 0 0,-1-1 0 0 0,0-1 0 0 0,-2 1 0 0 0,0-2 1 0 0,16-39-1 0 0,-26 54-71 0 0,0 0 0 0 0,0 0 0 0 0,0 0 0 0 0,-1-1 0 0 0,0-8 0 0 0,0 14-17 0 0,0 0 0 0 0,-1 1 0 0 0,1-1 0 0 0,-1 0 0 0 0,1 1 0 0 0,0-1 0 0 0,-1 0 0 0 0,1 1 0 0 0,0-1 0 0 0,-1 1 0 0 0,1-1 0 0 0,0 1 0 0 0,0-1 0 0 0,0 1 0 0 0,-1-1 0 0 0,1 1 0 0 0,0-1 0 0 0,0 1 0 0 0,0-1 0 0 0,0 1 0 0 0,0-1 0 0 0,0 1 0 0 0,0-1 0 0 0,0 1 0 0 0,0 0 0 0 0,-3 18 168 0 0,3-11-143 0 0,0 0 0 0 0,0-1 0 0 0,1 1 1 0 0,0 0-1 0 0,0 0 0 0 0,1 0 0 0 0,0-1 0 0 0,5 14 0 0 0,4 4-32 0 0,17 29-1 0 0,7 16-82 0 0,-30-57 74 0 0,-1 0 0 0 0,0 0 0 0 0,-1 1 0 0 0,0-1 0 0 0,-2 1 0 0 0,1 0 0 0 0,-1-1 0 0 0,-1 1 0 0 0,-3 23 0 0 0,2-29-19 0 0,0-1 0 0 0,0 0 0 0 0,-1 1 0 0 0,-1-1 0 0 0,1 0 1 0 0,-1 0-1 0 0,0 0 0 0 0,0 0 0 0 0,-1-1 0 0 0,0 0 0 0 0,-1 1 1 0 0,1-1-1 0 0,-1 0 0 0 0,0-1 0 0 0,0 0 0 0 0,-1 1 0 0 0,1-1 1 0 0,-1-1-1 0 0,-9 6 0 0 0,10-8 4 0 0,1 1 1 0 0,-1-1 0 0 0,0-1-1 0 0,0 1 1 0 0,1-1-1 0 0,-1 0 1 0 0,0 0 0 0 0,-1 0-1 0 0,1-1 1 0 0,-10 1-1 0 0,14-1 11 0 0,0-1 0 0 0,-1 1 0 0 0,1 0 0 0 0,-1 0 0 0 0,1-1 0 0 0,-1 1 0 0 0,1 0 0 0 0,0-1 0 0 0,-1 0 0 0 0,1 1 0 0 0,0-1 0 0 0,-1 0 0 0 0,1 1 0 0 0,0-1 0 0 0,0 0 0 0 0,0 0-1 0 0,0 0 1 0 0,0 0 0 0 0,0 0 0 0 0,0 0 0 0 0,0-1 0 0 0,0 1 0 0 0,0 0 0 0 0,1 0 0 0 0,-1-1 0 0 0,0 1 0 0 0,1 0 0 0 0,-1-1 0 0 0,1 1 0 0 0,0-1 0 0 0,-1 1 0 0 0,1 0 0 0 0,0-1 0 0 0,0 1 0 0 0,0-1-1 0 0,0 1 1 0 0,0-1 0 0 0,0 1 0 0 0,0-1 0 0 0,1 1 0 0 0,-1-2 0 0 0,5-21 23 0 0,1 1 0 0 0,0 0 0 0 0,2 0 0 0 0,12-27-1 0 0,51-85-56 0 0,-4 7 48 0 0,-61 114-6 0 0,1 1 0 0 0,0 0 0 0 0,1 0 0 0 0,0 0 1 0 0,1 1-1 0 0,0 0 0 0 0,1 0 0 0 0,15-13 0 0 0,-21 26 138 0 0,-1 9-61 0 0,-1 14 0 0 0,-2-20-57 0 0,2 32 9 0 0,-1-16 110 0 0,0-1 1 0 0,1 1 0 0 0,0 0 0 0 0,2-1-1 0 0,1 1 1 0 0,8 22 0 0 0,-12-39-93 0 0,0-1 0 0 0,0 0 1 0 0,0 0-1 0 0,0 0 0 0 0,1 0 0 0 0,-1 0 1 0 0,1 0-1 0 0,0 0 0 0 0,-1 0 0 0 0,1 0 1 0 0,0-1-1 0 0,0 1 0 0 0,0-1 0 0 0,0 1 1 0 0,0-1-1 0 0,4 2 0 0 0,-4-3-29 0 0,-1 0-1 0 0,1 1 1 0 0,-1-1-1 0 0,1 0 1 0 0,-1 0-1 0 0,1 0 1 0 0,-1-1 0 0 0,1 1-1 0 0,-1 0 1 0 0,0 0-1 0 0,1-1 1 0 0,-1 1-1 0 0,1-1 1 0 0,-1 1-1 0 0,0-1 1 0 0,1 0 0 0 0,-1 1-1 0 0,0-1 1 0 0,0 0-1 0 0,1 0 1 0 0,-1 0-1 0 0,0 0 1 0 0,0 0-1 0 0,0 0 1 0 0,0 0 0 0 0,0 0-1 0 0,-1 0 1 0 0,2-3-1 0 0,5-5-2 0 0,-1-1-1 0 0,0 0 0 0 0,-1 0 1 0 0,0-1-1 0 0,-1 1 1 0 0,0-1-1 0 0,0 0 0 0 0,2-17 1 0 0,-5 23-13 0 0,0-1-1 0 0,-1 1 1 0 0,0 0 0 0 0,0-1-1 0 0,0 1 1 0 0,-1-1 0 0 0,0 1-1 0 0,0 0 1 0 0,0-1 0 0 0,0 1 0 0 0,-1 0-1 0 0,0 0 1 0 0,0 0 0 0 0,0 0-1 0 0,-1 1 1 0 0,0-1 0 0 0,0 0-1 0 0,0 1 1 0 0,0 0 0 0 0,-5-5 0 0 0,7 8-9 0 0,-6-6-42 0 0,-1-1 0 0 0,-1 1 0 0 0,-9-7 0 0 0,15 12 34 0 0,1 1-1 0 0,-1-1 1 0 0,0 1 0 0 0,1 0-1 0 0,-1 0 1 0 0,0 0 0 0 0,0 0 0 0 0,0 0-1 0 0,1 1 1 0 0,-1-1 0 0 0,0 1-1 0 0,0 0 1 0 0,0 0 0 0 0,0 0-1 0 0,0 0 1 0 0,-6 1 0 0 0,4 1-65 0 0,9 0 68 0 0,10-3-26 0 0,-6-2 35 0 0,-1-1 1 0 0,0 0 0 0 0,0 0-1 0 0,0-1 1 0 0,7-5-1 0 0,-8 5 4 0 0,0 0 0 0 0,0 1-1 0 0,1 0 1 0 0,-1 0-1 0 0,15-6 1 0 0,-19 10-7 0 0,1-1 1 0 0,-1 1-1 0 0,0 0 0 0 0,1-1 1 0 0,-1 1-1 0 0,1 0 0 0 0,-1 0 1 0 0,0 0-1 0 0,1 1 0 0 0,-1-1 1 0 0,1 1-1 0 0,-1-1 0 0 0,0 1 1 0 0,1 0-1 0 0,-1 0 0 0 0,0 0 1 0 0,0 0-1 0 0,0 0 0 0 0,0 0 1 0 0,0 1-1 0 0,0-1 0 0 0,0 1 1 0 0,2 2-1 0 0,3 4-10 0 0,0 0 0 0 0,0 0 0 0 0,-1 1 0 0 0,-1 0 0 0 0,1 0 0 0 0,-2 0 0 0 0,1 1 0 0 0,4 13 0 0 0,-6-12 20 0 0,2-1 0 0 0,-1 0 0 0 0,1 0 0 0 0,1-1 0 0 0,-1 1 0 0 0,2-1 0 0 0,7 9-1 0 0,-13-18-11 0 0,-1 1 0 0 0,0-1 0 0 0,1 1 0 0 0,-1-1 0 0 0,1 0-1 0 0,-1 1 1 0 0,1-1 0 0 0,-1 0 0 0 0,1 0 0 0 0,-1 1-1 0 0,1-1 1 0 0,-1 0 0 0 0,1 0 0 0 0,-1 0 0 0 0,1 0-1 0 0,-1 0 1 0 0,1 1 0 0 0,-1-1 0 0 0,1 0 0 0 0,0 0 0 0 0,-1 0-1 0 0,1-1 1 0 0,-1 1 0 0 0,1 0 0 0 0,-1 0 0 0 0,1 0-1 0 0,-1 0 1 0 0,1 0 0 0 0,-1-1 0 0 0,1 1 0 0 0,-1 0-1 0 0,2-1 1 0 0,-1 0 2 0 0,1-1 0 0 0,0 0-1 0 0,0 1 1 0 0,0-1 0 0 0,-1 0 0 0 0,1 0-1 0 0,-1 0 1 0 0,2-3 0 0 0,1-2-7 0 0,0-1 0 0 0,0 0 0 0 0,4-15 0 0 0,-2-11 49 0 0,-1 0 1 0 0,-2 0 0 0 0,-1-63 0 0 0,-2 78-35 0 0,3 12 27 0 0,3 12-19 0 0,8 15-20 0 0,-12-17-1 0 0,10 15-16 0 0,0 0 0 0 0,2-1 1 0 0,28 27-1 0 0,-33-36-5 0 0,1 0 0 0 0,0-1 0 0 0,1 0 0 0 0,-1 0 0 0 0,1-2 0 0 0,0 1 0 0 0,1-1 0 0 0,12 3 0 0 0,-13-4-821 0 0,1-1 0 0 0,24 2 0 0 0,3-5-9431 0 0,-33-2 6668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10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1 131 8 0 0,'0'2'104'0'0,"0"-1"1"0"0,0 0-1 0 0,0 0 0 0 0,0 1 1 0 0,1-1-1 0 0,-1 0 0 0 0,0 0 1 0 0,1 0-1 0 0,-1 1 1 0 0,1-1-1 0 0,0 0 0 0 0,-1 0 1 0 0,1 0-1 0 0,0 0 0 0 0,0 0 1 0 0,-1 0-1 0 0,1 0 0 0 0,0 0 1 0 0,0 0-1 0 0,0-1 0 0 0,0 1 1 0 0,0 0-1 0 0,0-1 1 0 0,0 1-1 0 0,1 0 0 0 0,-1-1 1 0 0,0 1-1 0 0,0-1 0 0 0,2 1 1 0 0,0-2 105 0 0,-1 1 0 0 0,0-1-1 0 0,1 0 1 0 0,-1 0 0 0 0,0 0 0 0 0,0 0 0 0 0,0 0 0 0 0,0 0 0 0 0,0 0 0 0 0,0-1 0 0 0,0 1 0 0 0,0-1 0 0 0,0 0 0 0 0,-1 1-1 0 0,3-4 1 0 0,91-109 4189 0 0,-85 98-3546 0 0,-10 9-172 0 0,-8 8-96 0 0,7 0-456 0 0,0 0-1 0 0,0 0 1 0 0,0 0 0 0 0,0 0-1 0 0,1 1 1 0 0,-1-1 0 0 0,0 0 0 0 0,1 0-1 0 0,-1 0 1 0 0,1 1 0 0 0,-1-1 0 0 0,1 0-1 0 0,0 1 1 0 0,0-1 0 0 0,-1 0 0 0 0,1 1-1 0 0,0-1 1 0 0,0 0 0 0 0,0 1 0 0 0,1 1-1 0 0,2 33 1042 0 0,-2-32-1072 0 0,16 88 413 0 0,41 123 0 0 0,-50-194-1037 0 0,-8-21 505 0 0,0 0 1 0 0,0 0-1 0 0,0 0 0 0 0,0 0 0 0 0,0 0 1 0 0,0 0-1 0 0,0 1 0 0 0,0-1 1 0 0,0 0-1 0 0,0 0 0 0 0,0 0 1 0 0,0 0-1 0 0,0 0 0 0 0,0 0 1 0 0,0 0-1 0 0,0 0 0 0 0,0 0 1 0 0,0 0-1 0 0,1 0 0 0 0,-1 0 1 0 0,0 0-1 0 0,0 0 0 0 0,0 0 1 0 0,0 0-1 0 0,0 0 0 0 0,0 0 1 0 0,0 0-1 0 0,0 0 0 0 0,0 0 1 0 0,0 0-1 0 0,0 0 0 0 0,0 0 1 0 0,0 0-1 0 0,1 0 0 0 0,-1 0 0 0 0,0 0 1 0 0,0 0-1 0 0,0 0 0 0 0,0 0 1 0 0,0 0-1 0 0,0 0 0 0 0,0 0 1 0 0,0 0-1 0 0,0 0 0 0 0,0 0 1 0 0,0 0-1 0 0,0 0 0 0 0,0 0 1 0 0,0 0-1 0 0,0 0 0 0 0,1 0 1 0 0,-1 0-1 0 0,0 0 0 0 0,0 0 1 0 0,0 0-1 0 0,0 0 0 0 0,0 0 1 0 0,0-1-1 0 0,0 1 0 0 0,0 0 1 0 0,0 0-1 0 0,0 0 0 0 0,0 0 1 0 0,1-13-1989 0 0,-1 9 806 0 0,0 1 0 0 0,-1-1 0 0 0,1 1 1 0 0,-1-1-1 0 0,0 1 0 0 0,-2-7 1 0 0,1 7-144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10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29 8 0 0,'-1'0'50'0'0,"1"1"-1"0"0,-1-1 1 0 0,1 0-1 0 0,-1 1 1 0 0,1-1-1 0 0,0 0 1 0 0,-1 1 0 0 0,1-1-1 0 0,0 1 1 0 0,-1-1-1 0 0,1 0 1 0 0,0 1-1 0 0,0-1 1 0 0,-1 1 0 0 0,1-1-1 0 0,0 1 1 0 0,0-1-1 0 0,0 1 1 0 0,0-1 0 0 0,-1 1-1 0 0,1-1 1 0 0,0 1-1 0 0,0-1 1 0 0,0 1-1 0 0,0-1 1 0 0,0 1 0 0 0,0-1-1 0 0,0 1 1 0 0,1 0-1 0 0,0 0 166 0 0,-1-1-1 0 0,1 1 0 0 0,0-1 0 0 0,0 1 1 0 0,-1-1-1 0 0,1 1 0 0 0,0-1 1 0 0,0 0-1 0 0,0 1 0 0 0,-1-1 0 0 0,1 0 1 0 0,0 0-1 0 0,0 0 0 0 0,0 0 0 0 0,1 0 1 0 0,43-2 6264 0 0,-40 1-6083 0 0,95-7 1558 0 0,71-9-1299 0 0,-147 16-676 0 0,-19 1-163 0 0,0 0-1 0 0,-1 0 1 0 0,1-1-1 0 0,0 1 1 0 0,0-1 0 0 0,8-3-1 0 0,-13 4 68 0 0,0 0 0 0 0,0 0 0 0 0,0 0 0 0 0,0-1 0 0 0,0 1 0 0 0,0 0-1 0 0,0 0 1 0 0,0 0 0 0 0,0 0 0 0 0,0-1 0 0 0,0 1 0 0 0,0 0 0 0 0,0 0 0 0 0,0 0 0 0 0,0 0 0 0 0,0-1 0 0 0,0 1 0 0 0,0 0-1 0 0,0 0 1 0 0,0 0 0 0 0,0 0 0 0 0,-1-1 0 0 0,1 1 0 0 0,0 0 0 0 0,0 0 0 0 0,0 0 0 0 0,0 0 0 0 0,0 0 0 0 0,0-1-1 0 0,-1 1 1 0 0,1 0 0 0 0,0 0 0 0 0,0 0 0 0 0,0 0 0 0 0,0 0 0 0 0,-1 0 0 0 0,1 0 0 0 0,0 0 0 0 0,0 0 0 0 0,0 0-1 0 0,0 0 1 0 0,-1 0 0 0 0,1 0 0 0 0,-9-5-3281 0 0,3 2 1957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13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8 0 0,'2'-8'1701'0'0,"3"9"2059"0"0,4 13 1893 0 0,-7-5-3910 0 0,11 25 361 0 0,-13-33-2124 0 0,1 1 0 0 0,-1-1 0 0 0,1 0-1 0 0,-1 0 1 0 0,1 0 0 0 0,0 0 0 0 0,0 0 0 0 0,-1 0 0 0 0,1 0 0 0 0,0 0 0 0 0,0 0 0 0 0,0 0 0 0 0,0-1 0 0 0,0 1 0 0 0,0 0 0 0 0,1-1 0 0 0,-1 1 0 0 0,0-1-1 0 0,0 1 1 0 0,0-1 0 0 0,0 1 0 0 0,1-1 0 0 0,1 0 0 0 0,-2-1-386 0 0,0 0 1 0 0,0-1-1 0 0,0 1 1 0 0,0 0-1 0 0,-1-1 0 0 0,1 0 1 0 0,0 1-1 0 0,-1-1 1 0 0,1 1-1 0 0,-1-1 0 0 0,1 0 1 0 0,-1 1-1 0 0,0-1 1 0 0,0-2-1 0 0,2-4-3709 0 0,0 4 1771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14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12 8 0 0,'-2'-3'0'0'0,"0"-2"0"0"0,2 3 0 0 0,0 1 0 0 0,2 1 0 0 0,1 1 0 0 0,-1 2 0 0 0,1 1 0 0 0,0 0 0 0 0,-1 1 0 0 0,0 0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14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29 8 0 0,'-3'-29'7666'0'0,"12"41"-4323"0"0,-2 6-2911 0 0,-1 1-1 0 0,0 0 1 0 0,2 22-1 0 0,4 16-358 0 0,-1-16-64 0 0,-5-15-103 0 0,0 0 1 0 0,2-1-1 0 0,1 0 0 0 0,1 0 0 0 0,21 37 1 0 0,-16-48-1281 0 0,-14-13 1200 0 0,-1-1 0 0 0,1 0 1 0 0,-1 0-1 0 0,1 1 0 0 0,-1-1 1 0 0,0 0-1 0 0,1 0 0 0 0,-1 0 1 0 0,1 0-1 0 0,-1 0 0 0 0,1 0 1 0 0,-1 0-1 0 0,1 0 0 0 0,-1 0 1 0 0,1 0-1 0 0,-1 0 0 0 0,1 0 1 0 0,-1 0-1 0 0,1 0 0 0 0,-1 0 0 0 0,1 0 1 0 0,-1-1-1 0 0,1 1 0 0 0,-1 0 1 0 0,1 0-1 0 0,-1 0 0 0 0,0-1 1 0 0,1 1-1 0 0,-1 0 0 0 0,1-1 1 0 0,-1 1-1 0 0,0 0 0 0 0,1-1 1 0 0,-1 1-1 0 0,0-1 0 0 0,0 1 1 0 0,1-1-1 0 0,1-3-1730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15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8 0 0,'15'0'192'0'0,"-1"1"-96"0"0,4-1 816 0 0,-2 2-8 0 0,4-2-7 0 0,-1-3-465 0 0,-1 1 24 0 0,1-1-272 0 0,1 0-72 0 0,-3-1-80 0 0,0 3-32 0 0,-1-1-512 0 0,-2 0-584 0 0,-2 2 327 0 0,1 0-351 0 0,-5 0 424 0 0,-2 2 680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15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1 144 0 0,'-3'10'8974'0'0,"2"2"-6720"0"0,4 33-1562 0 0,-4-77-7500 0 0,0 21 5841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16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7 135 8 0 0,'0'0'11'0'0,"0"0"0"0"0,-1 0 0 0 0,1 0 0 0 0,0 1 0 0 0,0-1 0 0 0,0 0 0 0 0,0 0 0 0 0,0 0 0 0 0,0 0 0 0 0,-1 0 0 0 0,1 0 0 0 0,0 0 0 0 0,0 0 0 0 0,0 0 0 0 0,0 0 0 0 0,0 0 0 0 0,-1 0 0 0 0,1 0 0 0 0,0 0 0 0 0,0 0 0 0 0,0 0 0 0 0,0 0 0 0 0,-1 0 0 0 0,1 0 0 0 0,0 0 0 0 0,0 0 0 0 0,0 0 0 0 0,0 0 0 0 0,0 0 0 0 0,0 0 0 0 0,-1 0 0 0 0,1 0 0 0 0,0-1 0 0 0,0 1 0 0 0,0 0 0 0 0,0 0 0 0 0,0 0 0 0 0,0 0 0 0 0,-1 0 0 0 0,1 0 0 0 0,0 0 0 0 0,0-1 0 0 0,0 1 0 0 0,0 0 0 0 0,0 0 0 0 0,0 0 0 0 0,0 0 0 0 0,0 0 0 0 0,0 0 0 0 0,0-1 0 0 0,0 1 0 0 0,1-12 1269 0 0,9-11 789 0 0,3 0 1649 0 0,-11 19-3489 0 0,1-1-1 0 0,-1 1 1 0 0,1-1 0 0 0,0 1 0 0 0,0 0-1 0 0,0 0 1 0 0,1 0 0 0 0,-1 0 0 0 0,1 1-1 0 0,0-1 1 0 0,0 1 0 0 0,0 0 0 0 0,0 0 0 0 0,1 1-1 0 0,-1-1 1 0 0,11-3 0 0 0,-9 4-128 0 0,1 0-1 0 0,-1 1 1 0 0,1-1 0 0 0,0 1 0 0 0,-1 0 0 0 0,11 1 0 0 0,-15 0-74 0 0,0 0 0 0 0,0 0 1 0 0,-1 1-1 0 0,1-1 0 0 0,0 1 1 0 0,0 0-1 0 0,-1-1 1 0 0,1 1-1 0 0,-1 0 0 0 0,1 0 1 0 0,-1 0-1 0 0,1 0 0 0 0,-1 0 1 0 0,0 0-1 0 0,1 0 1 0 0,-1 1-1 0 0,0-1 0 0 0,0 0 1 0 0,0 1-1 0 0,0-1 0 0 0,0 1 1 0 0,0-1-1 0 0,0 1 0 0 0,0 0 1 0 0,-1-1-1 0 0,1 1 1 0 0,-1 0-1 0 0,1-1 0 0 0,-1 1 1 0 0,0 0-1 0 0,1 2 0 0 0,1 12-67 0 0,-1 0 0 0 0,-1 0 0 0 0,0 0-1 0 0,-1 0 1 0 0,0 0 0 0 0,-1-1-1 0 0,-1 1 1 0 0,-6 17 0 0 0,3-12 2 0 0,-2-1 0 0 0,0 0 1 0 0,-1 0-1 0 0,-1-1 1 0 0,-18 26-1 0 0,22-39 18 0 0,-7 10 85 0 0,13-16-66 0 0,-1 0 1 0 0,1 1-1 0 0,0-1 0 0 0,-1 0 0 0 0,1 1 1 0 0,0-1-1 0 0,-1 0 0 0 0,1 1 1 0 0,0-1-1 0 0,0 1 0 0 0,0-1 0 0 0,-1 1 1 0 0,1-1-1 0 0,0 0 0 0 0,0 1 1 0 0,0-1-1 0 0,0 1 0 0 0,0-1 0 0 0,0 1 1 0 0,0-1-1 0 0,0 1 0 0 0,0-1 1 0 0,0 1-1 0 0,0-1 0 0 0,0 1 0 0 0,1 0 1 0 0,-1-1 4 0 0,1 1 0 0 0,0-1 0 0 0,0 0 0 0 0,0 0 0 0 0,0 1 0 0 0,0-1 0 0 0,0 0 0 0 0,0 0 0 0 0,0 0 0 0 0,0 0 0 0 0,0 0 1 0 0,0 0-1 0 0,-1 0 0 0 0,1 0 0 0 0,0 0 0 0 0,0-1 0 0 0,0 1 0 0 0,0 0 0 0 0,1-1 0 0 0,18-7 174 0 0,-19 8-149 0 0,7-4-170 0 0,86-38 1187 0 0,-32 12-6028 0 0,-55 27 2305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17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70 8 0 0,'-3'-3'313'0'0,"-1"1"0"0"0,0-1 0 0 0,0 1 0 0 0,0 0 0 0 0,0 0 0 0 0,-1 0 0 0 0,1 1 0 0 0,-1 0 0 0 0,1-1 0 0 0,-6 1 0 0 0,3-1 300 0 0,-1 1 0 0 0,1 0 0 0 0,0 1 0 0 0,-1 0 0 0 0,-11 1 1 0 0,17 0-547 0 0,-1-1 0 0 0,1 1 0 0 0,0 0 0 0 0,0 0 1 0 0,0 0-1 0 0,0 0 0 0 0,0 0 0 0 0,0 0 0 0 0,0 0 1 0 0,1 0-1 0 0,-1 1 0 0 0,0-1 0 0 0,1 1 0 0 0,-1 0 1 0 0,1-1-1 0 0,-2 3 0 0 0,0 1-30 0 0,1-1-1 0 0,-1 1 0 0 0,1-1 1 0 0,0 1-1 0 0,1 0 1 0 0,-3 9-1 0 0,2 0-2 0 0,0-1-1 0 0,1 0 1 0 0,1 1 0 0 0,1 21-1 0 0,0-30 66 0 0,0 0 0 0 0,0 0-1 0 0,0 0 1 0 0,0 0-1 0 0,1 0 1 0 0,0-1 0 0 0,0 1-1 0 0,0-1 1 0 0,3 6 0 0 0,-4-9-53 0 0,0 0 1 0 0,-1 0 0 0 0,1 0-1 0 0,0 0 1 0 0,0-1-1 0 0,0 1 1 0 0,0 0-1 0 0,0 0 1 0 0,0 0 0 0 0,0-1-1 0 0,0 1 1 0 0,0 0-1 0 0,0-1 1 0 0,0 1 0 0 0,1-1-1 0 0,-1 0 1 0 0,0 1-1 0 0,0-1 1 0 0,1 0 0 0 0,-1 0-1 0 0,0 0 1 0 0,0 1-1 0 0,1-1 1 0 0,-1-1-1 0 0,0 1 1 0 0,0 0 0 0 0,1 0-1 0 0,-1 0 1 0 0,0-1-1 0 0,0 1 1 0 0,1 0 0 0 0,-1-1-1 0 0,0 1 1 0 0,0-1-1 0 0,0 0 1 0 0,0 1-1 0 0,0-1 1 0 0,0 0 0 0 0,0 0-1 0 0,2-1 1 0 0,2-3 52 0 0,0 0 1 0 0,0 0 0 0 0,-1 0-1 0 0,0 0 1 0 0,0-1-1 0 0,0 0 1 0 0,0 0-1 0 0,-1 0 1 0 0,4-10-1 0 0,3-9 475 0 0,6-30 0 0 0,-9 27-145 0 0,-1-4 112 0 0,-6 27-397 0 0,0 0 1 0 0,1 0-1 0 0,0 0 1 0 0,0 1-1 0 0,0-1 1 0 0,1 0-1 0 0,3-8 1 0 0,-4 13-132 0 0,-1-1 0 0 0,1 1 1 0 0,-1 0-1 0 0,1-1 0 0 0,-1 1 1 0 0,1 0-1 0 0,-1 0 0 0 0,1-1 0 0 0,-1 1 1 0 0,1 0-1 0 0,0 0 0 0 0,-1 0 1 0 0,1 0-1 0 0,0 0 0 0 0,-1 0 1 0 0,1 0-1 0 0,-1 0 0 0 0,1 0 1 0 0,0 0-1 0 0,-1 0 0 0 0,1 0 0 0 0,-1 0 1 0 0,1 0-1 0 0,0 0 0 0 0,-1 1 1 0 0,1-1-1 0 0,-1 0 0 0 0,1 0 1 0 0,-1 1-1 0 0,1-1 0 0 0,-1 1 1 0 0,1-1-1 0 0,-1 0 0 0 0,1 1 1 0 0,-1-1-1 0 0,1 1 0 0 0,-1-1 0 0 0,0 1 1 0 0,1 0-1 0 0,19 20 148 0 0,-20-21-161 0 0,12 16 12 0 0,0 1 0 0 0,-2 0-1 0 0,0 1 1 0 0,-1 0-1 0 0,-1 0 1 0 0,0 1 0 0 0,-2 0-1 0 0,0 0 1 0 0,-1 1 0 0 0,-1 0-1 0 0,-1-1 1 0 0,0 2 0 0 0,-2-1-1 0 0,0 0 1 0 0,-2 0 0 0 0,0 0-1 0 0,-1 0 1 0 0,-5 23 0 0 0,5-37-28 0 0,0 0 0 0 0,-1-1 1 0 0,1 1-1 0 0,-1-1 0 0 0,0 1 1 0 0,-1-1-1 0 0,1 0 1 0 0,-1 0-1 0 0,0 0 0 0 0,0-1 1 0 0,-1 1-1 0 0,1-1 1 0 0,-1 0-1 0 0,0 0 0 0 0,-9 5 1 0 0,9-6-345 0 0,0-1 0 0 0,0 1 0 0 0,0-1 0 0 0,-1 0 0 0 0,1-1 0 0 0,-1 1 0 0 0,-9 0 0 0 0,11-1-474 0 0,-1-1 0 0 0,1 0 0 0 0,0 0 0 0 0,0-1 0 0 0,0 1 0 0 0,0-1 0 0 0,-1 0 1 0 0,1 0-1 0 0,0 0 0 0 0,-7-4 0 0 0,5 2-670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17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0 192 0 0,'3'8'1976'0'0,"0"-1"1"0"0,0 1-1 0 0,1-1 0 0 0,5 7 0 0 0,4 5 177 0 0,22 21 0 0 0,11 16-1346 0 0,30 56-1738 0 0,-76-123-4823 0 0,-5-8 2053 0 0,0-2 1097 0 0,2 8 1944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18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6 302 272 0 0,'-2'-18'650'0'0,"0"6"356"0"0,1-1-1 0 0,0 0 0 0 0,1 1 1 0 0,3-25-1 0 0,-3 37-949 0 0,0-1 1 0 0,0 1-1 0 0,0-1 0 0 0,0 1 0 0 0,0-1 0 0 0,0 1 0 0 0,0 0 0 0 0,1-1 1 0 0,-1 1-1 0 0,0-1 0 0 0,0 1 0 0 0,0 0 0 0 0,1-1 0 0 0,-1 1 0 0 0,0-1 0 0 0,0 1 1 0 0,1 0-1 0 0,-1 0 0 0 0,0-1 0 0 0,1 1 0 0 0,-1 0 0 0 0,0-1 0 0 0,1 1 1 0 0,-1 0-1 0 0,0 0 0 0 0,1 0 0 0 0,-1-1 0 0 0,1 1 0 0 0,-1 0 0 0 0,1 0 1 0 0,-1 0-1 0 0,1 0 0 0 0,14 7 1102 0 0,11 19-284 0 0,-6 0-369 0 0,22 27-162 0 0,-38-49-140 0 0,0 1-1 0 0,1-1 1 0 0,0 0-1 0 0,0 0 0 0 0,0 0 1 0 0,0-1-1 0 0,11 6 0 0 0,-15-9-161 0 0,-1 0 0 0 0,0 0-1 0 0,1 0 1 0 0,-1 1 0 0 0,1-1-1 0 0,-1 0 1 0 0,1 0-1 0 0,-1 0 1 0 0,1 0 0 0 0,-1 0-1 0 0,0 0 1 0 0,1 0 0 0 0,-1-1-1 0 0,1 1 1 0 0,-1 0 0 0 0,1 0-1 0 0,-1 0 1 0 0,0 0 0 0 0,1 0-1 0 0,-1-1 1 0 0,1 1-1 0 0,-1 0 1 0 0,0 0 0 0 0,1-1-1 0 0,-1 1 1 0 0,0 0 0 0 0,1-1-1 0 0,-1 1 1 0 0,0 0 0 0 0,1-1-1 0 0,-1 1 1 0 0,8-19 580 0 0,-3-21-209 0 0,-5 40-403 0 0,1-35 149 0 0,-1 22-134 0 0,0 1 0 0 0,1-1 1 0 0,0 1-1 0 0,6-21 0 0 0,-6 33-15 0 0,0 0-1 0 0,0-1 1 0 0,-1 1-1 0 0,1 0 1 0 0,0 0-1 0 0,0-1 1 0 0,0 1-1 0 0,0 0 1 0 0,0 0-1 0 0,0 0 1 0 0,0 0-1 0 0,0 1 1 0 0,0-1-1 0 0,0 0 1 0 0,0 0-1 0 0,2 1 1 0 0,-1 0 20 0 0,0-1 0 0 0,1 1 0 0 0,-1-1 0 0 0,1 0 0 0 0,-1 0 0 0 0,0 0 0 0 0,1 0 0 0 0,2-1 0 0 0,1-2 76 0 0,0 0 1 0 0,-1-1-1 0 0,1 1 1 0 0,-1-1-1 0 0,0-1 1 0 0,0 1-1 0 0,0-1 1 0 0,0 0-1 0 0,-1 0 1 0 0,0 0 0 0 0,0-1-1 0 0,0 1 1 0 0,-1-1-1 0 0,0 0 1 0 0,0 0-1 0 0,0 0 1 0 0,-1 0-1 0 0,0-1 1 0 0,0 1-1 0 0,-1-1 1 0 0,2-7-1 0 0,-3 14-92 0 0,0-1-1 0 0,0 1 1 0 0,0-1-1 0 0,0 1 0 0 0,0-1 1 0 0,0 1-1 0 0,0-1 0 0 0,0 1 1 0 0,-1-1-1 0 0,1 1 1 0 0,0-1-1 0 0,0 1 0 0 0,0-1 1 0 0,0 1-1 0 0,-1-1 0 0 0,1 1 1 0 0,0-1-1 0 0,-1 1 1 0 0,1-1-1 0 0,0 1 0 0 0,-1 0 1 0 0,1-1-1 0 0,0 1 1 0 0,-1-1-1 0 0,1 1 0 0 0,-1 0 1 0 0,1 0-1 0 0,-1-1 0 0 0,1 1 1 0 0,-1 0-1 0 0,1 0 1 0 0,-1-1-1 0 0,1 1 0 0 0,-1 0 1 0 0,1 0-1 0 0,-1 0 0 0 0,1 0 1 0 0,-1 0-1 0 0,1 0 1 0 0,-1 0-1 0 0,1 0 0 0 0,-1 0 1 0 0,1 0-1 0 0,-1 0 0 0 0,0 0 1 0 0,1 0-1 0 0,-1 1 1 0 0,0-1-1 0 0,-1 1 5 0 0,1-1-1 0 0,-1 1 1 0 0,1 0 0 0 0,-1-1 0 0 0,1 1-1 0 0,-1 0 1 0 0,1 0 0 0 0,-1 0 0 0 0,1 0-1 0 0,0 0 1 0 0,-1 1 0 0 0,1-1 0 0 0,0 0-1 0 0,-2 3 1 0 0,0 6-10 0 0,-1 0-1 0 0,1 0 1 0 0,1 0-1 0 0,0 0 1 0 0,0 1 0 0 0,1-1-1 0 0,1 0 1 0 0,0 1-1 0 0,0-1 1 0 0,1 1 0 0 0,0-1-1 0 0,0 0 1 0 0,2 0-1 0 0,-1 1 1 0 0,1-1 0 0 0,0-1-1 0 0,1 1 1 0 0,1 0 0 0 0,-1-1-1 0 0,1 0 1 0 0,11 15-1 0 0,-15-22-8 0 0,1-1 1 0 0,-1 1-1 0 0,0 0 0 0 0,1-1 0 0 0,-1 1 0 0 0,1-1 0 0 0,0 0 1 0 0,-1 1-1 0 0,1-1 0 0 0,0 0 0 0 0,0 0 0 0 0,0 0 0 0 0,0-1 0 0 0,0 1 1 0 0,0 0-1 0 0,0-1 0 0 0,0 1 0 0 0,0-1 0 0 0,0 1 0 0 0,0-1 0 0 0,0 0 1 0 0,0 0-1 0 0,0 0 0 0 0,0 0 0 0 0,0 0 0 0 0,1-1 0 0 0,-1 1 0 0 0,0-1 1 0 0,0 1-1 0 0,0-1 0 0 0,0 0 0 0 0,0 0 0 0 0,-1 0 0 0 0,1 0 1 0 0,2-1-1 0 0,0-1-2 0 0,-1-1 0 0 0,1 1 0 0 0,-1-1 0 0 0,1 0 1 0 0,-1 0-1 0 0,0 0 0 0 0,-1 0 0 0 0,1 0 0 0 0,-1-1 1 0 0,0 1-1 0 0,0-1 0 0 0,0 0 0 0 0,2-8 0 0 0,7-37-3 0 0,23-85 178 0 0,-33 133-168 0 0,-1 0-1 0 0,1 0 0 0 0,-1 0 0 0 0,1 0 0 0 0,0 1 1 0 0,0-1-1 0 0,0 0 0 0 0,0 0 0 0 0,0 1 0 0 0,0-1 1 0 0,0 1-1 0 0,1-1 0 0 0,-1 1 0 0 0,1 0 1 0 0,-1-1-1 0 0,1 1 0 0 0,-1 0 0 0 0,1 0 0 0 0,0 0 1 0 0,-1 0-1 0 0,1 0 0 0 0,3-1 0 0 0,-2 2-3 0 0,-1 0 0 0 0,1 0 0 0 0,0 0 0 0 0,-1 0 0 0 0,1 0 0 0 0,0 0 0 0 0,-1 1 0 0 0,1-1 0 0 0,0 1 0 0 0,-1 0 0 0 0,1 0 0 0 0,-1 0 0 0 0,1 0 0 0 0,-1 0 0 0 0,0 0 0 0 0,4 3 0 0 0,1 2-3 0 0,1 0 0 0 0,-1 0 0 0 0,0 1 1 0 0,0 0-1 0 0,0 0 0 0 0,-1 1 0 0 0,-1 0 0 0 0,1 0 1 0 0,-1 0-1 0 0,5 11 0 0 0,-7-11 5 0 0,1-1 0 0 0,-1 1-1 0 0,0 0 1 0 0,-1 1 0 0 0,0-1 0 0 0,0 0 0 0 0,-1 1-1 0 0,0-1 1 0 0,-1 1 0 0 0,1-1 0 0 0,-3 17 0 0 0,1-22-158 0 0,0 0 0 0 0,1 0 1 0 0,-2-1-1 0 0,1 1 0 0 0,0-1 0 0 0,0 1 1 0 0,-1-1-1 0 0,1 1 0 0 0,-1-1 1 0 0,0 0-1 0 0,0 1 0 0 0,0-1 1 0 0,0 0-1 0 0,0-1 0 0 0,0 1 0 0 0,-1 0 1 0 0,1 0-1 0 0,-1-1 0 0 0,1 0 1 0 0,-1 1-1 0 0,1-1 0 0 0,-1 0 1 0 0,0 0-1 0 0,1 0 0 0 0,-4 0 0 0 0,-6 0-1712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19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29 132 8 0 0,'-8'7'1039'0'0,"6"-6"-194"0"0,1 0-1 0 0,0 0 0 0 0,-1 1 0 0 0,1-1 1 0 0,-1 0-1 0 0,1 0 0 0 0,-1 0 0 0 0,0 0 1 0 0,1-1-1 0 0,-1 1 0 0 0,-2 0 0 0 0,20-27 2434 0 0,-2 9-2768 0 0,1 0 0 0 0,0 1 0 0 0,2 0 0 0 0,-1 2 0 0 0,27-18 0 0 0,-41 30-479 0 0,-1 1 1 0 0,1 0 0 0 0,0 0-1 0 0,0 0 1 0 0,-1 0-1 0 0,1 0 1 0 0,0 0 0 0 0,0 0-1 0 0,0 0 1 0 0,0 1-1 0 0,0-1 1 0 0,0 1 0 0 0,0 0-1 0 0,3-1 1 0 0,-4 2-24 0 0,-1-1-1 0 0,1 0 1 0 0,0 1 0 0 0,0-1 0 0 0,0 1 0 0 0,-1-1 0 0 0,1 1-1 0 0,0-1 1 0 0,0 1 0 0 0,-1-1 0 0 0,1 1 0 0 0,-1 0-1 0 0,1-1 1 0 0,0 1 0 0 0,-1 0 0 0 0,1-1 0 0 0,-1 1 0 0 0,1 0-1 0 0,-1 0 1 0 0,0 0 0 0 0,1 0 0 0 0,-1-1 0 0 0,0 1 0 0 0,0 0-1 0 0,0 0 1 0 0,1 0 0 0 0,-1 0 0 0 0,0 0 0 0 0,0 0 0 0 0,0 0-1 0 0,0-1 1 0 0,-1 1 0 0 0,1 2 0 0 0,-2 20-129 0 0,-1 0 1 0 0,-1 0-1 0 0,-1 0 1 0 0,0 0-1 0 0,-2-1 0 0 0,-12 27 1 0 0,8-21-145 0 0,1 1 0 0 0,-11 57 0 0 0,21-84 267 0 0,-1 0 1 0 0,1 0-1 0 0,0 0 1 0 0,-1 0-1 0 0,1 0 1 0 0,0 1-1 0 0,0-1 1 0 0,0 0-1 0 0,1 0 1 0 0,-1 0-1 0 0,1 0 1 0 0,-1 0-1 0 0,1 0 1 0 0,-1 0-1 0 0,1 0 0 0 0,0 0 1 0 0,0 0-1 0 0,0 0 1 0 0,0 0-1 0 0,1 0 1 0 0,-1-1-1 0 0,2 3 1 0 0,-1-3 10 0 0,0 0 1 0 0,0 0-1 0 0,0 0 1 0 0,1-1 0 0 0,-1 1-1 0 0,0 0 1 0 0,0-1-1 0 0,1 0 1 0 0,-1 1-1 0 0,0-1 1 0 0,0 0-1 0 0,1 0 1 0 0,-1 0-1 0 0,0-1 1 0 0,1 1 0 0 0,-1 0-1 0 0,0-1 1 0 0,0 0-1 0 0,0 1 1 0 0,3-2-1 0 0,38-14-261 0 0,-1-1 0 0 0,57-33 0 0 0,-92 44-1852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20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8 104 8 0 0,'-5'-22'6387'0'0,"5"21"-6201"0"0,0 1 0 0 0,-1-1 0 0 0,1 1 0 0 0,0-1 0 0 0,0 1 0 0 0,0-1 0 0 0,0 1 0 0 0,0-1 0 0 0,0 1 0 0 0,0-1 1 0 0,0 1-1 0 0,0-1 0 0 0,0 0 0 0 0,0 1 0 0 0,0-1 0 0 0,0 1 0 0 0,1-1 0 0 0,-1 1 0 0 0,0-1 0 0 0,0 1 0 0 0,0-1 0 0 0,1 1 0 0 0,-1-1 1 0 0,0 1-1 0 0,1 0 0 0 0,-1-1 0 0 0,0 1 0 0 0,1-1 0 0 0,-1 1 0 0 0,1 0 0 0 0,-1-1 0 0 0,1 1 0 0 0,-1 0 0 0 0,1-1 0 0 0,0 1 0 0 0,-1 0-51 0 0,1 1 0 0 0,-1-1 0 0 0,1 1-1 0 0,-1-1 1 0 0,1 1 0 0 0,-1-1 0 0 0,1 1-1 0 0,-1-1 1 0 0,1 1 0 0 0,-1-1-1 0 0,0 1 1 0 0,1 0 0 0 0,-1-1 0 0 0,0 1-1 0 0,0 0 1 0 0,1-1 0 0 0,-1 1 0 0 0,0 0-1 0 0,0-1 1 0 0,0 1 0 0 0,0 0-1 0 0,0-1 1 0 0,0 2 0 0 0,1 17 472 0 0,-10-49-1080 0 0,0-29-5654 0 0,9 49 3491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21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2 115 8 0 0,'-2'3'500'0'0,"4"-6"822"0"0,8-18 2707 0 0,18-27 2037 0 0,-23 42-5842 0 0,-1 1 1 0 0,1-1-1 0 0,0 1 0 0 0,0 0 1 0 0,11-7-1 0 0,-15 11-210 0 0,0 0 1 0 0,-1 1-1 0 0,1-1 0 0 0,0 0 1 0 0,0 1-1 0 0,0-1 1 0 0,0 1-1 0 0,0 0 1 0 0,0-1-1 0 0,0 1 0 0 0,0 0 1 0 0,0-1-1 0 0,0 1 1 0 0,1 0-1 0 0,-1 0 0 0 0,0 0 1 0 0,0 0-1 0 0,0 0 1 0 0,0 0-1 0 0,0 0 1 0 0,0 1-1 0 0,0-1 0 0 0,0 0 1 0 0,0 0-1 0 0,0 1 1 0 0,0-1-1 0 0,0 1 0 0 0,0-1 1 0 0,0 1-1 0 0,0-1 1 0 0,0 1-1 0 0,0 0 0 0 0,0-1 1 0 0,-1 1-1 0 0,1 0 1 0 0,0 0-1 0 0,0 0 1 0 0,-1 0-1 0 0,1-1 0 0 0,-1 1 1 0 0,1 0-1 0 0,-1 0 1 0 0,1 0-1 0 0,-1 0 0 0 0,1 0 1 0 0,-1 2-1 0 0,4 7 13 0 0,-2 1 0 0 0,1-1 0 0 0,-1 1 0 0 0,-1-1-1 0 0,0 1 1 0 0,-1-1 0 0 0,0 1 0 0 0,-2 18 0 0 0,-1-4-104 0 0,-2 0 1 0 0,-11 38-1 0 0,9-42 179 0 0,-10 31-22 0 0,17-49-74 0 0,-1-1 0 0 0,1 1-1 0 0,0-1 1 0 0,-1 1 0 0 0,1-1-1 0 0,0 1 1 0 0,1-1 0 0 0,-1 1-1 0 0,0-1 1 0 0,1 1 0 0 0,-1-1-1 0 0,1 1 1 0 0,0-1 0 0 0,0 0-1 0 0,0 1 1 0 0,0-1 0 0 0,2 4-1 0 0,-1-5 31 0 0,0 0-1 0 0,-1 0 1 0 0,1 0-1 0 0,0 0 1 0 0,0 0-1 0 0,0 0 1 0 0,0 0-1 0 0,0 0 1 0 0,0-1-1 0 0,0 1 1 0 0,0-1-1 0 0,0 1 1 0 0,0-1-1 0 0,1 0 1 0 0,-1 0-1 0 0,0 0 1 0 0,0 0-1 0 0,0-1 1 0 0,0 1-1 0 0,0 0 1 0 0,0-1-1 0 0,0 1 1 0 0,3-2-1 0 0,5-1-38 0 0,-1 0-1 0 0,0-1 0 0 0,15-8 0 0 0,-23 12-11 0 0,20-14-1976 0 0,-10 2-3834 0 0,-8 8 3736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21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93 8 0 0,'1'-1'132'0'0,"-1"0"1"0"0,0 1-1 0 0,1-1 0 0 0,-1 0 1 0 0,1 1-1 0 0,-1-1 0 0 0,1 1 1 0 0,-1-1-1 0 0,1 1 0 0 0,-1-1 1 0 0,1 1-1 0 0,0-1 0 0 0,-1 1 1 0 0,1-1-1 0 0,0 1 0 0 0,-1 0 1 0 0,1-1-1 0 0,0 1 0 0 0,0 0 1 0 0,25-10 5103 0 0,1-1-1240 0 0,1-9-2362 0 0,-22 15-1565 0 0,0 0 1 0 0,-1 1 0 0 0,2 0-1 0 0,-1 0 1 0 0,0 0 0 0 0,1 1-1 0 0,0 0 1 0 0,-1 1 0 0 0,1-1-1 0 0,10-1 1 0 0,-15 4-96 0 0,-1 0 0 0 0,1 0 0 0 0,0 0 0 0 0,0 1-1 0 0,-1-1 1 0 0,1 0 0 0 0,0 1 0 0 0,-1 0 0 0 0,1-1 0 0 0,0 1 0 0 0,-1 0-1 0 0,1 0 1 0 0,-1 0 0 0 0,1 0 0 0 0,-1 0 0 0 0,0 0 0 0 0,1 0 0 0 0,-1 0 0 0 0,0 0-1 0 0,0 1 1 0 0,2 1 0 0 0,11 10-3945 0 0,-11-12 2076 0 0,0-1-38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22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10 102 8 0 0,'0'0'37'0'0,"-1"0"0"0"0,1 0 0 0 0,-1 0 0 0 0,1 0 0 0 0,0 0 0 0 0,-1 0-1 0 0,1 0 1 0 0,-1 0 0 0 0,1 0 0 0 0,0-1 0 0 0,-1 1 0 0 0,1 0 0 0 0,0 0 0 0 0,-1 0 0 0 0,1 0 0 0 0,0-1 0 0 0,-1 1 0 0 0,1 0 0 0 0,0 0 0 0 0,0-1-1 0 0,-1 1 1 0 0,1 0 0 0 0,0-1 0 0 0,0 1 0 0 0,-1 0 0 0 0,1-1 0 0 0,0 1 0 0 0,0 0 0 0 0,0-1 0 0 0,0 1 0 0 0,-1-1 0 0 0,2-15 2588 0 0,11-12 1440 0 0,-7 22-3479 0 0,1 0 1 0 0,-1 1-1 0 0,1 0 0 0 0,0 0 0 0 0,7-4 0 0 0,-10 7-530 0 0,-1 0 0 0 0,0 1 0 0 0,1-1 0 0 0,-1 1 0 0 0,1 0 0 0 0,0 0 0 0 0,-1 0 0 0 0,1 0 0 0 0,0 0 0 0 0,-1 1 0 0 0,1-1 0 0 0,0 1 0 0 0,0 0 0 0 0,-1 0 0 0 0,1 0 0 0 0,0 0 0 0 0,3 1 0 0 0,10 20 556 0 0,-12-11-568 0 0,-10-13-146 0 0,5 2 34 0 0,0 1-1 0 0,0-1 1 0 0,0 1 0 0 0,0-1 0 0 0,1 1 0 0 0,-1-1 0 0 0,0 1-1 0 0,0-1 1 0 0,0 1 0 0 0,0 0 0 0 0,0 0 0 0 0,0-1 0 0 0,0 1-1 0 0,0 0 1 0 0,0 0 0 0 0,0 0 0 0 0,0 0 0 0 0,-1 0 0 0 0,1 0-1 0 0,0 1 1 0 0,0-1 0 0 0,0 0 0 0 0,0 0 0 0 0,0 1 0 0 0,1-1-1 0 0,-1 1 1 0 0,0-1 0 0 0,0 1 0 0 0,0-1 0 0 0,0 1 0 0 0,0-1-1 0 0,-1 2 1 0 0,-12 4-6493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22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20 8 0 0,'-2'2'699'0'0,"1"1"-1"0"0,-1-1 1 0 0,0 1 0 0 0,-1-1-1 0 0,1 0 1 0 0,0 0 0 0 0,-1 0-1 0 0,1 0 1 0 0,-6 3 0 0 0,7-4-547 0 0,0-1 0 0 0,0 0 1 0 0,-1 0-1 0 0,1 0 1 0 0,0 0-1 0 0,0 0 1 0 0,0 0-1 0 0,0 0 1 0 0,0 0-1 0 0,0-1 1 0 0,0 1-1 0 0,0 0 1 0 0,0-1-1 0 0,0 1 1 0 0,0-1-1 0 0,0 1 1 0 0,0-1-1 0 0,0 1 0 0 0,1-1 1 0 0,-1 1-1 0 0,0-1 1 0 0,0 0-1 0 0,0 0 1 0 0,1 1-1 0 0,-1-1 1 0 0,0 0-1 0 0,1 0 1 0 0,-1 0-1 0 0,1 0 1 0 0,-1 0-1 0 0,1 0 1 0 0,-1 0-1 0 0,1-1 1 0 0,-1 2-104 0 0,1-1 0 0 0,-1 1 1 0 0,1-1-1 0 0,-1 1 1 0 0,1-1-1 0 0,0 1 0 0 0,-1-1 1 0 0,1 0-1 0 0,0 1 1 0 0,-1-1-1 0 0,1 1 1 0 0,0-1-1 0 0,0 1 0 0 0,0-1 1 0 0,0 0-1 0 0,-1 1 1 0 0,1-1-1 0 0,0 0 0 0 0,0 1 1 0 0,0-1-1 0 0,0 0 1 0 0,0 1-1 0 0,1-1 0 0 0,-1 0 1 0 0,0 1-1 0 0,0-1 1 0 0,0 1-1 0 0,0-1 1 0 0,1 0-1 0 0,-1 1 0 0 0,0-1 1 0 0,1 1-1 0 0,-1-1 1 0 0,0 1-1 0 0,1-1 0 0 0,-1 1 1 0 0,1-1-1 0 0,-1 1 1 0 0,1-1-1 0 0,0 1-11 0 0,0 0 0 0 0,0 0 0 0 0,0 0 0 0 0,0 0 0 0 0,0 0 0 0 0,0 0 0 0 0,0 0 0 0 0,0 1 0 0 0,0-1 0 0 0,0 0 0 0 0,-1 1 0 0 0,1-1 0 0 0,0 0-1 0 0,0 1 1 0 0,0-1 0 0 0,0 1 0 0 0,-1 0 0 0 0,1-1 0 0 0,0 1 0 0 0,-1 0 0 0 0,1-1 0 0 0,0 1 0 0 0,-1 0 0 0 0,1 0 0 0 0,-1-1 0 0 0,1 1 0 0 0,0 1 0 0 0,2 3 117 0 0,0-1 0 0 0,-1 1 1 0 0,1 0-1 0 0,-1 1 0 0 0,0-1 0 0 0,0 0 1 0 0,-1 0-1 0 0,1 1 0 0 0,0 6 0 0 0,-6-43-2508 0 0,0-6-6750 0 0,4 29 6710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23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8 0 0,'8'-12'7011'0'0,"12"-6"-2870"0"0,-19 17-3812 0 0,43-31 2137 0 0,-41 30-2361 0 0,0 0 1 0 0,0 1-1 0 0,0-1 0 0 0,0 1 0 0 0,0 0 0 0 0,0 0 0 0 0,0 0 1 0 0,0 0-1 0 0,0 1 0 0 0,0-1 0 0 0,1 1 0 0 0,-1 0 0 0 0,0 0 1 0 0,0 0-1 0 0,4 0 0 0 0,-6 1-83 0 0,-1-1 0 0 0,1 1 1 0 0,-1-1-1 0 0,1 1 0 0 0,-1 0 0 0 0,1-1 1 0 0,-1 1-1 0 0,1-1 0 0 0,-1 1 0 0 0,1 0 1 0 0,-1-1-1 0 0,0 1 0 0 0,1 0 0 0 0,-1 0 0 0 0,0-1 1 0 0,0 1-1 0 0,1 0 0 0 0,-1 0 0 0 0,0-1 1 0 0,0 1-1 0 0,0 0 0 0 0,0 0 0 0 0,0 0 0 0 0,0-1 1 0 0,0 1-1 0 0,-1 1 0 0 0,-2 26 43 0 0,2-23-87 0 0,-1 7 16 0 0,-1-1 0 0 0,0-1 0 0 0,-9 20 0 0 0,-5 17 44 0 0,17-44-28 0 0,2-6 32 0 0,0 1 0 0 0,1-1 0 0 0,-1 1 0 0 0,1 0 1 0 0,-1 0-1 0 0,1 0 0 0 0,6-4 0 0 0,0 0 202 0 0,8-10 229 0 0,17-13 234 0 0,-31 27-681 0 0,-1 1 0 0 0,0 0 0 0 0,0 0 0 0 0,1 0 0 0 0,-1 0 0 0 0,0 1 0 0 0,1-1 0 0 0,-1 0 0 0 0,1 1 0 0 0,-1 0 0 0 0,1-1 0 0 0,-1 1-1 0 0,1 0 1 0 0,-1 1 0 0 0,5-1 0 0 0,-6 1-20 0 0,1 0 0 0 0,-1 0-1 0 0,0 0 1 0 0,0 0 0 0 0,1 0-1 0 0,-1 0 1 0 0,0 0-1 0 0,0 0 1 0 0,0 0 0 0 0,0 0-1 0 0,0 0 1 0 0,-1 1 0 0 0,1-1-1 0 0,0 0 1 0 0,-1 1 0 0 0,1-1-1 0 0,0 1 1 0 0,-1-1 0 0 0,0 1-1 0 0,1-1 1 0 0,-1 1 0 0 0,0-1-1 0 0,0 1 1 0 0,0 1 0 0 0,2 39-21 0 0,-3-33 17 0 0,0 0 0 0 0,-1 0 1 0 0,1 0-1 0 0,-2 0 0 0 0,0 0 0 0 0,0 0 0 0 0,-5 10 0 0 0,6-15-3 0 0,0 0 0 0 0,0 0 0 0 0,0-1 0 0 0,-1 1 0 0 0,1-1 0 0 0,-1 0 0 0 0,0 0 0 0 0,0 0 0 0 0,0 0 0 0 0,-1 0 0 0 0,1-1 0 0 0,0 1 0 0 0,-1-1 0 0 0,0 0 0 0 0,1 0 0 0 0,-1 0-1 0 0,0-1 1 0 0,-6 2 0 0 0,10-2-39 0 0,-1-1 0 0 0,0 0-1 0 0,1 1 1 0 0,-1-1 0 0 0,0 0 0 0 0,0 0-1 0 0,1 0 1 0 0,-1 1 0 0 0,0-1-1 0 0,0 0 1 0 0,0 0 0 0 0,1 0-1 0 0,-1 0 1 0 0,0 0 0 0 0,0-1 0 0 0,1 1-1 0 0,-1 0 1 0 0,0 0 0 0 0,0 0-1 0 0,1-1 1 0 0,-1 1 0 0 0,0 0-1 0 0,1-1 1 0 0,-1 1 0 0 0,0 0 0 0 0,1-1-1 0 0,-1 1 1 0 0,1-1 0 0 0,-1 1-1 0 0,0-1 1 0 0,1 1 0 0 0,-1-1-1 0 0,1 0 1 0 0,0 1 0 0 0,-1-1 0 0 0,1 0-1 0 0,-1 1 1 0 0,1-1 0 0 0,0 0-1 0 0,0 1 1 0 0,-1-1 0 0 0,1 0-1 0 0,0 0 1 0 0,0 1 0 0 0,0-1 0 0 0,0 0-1 0 0,0 0 1 0 0,0 0 0 0 0,0 1-1 0 0,0-2 1 0 0,1-2-654 0 0,-1 0-1 0 0,1 0 1 0 0,0 0 0 0 0,1 0-1 0 0,-1 0 1 0 0,1 0 0 0 0,-1 0-1 0 0,4-4 1 0 0,16-17-5167 0 0,-13 15 4438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24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56 8 0 0,'-5'-1'50'0'0,"-12"-3"1965"0"0,0 1-1 0 0,-29 0 0 0 0,43 2-1751 0 0,-1 1-1 0 0,1 0 1 0 0,0 0-1 0 0,-1 1 1 0 0,1-1 0 0 0,0 1-1 0 0,-1 0 1 0 0,1-1 0 0 0,0 1-1 0 0,0 1 1 0 0,0-1-1 0 0,0 0 1 0 0,0 1 0 0 0,0 0-1 0 0,0-1 1 0 0,1 1-1 0 0,-1 0 1 0 0,0 1 0 0 0,1-1-1 0 0,-5 5 1 0 0,6-3-246 0 0,-1-1 1 0 0,1 1 0 0 0,0 0-1 0 0,0-1 1 0 0,0 1-1 0 0,0 0 1 0 0,1 0 0 0 0,-1 0-1 0 0,1 0 1 0 0,0 0-1 0 0,0 0 1 0 0,0-1-1 0 0,1 1 1 0 0,0 0 0 0 0,-1 0-1 0 0,1 0 1 0 0,1-1-1 0 0,-1 1 1 0 0,0 0 0 0 0,1-1-1 0 0,0 1 1 0 0,0-1-1 0 0,4 6 1 0 0,-5-7 15 0 0,0-1-1 0 0,0 1 1 0 0,0 0-1 0 0,1-1 1 0 0,-1 1-1 0 0,0-1 1 0 0,1 1 0 0 0,-1-1-1 0 0,1 0 1 0 0,0 0-1 0 0,-1 0 1 0 0,1 1 0 0 0,0-2-1 0 0,0 1 1 0 0,0 0-1 0 0,0 0 1 0 0,0-1-1 0 0,0 1 1 0 0,0-1 0 0 0,0 1-1 0 0,0-1 1 0 0,0 0-1 0 0,0 0 1 0 0,0 0 0 0 0,0 0-1 0 0,0 0 1 0 0,0 0-1 0 0,0 0 1 0 0,0-1-1 0 0,0 1 1 0 0,0-1 0 0 0,0 0-1 0 0,0 1 1 0 0,0-1-1 0 0,-1 0 1 0 0,1 0 0 0 0,0 0-1 0 0,0 0 1 0 0,-1-1-1 0 0,1 1 1 0 0,-1 0-1 0 0,1-1 1 0 0,-1 1 0 0 0,3-4-1 0 0,0-1 121 0 0,0 0 0 0 0,0-1 0 0 0,-1 0 0 0 0,1 1 0 0 0,-2-1 0 0 0,1 0-1 0 0,-1-1 1 0 0,0 1 0 0 0,0 0 0 0 0,-1-1 0 0 0,0 1 0 0 0,0 0 0 0 0,-1-1 0 0 0,0 1-1 0 0,0-1 1 0 0,-1 1 0 0 0,0-1 0 0 0,0 1 0 0 0,0-1 0 0 0,-1 1 0 0 0,-4-9 0 0 0,3 10 517 0 0,4 12-354 0 0,7 12-158 0 0,30 22 60 0 0,-24-25-148 0 0,26 32-1 0 0,-36-41-37 0 0,0 1-1 0 0,0 0 1 0 0,0 0-1 0 0,-1 1 1 0 0,0-1 0 0 0,-1 1-1 0 0,1 0 1 0 0,1 12-1 0 0,-3-8-59 0 0,0 0 0 0 0,-1-1 0 0 0,-1 1 0 0 0,0 0 0 0 0,0-1 0 0 0,-1 1 0 0 0,0-1-1 0 0,-1 0 1 0 0,-1 0 0 0 0,0 0 0 0 0,0 0 0 0 0,-1 0 0 0 0,0-1 0 0 0,-1 0 0 0 0,0 0-1 0 0,-1 0 1 0 0,0-1 0 0 0,0 0 0 0 0,-1 0 0 0 0,0-1 0 0 0,-1 0 0 0 0,0 0 0 0 0,-17 10 0 0 0,26-18-38 0 0,0 0 1 0 0,0 1 0 0 0,0-1 0 0 0,0 0-1 0 0,-1 0 1 0 0,1 0 0 0 0,0 0 0 0 0,0 1 0 0 0,0-1-1 0 0,-1 0 1 0 0,1 0 0 0 0,0 0 0 0 0,0 0-1 0 0,-1 0 1 0 0,1 0 0 0 0,0 0 0 0 0,0 0 0 0 0,-1 0-1 0 0,1 0 1 0 0,0 0 0 0 0,-1 0 0 0 0,1 0-1 0 0,0 0 1 0 0,0 0 0 0 0,-1 0 0 0 0,1 0-1 0 0,0 0 1 0 0,0 0 0 0 0,-1 0 0 0 0,1 0 0 0 0,0 0-1 0 0,0 0 1 0 0,-1 0 0 0 0,1-1 0 0 0,0 1-1 0 0,0 0 1 0 0,0 0 0 0 0,-1 0 0 0 0,1 0 0 0 0,0-1-1 0 0,0 1 1 0 0,-1-15-2158 0 0,13-28-1006 0 0,-9 33 2363 0 0,22-68-4734 0 0,-21 61 4808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25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0 299 8 0 0,'24'-32'2014'0'0,"-17"22"-780"0"0,0 0-1 0 0,0 1 1 0 0,1 1-1 0 0,15-15 1 0 0,-21 21-1067 0 0,-1 1 0 0 0,1 0 0 0 0,0 0 0 0 0,-1 0 0 0 0,1 1 0 0 0,0-1 0 0 0,0 0 0 0 0,0 1 0 0 0,-1-1 0 0 0,1 1 0 0 0,0 0 0 0 0,0-1 0 0 0,0 1 0 0 0,0 0 0 0 0,0 0 0 0 0,0 0 0 0 0,0 0 0 0 0,0 1 0 0 0,3 0 0 0 0,-1 1-38 0 0,1-1 0 0 0,-1 1 0 0 0,0 0 0 0 0,0 0 0 0 0,-1 1 0 0 0,1-1 0 0 0,0 1 0 0 0,4 4 0 0 0,3 4-52 0 0,-1 0 1 0 0,0 1-1 0 0,-1 0 0 0 0,8 14 0 0 0,-8-9-49 0 0,0 0-1 0 0,-2 0 1 0 0,10 31-1 0 0,-12-31-150 0 0,-15-67-5567 0 0,4-12 4235 0 0,3-66 3555 0 0,3 126-2024 0 0,0-1-1 0 0,0 1 1 0 0,1 0 0 0 0,-1 0 0 0 0,0 0-1 0 0,1-1 1 0 0,0 1 0 0 0,0 0-1 0 0,-1 0 1 0 0,1 0 0 0 0,2-3-1 0 0,-3 5-48 0 0,0-1 0 0 0,1 1 0 0 0,-1 0 0 0 0,0 0-1 0 0,0-1 1 0 0,1 1 0 0 0,-1 0 0 0 0,0 0 0 0 0,0 0 0 0 0,1-1-1 0 0,-1 1 1 0 0,0 0 0 0 0,1 0 0 0 0,-1 0 0 0 0,0 0-1 0 0,1 0 1 0 0,-1 0 0 0 0,0 0 0 0 0,1-1 0 0 0,-1 1 0 0 0,0 0-1 0 0,0 0 1 0 0,1 0 0 0 0,-1 0 0 0 0,0 0 0 0 0,1 0 0 0 0,-1 1-1 0 0,1-1 1 0 0,0 0 9 0 0,0 1 1 0 0,0 0-1 0 0,-1-1 0 0 0,1 1 0 0 0,0 0 1 0 0,0-1-1 0 0,-1 1 0 0 0,1 0 0 0 0,0 0 1 0 0,-1 0-1 0 0,1 0 0 0 0,-1 0 0 0 0,1 0 1 0 0,0 1-1 0 0,6 13 262 0 0,23 40 13 0 0,-29-52-263 0 0,1 0-1 0 0,1 0 0 0 0,-1-1 0 0 0,0 1 0 0 0,1 0 0 0 0,-1-1 0 0 0,1 1 1 0 0,0-1-1 0 0,0 0 0 0 0,0 0 0 0 0,0 0 0 0 0,0 0 0 0 0,5 2 0 0 0,-7-4-8 0 0,0 0-1 0 0,0 0 1 0 0,0 1-1 0 0,0-1 0 0 0,0 0 1 0 0,0 0-1 0 0,0 0 1 0 0,0 0-1 0 0,0 0 0 0 0,0 0 1 0 0,0 0-1 0 0,0-1 1 0 0,-1 1-1 0 0,1 0 0 0 0,0 0 1 0 0,0-1-1 0 0,0 1 1 0 0,0-1-1 0 0,0 1 0 0 0,-1-1 1 0 0,1 1-1 0 0,1-2 0 0 0,0 0 52 0 0,-1 1-1 0 0,1-1 0 0 0,-1 0 0 0 0,0 0 0 0 0,0 0 0 0 0,1 0 0 0 0,-2 0 0 0 0,1 0 1 0 0,1-4-1 0 0,1-4 203 0 0,-1-1 1 0 0,0 0 0 0 0,0-13-1 0 0,-2 18-247 0 0,-1-50 439 0 0,-1 19-250 0 0,2 36-236 0 0,1 1 0 0 0,-1-1 0 0 0,1 1 0 0 0,-1-1 1 0 0,1 1-1 0 0,-1 0 0 0 0,1-1 0 0 0,-1 1 0 0 0,1 0 0 0 0,-1 0 0 0 0,1-1 1 0 0,-1 1-1 0 0,1 0 0 0 0,0 0 0 0 0,-1 0 0 0 0,1 0 0 0 0,-1 0 0 0 0,1 0 1 0 0,0 0-1 0 0,-1 0 0 0 0,1 0 0 0 0,-1 0 0 0 0,1 0 0 0 0,0 0 0 0 0,16 1-62 0 0,-11 1 69 0 0,1 1 0 0 0,-1 0 0 0 0,0 0 0 0 0,9 6 0 0 0,16 8-72 0 0,-29-16 70 0 0,0-1 0 0 0,1 1 0 0 0,-1 0 0 0 0,0-1 0 0 0,1 0 0 0 0,-1 0 0 0 0,0 0 1 0 0,1 0-1 0 0,-1 0 0 0 0,0 0 0 0 0,1 0 0 0 0,-1-1 0 0 0,0 1 0 0 0,0-1 0 0 0,1 0 1 0 0,-1 1-1 0 0,0-1 0 0 0,0 0 0 0 0,3-2 0 0 0,-4 2-3 0 0,0 0 1 0 0,0 1-1 0 0,0-1 0 0 0,0 0 1 0 0,0 0-1 0 0,-1 0 0 0 0,1 0 0 0 0,0 0 1 0 0,-1 0-1 0 0,1 0 0 0 0,-1 0 1 0 0,1 0-1 0 0,-1 0 0 0 0,1 0 1 0 0,-1-1-1 0 0,1 1 0 0 0,-1 0 1 0 0,0 0-1 0 0,0 0 0 0 0,0-1 0 0 0,0 1 1 0 0,0 0-1 0 0,0 0 0 0 0,0 0 1 0 0,0-1-1 0 0,0 1 0 0 0,-1 0 1 0 0,1 0-1 0 0,0 0 0 0 0,-1 0 0 0 0,1 0 1 0 0,-1-1-1 0 0,1 1 0 0 0,-1 0 1 0 0,0 0-1 0 0,1 0 0 0 0,-1 0 1 0 0,0 0-1 0 0,-1 0 0 0 0,2-1 4 0 0,-1 1-1 0 0,0 0 0 0 0,0 0 1 0 0,0 0-1 0 0,0 0 0 0 0,0 0 1 0 0,0 0-1 0 0,0 0 0 0 0,0 0 1 0 0,0 0-1 0 0,0 0 1 0 0,0 1-1 0 0,-1-1 0 0 0,1 0 1 0 0,0 1-1 0 0,0-1 0 0 0,-1 1 1 0 0,1-1-1 0 0,-1 1 0 0 0,1 0 1 0 0,0 0-1 0 0,-1 0 1 0 0,1-1-1 0 0,0 1 0 0 0,-1 0 1 0 0,1 1-1 0 0,-1-1 0 0 0,1 0 1 0 0,0 0-1 0 0,-1 1 0 0 0,1-1 1 0 0,0 1-1 0 0,-1-1 0 0 0,1 1 1 0 0,0-1-1 0 0,-1 1 1 0 0,0 1-1 0 0,0-1-4 0 0,-1 1 1 0 0,1 0-1 0 0,0 1 1 0 0,0-1-1 0 0,0 0 1 0 0,0 1-1 0 0,0-1 1 0 0,1 1-1 0 0,-1 0 1 0 0,1-1-1 0 0,-1 1 1 0 0,1 0-1 0 0,0 0 1 0 0,0 0-1 0 0,0 0 0 0 0,0 3 1 0 0,1 7 6 0 0,1-1 0 0 0,0 1 0 0 0,0-1 0 0 0,1 1 0 0 0,1-1 0 0 0,0 0 0 0 0,1 0 0 0 0,0 0 0 0 0,1-1 0 0 0,0 1 1 0 0,1-1-1 0 0,12 18 0 0 0,-17-27-14 0 0,0 0 0 0 0,1-1 0 0 0,-1 1 0 0 0,1 0 0 0 0,-1 0 0 0 0,1-1 0 0 0,0 1 0 0 0,-1-1 0 0 0,1 1 0 0 0,0-1 0 0 0,0 0 0 0 0,0 0 0 0 0,0 0 0 0 0,0 0 0 0 0,0 0 0 0 0,0 0 0 0 0,1-1 0 0 0,-1 1 0 0 0,0 0 0 0 0,0-1 0 0 0,1 0 0 0 0,-1 0 0 0 0,0 0 0 0 0,1 0 1 0 0,-1 0-1 0 0,0 0 0 0 0,0 0 0 0 0,1-1 0 0 0,-1 1 0 0 0,0-1 0 0 0,0 0 0 0 0,0 1 0 0 0,1-1 0 0 0,-1 0 0 0 0,0 0 0 0 0,0-1 0 0 0,3-2 0 0 0,0 1 2 0 0,0-1 0 0 0,0-1-1 0 0,-1 1 1 0 0,0-1 0 0 0,1 1 0 0 0,-2-1 0 0 0,1-1 0 0 0,0 1 0 0 0,-1 0-1 0 0,0-1 1 0 0,-1 0 0 0 0,4-9 0 0 0,-2-2 18 0 0,-1 0-1 0 0,-1-1 1 0 0,1-34 0 0 0,-3 31 89 0 0,1 0-1 0 0,4-22 1 0 0,-5 42-98 0 0,0 0 0 0 0,0 0 0 0 0,1 0 0 0 0,-1 0-1 0 0,0 0 1 0 0,0 0 0 0 0,1 0 0 0 0,-1 0 0 0 0,0 1-1 0 0,1-1 1 0 0,-1 0 0 0 0,1 0 0 0 0,-1 0 0 0 0,1 1 0 0 0,-1-1-1 0 0,1 0 1 0 0,0 1 0 0 0,-1-1 0 0 0,1 0 0 0 0,0 1-1 0 0,0-1 1 0 0,-1 1 0 0 0,1-1 0 0 0,0 1 0 0 0,1-1 0 0 0,0 1 6 0 0,-1 0 1 0 0,0 0 0 0 0,1 0 0 0 0,-1 0-1 0 0,1 0 1 0 0,-1 1 0 0 0,0-1-1 0 0,1 0 1 0 0,-1 1 0 0 0,0-1 0 0 0,0 1-1 0 0,1-1 1 0 0,-1 1 0 0 0,0 0 0 0 0,2 1-1 0 0,6 5 62 0 0,0 1-1 0 0,-1 0 0 0 0,11 12 1 0 0,-14-13-58 0 0,3 1-38 0 0,-1 1 0 0 0,0 0 1 0 0,-1 0-1 0 0,0 1 0 0 0,8 18 0 0 0,-12-23 7 0 0,1 1 1 0 0,-2-1-1 0 0,1 1 1 0 0,0 0-1 0 0,-1 0 1 0 0,0 0-1 0 0,-1 0 1 0 0,1 0-1 0 0,-1 0 1 0 0,0 0-1 0 0,-1 0 0 0 0,-1 9 1 0 0,1-13-113 0 0,1 0 1 0 0,-1-1 0 0 0,0 1-1 0 0,0 0 1 0 0,0-1-1 0 0,0 1 1 0 0,0-1-1 0 0,-1 1 1 0 0,1-1-1 0 0,0 1 1 0 0,-1-1-1 0 0,1 0 1 0 0,-1 0-1 0 0,1 0 1 0 0,-1 0-1 0 0,0 0 1 0 0,1 0-1 0 0,-3 1 1 0 0,1-1-627 0 0,-1 0-1 0 0,1 0 1 0 0,0 0 0 0 0,-1 0-1 0 0,1 0 1 0 0,0-1 0 0 0,-1 1-1 0 0,1-1 1 0 0,-5 0-1 0 0,0-1-2092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25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44 8 0 0,'-22'26'3017'0'0,"20"-23"-2333"0"0,1 0 0 0 0,-1 0 0 0 0,0-1 0 0 0,-1 1 0 0 0,1 0 0 0 0,0-1 0 0 0,-1 0-1 0 0,1 1 1 0 0,-1-1 0 0 0,0 0 0 0 0,0 0 0 0 0,0-1 0 0 0,-4 3 0 0 0,7-4-640 0 0,0 0 0 0 0,0 0-1 0 0,0 0 1 0 0,0 0 0 0 0,0 0 0 0 0,0 0-1 0 0,0 0 1 0 0,-1 0 0 0 0,1 0-1 0 0,0 0 1 0 0,0 0 0 0 0,0 0 0 0 0,0 0-1 0 0,0 0 1 0 0,0 0 0 0 0,0 0 0 0 0,0 0-1 0 0,0 0 1 0 0,0 0 0 0 0,-1 0 0 0 0,1 0-1 0 0,0 0 1 0 0,0 0 0 0 0,0 0 0 0 0,0 0-1 0 0,0 0 1 0 0,0 0 0 0 0,0 0 0 0 0,0 0-1 0 0,0 0 1 0 0,0 0 0 0 0,0 0 0 0 0,0 0-1 0 0,0 0 1 0 0,-1 0 0 0 0,1-1 0 0 0,0 1-1 0 0,0 0 1 0 0,0 0 0 0 0,0 0 0 0 0,0 0-1 0 0,0 0 1 0 0,0 0 0 0 0,0 0 0 0 0,0 0-1 0 0,0 0 1 0 0,0 0 0 0 0,0 0 0 0 0,0-1-1 0 0,0 1 1 0 0,0 0 0 0 0,0 0 0 0 0,0 0-1 0 0,0 0 1 0 0,0 0 0 0 0,0 0 0 0 0,3-8 747 0 0,7-6-211 0 0,-2 4-111 0 0,1 0 1 0 0,1 1-1 0 0,17-14 1 0 0,-22 19-366 0 0,-1 1-1 0 0,0 0 1 0 0,1 0 0 0 0,0 1 0 0 0,0-1 0 0 0,0 1-1 0 0,0 0 1 0 0,0 0 0 0 0,0 1 0 0 0,1 0-1 0 0,8-2 1 0 0,-12 4-91 0 0,-1-1-1 0 0,0 0 1 0 0,0 1-1 0 0,0-1 1 0 0,0 0 0 0 0,0 1-1 0 0,0 0 1 0 0,0-1-1 0 0,0 1 1 0 0,0-1-1 0 0,-1 1 1 0 0,1 0 0 0 0,0 0-1 0 0,0 0 1 0 0,0-1-1 0 0,-1 1 1 0 0,1 0 0 0 0,0 0-1 0 0,-1 0 1 0 0,1 0-1 0 0,-1 0 1 0 0,1 0-1 0 0,-1 0 1 0 0,0 0 0 0 0,1 0-1 0 0,-1 1 1 0 0,0-1-1 0 0,0 0 1 0 0,0 0-1 0 0,0 0 1 0 0,0 0 0 0 0,0 2-1 0 0,1 4-15 0 0,-1-1 0 0 0,0 1 0 0 0,-1 0 0 0 0,0 7 0 0 0,-5 8-37 0 0,-1 0 1 0 0,-1 0-1 0 0,0-1 0 0 0,-22 39 0 0 0,12-26 49 0 0,17-33-8 0 0,0 0 1 0 0,1 0-1 0 0,-1 0 1 0 0,1 1-1 0 0,-1-1 1 0 0,0 0-1 0 0,1 0 1 0 0,0 1-1 0 0,-1-1 1 0 0,1 0-1 0 0,0 1 1 0 0,0-1-1 0 0,0 0 1 0 0,0 1-1 0 0,0 1 1 0 0,1-3 7 0 0,-1 0 0 0 0,1 0 1 0 0,0 0-1 0 0,0 1 1 0 0,0-1-1 0 0,0 0 0 0 0,0 0 1 0 0,0 0-1 0 0,0 0 1 0 0,0-1-1 0 0,0 1 0 0 0,0 0 1 0 0,-1 0-1 0 0,1 0 1 0 0,0-1-1 0 0,0 1 0 0 0,0-1 1 0 0,0 1-1 0 0,0 0 0 0 0,-1-1 1 0 0,2 0-1 0 0,12-5 110 0 0,-1 0-1 0 0,1 1 1 0 0,0 1 0 0 0,18-3-1 0 0,-27 6-94 0 0,-1 1 1 0 0,0 0-1 0 0,1 0 1 0 0,-1 0-1 0 0,1 0 0 0 0,-1 1 1 0 0,0-1-1 0 0,6 3 1 0 0,-7-3-16 0 0,-1 1 0 0 0,0 0 0 0 0,0 0 0 0 0,0 0 0 0 0,0 1 0 0 0,0-1 0 0 0,0 0 0 0 0,0 1 0 0 0,0 0 0 0 0,-1-1 0 0 0,1 1 0 0 0,-1 0 0 0 0,1 0 0 0 0,-1-1 0 0 0,1 1 0 0 0,1 4 0 0 0,-2-2-6 0 0,1 0 0 0 0,-1 1 0 0 0,0-1 0 0 0,0 1 1 0 0,0-1-1 0 0,-1 1 0 0 0,1-1 0 0 0,-1 1 0 0 0,0-1 0 0 0,-1 1 0 0 0,1 0 1 0 0,-1-1-1 0 0,-1 7 0 0 0,-1-2-30 0 0,0 1 1 0 0,0-1-1 0 0,-1 0 0 0 0,0 0 0 0 0,-6 10 1 0 0,4-10-172 0 0,0 0 0 0 0,0-1-1 0 0,-1 0 1 0 0,0 0 0 0 0,-1 0 0 0 0,0-1 0 0 0,0 0 0 0 0,-1 0 0 0 0,0-1 0 0 0,0 0 0 0 0,0-1 0 0 0,-18 8-1 0 0,14-8-1440 0 0,0-1 0 0 0,0-1 0 0 0,0 1 0 0 0,-1-2 0 0 0,-24 2 0 0 0,21-3-32 0 0,2 1 139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26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8 0 0,'0'1'80'0'0,"0"-1"0"0"0,0 0-1 0 0,-1 0 1 0 0,1 0 0 0 0,0 0-1 0 0,0 0 1 0 0,-1 0 0 0 0,1 0 0 0 0,0 0-1 0 0,-1 0 1 0 0,1 1 0 0 0,0-1 0 0 0,0 0-1 0 0,0 0 1 0 0,-1 0 0 0 0,1 0 0 0 0,0 1-1 0 0,0-1 1 0 0,0 0 0 0 0,-1 0 0 0 0,1 1-1 0 0,0-1 1 0 0,0 0 0 0 0,0 0 0 0 0,0 1-1 0 0,0-1 1 0 0,-1 0 0 0 0,1 0 0 0 0,0 1-1 0 0,0-1 1 0 0,0 0 0 0 0,0 0 0 0 0,0 1-1 0 0,0-1 1 0 0,0 0 0 0 0,0 1 0 0 0,0-1-1 0 0,0 0 1 0 0,0 0 0 0 0,0 1 0 0 0,0-1-1 0 0,1 0 1 0 0,-1 1 0 0 0,0-1 0 0 0,0 0-1 0 0,0 0 1 0 0,0 1 0 0 0,0-1 0 0 0,1 0-1 0 0,-1 0 1 0 0,0 0 0 0 0,0 1 0 0 0,0-1-1 0 0,1 0 1 0 0,-1 0 0 0 0,0 0 0 0 0,0 1-1 0 0,1-1 1 0 0,13 19 6766 0 0,-11-15-5953 0 0,3 2-445 0 0,-1-8 54 0 0,-1-15-1987 0 0,-1 6-4539 0 0,-2 8 2964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27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1 115 8 0 0,'0'-4'312'0'0,"1"0"0"0"0,0 0 0 0 0,0 0 0 0 0,0 0 0 0 0,0 0 0 0 0,1 1 0 0 0,-1-1 0 0 0,1 0 0 0 0,0 1 0 0 0,1 0 0 0 0,-1-1 0 0 0,0 1 0 0 0,1 0 0 0 0,0 0 0 0 0,-1 0 0 0 0,1 1 0 0 0,0-1 0 0 0,5-3 0 0 0,5-3 1194 0 0,0 1 0 0 0,1-1 1 0 0,19-7-1 0 0,-32 15-1480 0 0,0 1 0 0 0,0-1 0 0 0,0 1 0 0 0,-1 0 0 0 0,1-1 0 0 0,0 1-1 0 0,0 0 1 0 0,0-1 0 0 0,0 1 0 0 0,0 0 0 0 0,0 0 0 0 0,1 0 0 0 0,-1 0 0 0 0,0 0-1 0 0,0 0 1 0 0,0 0 0 0 0,0 0 0 0 0,0 0 0 0 0,0 1 0 0 0,0-1 0 0 0,0 0 0 0 0,0 1-1 0 0,0-1 1 0 0,1 1 0 0 0,-1 0-14 0 0,0 1-1 0 0,0-1 1 0 0,-1 0-1 0 0,1 0 1 0 0,0 0-1 0 0,-1 1 1 0 0,1-1 0 0 0,-1 0-1 0 0,1 0 1 0 0,-1 1-1 0 0,0-1 1 0 0,1 0-1 0 0,-1 1 1 0 0,0-1-1 0 0,0 1 1 0 0,0 0-1 0 0,-1 8-73 0 0,1-1 1 0 0,-2 0-1 0 0,1 0 0 0 0,-5 13 0 0 0,2-11-30 0 0,0 0 0 0 0,-10 16 0 0 0,10-20 71 0 0,0 1 1 0 0,0-1-1 0 0,1 1 1 0 0,-1 1 0 0 0,2-1-1 0 0,-3 10 1 0 0,5-18 25 0 0,0 1 0 0 0,0-1 1 0 0,0 1-1 0 0,0-1 0 0 0,0 1 1 0 0,0-1-1 0 0,0 1 0 0 0,0-1 0 0 0,0 1 1 0 0,1-1-1 0 0,-1 1 0 0 0,0-1 1 0 0,0 0-1 0 0,0 1 0 0 0,1-1 0 0 0,-1 1 1 0 0,0-1-1 0 0,0 0 0 0 0,1 1 1 0 0,-1-1-1 0 0,0 1 0 0 0,1-1 0 0 0,-1 0 1 0 0,0 1-1 0 0,1-1 0 0 0,-1 0 1 0 0,1 1-1 0 0,17 3 152 0 0,28-8 92 0 0,-35 2-208 0 0,-2 1-2 0 0,-1 0 0 0 0,1 1 0 0 0,-1 0 1 0 0,1 0-1 0 0,-1 1 0 0 0,0 0 0 0 0,15 4 1 0 0,-20-4-32 0 0,-1 0 0 0 0,1 0 0 0 0,-1 0 0 0 0,1 0 1 0 0,-1 1-1 0 0,0-1 0 0 0,1 1 0 0 0,-1 0 0 0 0,0-1 1 0 0,0 1-1 0 0,0 0 0 0 0,0 0 0 0 0,0 0 0 0 0,-1 1 0 0 0,1-1 1 0 0,0 0-1 0 0,-1 1 0 0 0,0-1 0 0 0,0 1 0 0 0,0-1 0 0 0,0 1 1 0 0,0 0-1 0 0,0-1 0 0 0,0 1 0 0 0,-1 0 0 0 0,1 5 0 0 0,-1-3-36 0 0,1 0-1 0 0,-1 0 0 0 0,0 0 0 0 0,0 0 0 0 0,-1 0 0 0 0,1 0 1 0 0,-1 0-1 0 0,0 0 0 0 0,-1 0 0 0 0,1-1 0 0 0,-1 1 0 0 0,0 0 1 0 0,0-1-1 0 0,0 1 0 0 0,-1-1 0 0 0,0 0 0 0 0,1 0 0 0 0,-1 0 1 0 0,-1 0-1 0 0,1 0 0 0 0,-1 0 0 0 0,1-1 0 0 0,-1 0 0 0 0,0 0 0 0 0,0 0 1 0 0,-1 0-1 0 0,1-1 0 0 0,0 1 0 0 0,-1-1 0 0 0,0 0 0 0 0,1-1 1 0 0,-1 1-1 0 0,0-1 0 0 0,0 0 0 0 0,0 0 0 0 0,0 0 0 0 0,0-1 1 0 0,0 0-1 0 0,-5 0 0 0 0,10 0-126 0 0,-1 0 0 0 0,1 0 0 0 0,0 0 0 0 0,-1 0 0 0 0,1 0 0 0 0,0 0 0 0 0,-1 0 0 0 0,1 0 0 0 0,0 0 0 0 0,-1 0 0 0 0,1 0 1 0 0,0 0-1 0 0,-1 0 0 0 0,1 0 0 0 0,0 0 0 0 0,-1 0 0 0 0,1-1 0 0 0,0 1 0 0 0,0 0 0 0 0,-1 0 0 0 0,1 0 0 0 0,0-1 0 0 0,0 1 0 0 0,-1 0 0 0 0,1 0 0 0 0,0-1 0 0 0,0 1 0 0 0,0 0 0 0 0,-1 0 0 0 0,1-1 0 0 0,0 1 1 0 0,0-2-963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27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 8 0 0,'4'-1'810'0'0,"1"-1"-1"0"0,-1 1 1 0 0,1 0-1 0 0,-1 0 1 0 0,1 1-1 0 0,-1-1 1 0 0,1 1-1 0 0,-1 0 1 0 0,1 0-1 0 0,-1 1 1 0 0,8 0-1 0 0,11 1 1709 0 0,-5-2-1980 0 0,1-1 1 0 0,21-3-1 0 0,-35 3-567 0 0,-1 1-1 0 0,1-1 0 0 0,-1-1 0 0 0,0 1 0 0 0,0 0 0 0 0,0-1 0 0 0,0 0 0 0 0,0 0 1 0 0,0 0-1 0 0,0-1 0 0 0,-1 1 0 0 0,1-1 0 0 0,-1 0 0 0 0,0 0 0 0 0,5-5 1 0 0,-7 5-641 0 0,1-1 1 0 0,-1 0 0 0 0,0 0-1 0 0,0 1 1 0 0,0-1 0 0 0,0 0-1 0 0,0 0 1 0 0,-1-6 0 0 0,0 9 362 0 0,1-9-1963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27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87 8 0 0,'3'-6'1089'0'0,"0"-1"0"0"0,0 0 0 0 0,-1 0 0 0 0,0 0 0 0 0,0 0 0 0 0,-1 0 0 0 0,0-1 0 0 0,0 1 0 0 0,-1 0 0 0 0,0-10 0 0 0,0 25-651 0 0,0 10-334 0 0,0-1-1 0 0,5 24 0 0 0,0-16-40 0 0,14 41 0 0 0,-16-57 121 0 0,1 0-1 0 0,0 0 1 0 0,0-1-1 0 0,1 1 1 0 0,0-1 0 0 0,0 0-1 0 0,12 12 1 0 0,-16-18-170 0 0,1-1 0 0 0,0 0 0 0 0,0 1 0 0 0,0-1 1 0 0,0 0-1 0 0,0 0 0 0 0,0 0 0 0 0,0 0 0 0 0,0 0 1 0 0,0-1-1 0 0,0 1 0 0 0,1-1 0 0 0,-1 1 0 0 0,0-1 0 0 0,0 0 1 0 0,1 0-1 0 0,-1 0 0 0 0,0 0 0 0 0,0 0 0 0 0,1-1 1 0 0,-1 1-1 0 0,0 0 0 0 0,0-1 0 0 0,0 0 0 0 0,0 0 0 0 0,0 1 1 0 0,1-1-1 0 0,-1 0 0 0 0,-1-1 0 0 0,1 1 0 0 0,0 0 1 0 0,0-1-1 0 0,1-1 0 0 0,6-3-141 0 0,-1-1-1 0 0,0-1 1 0 0,0 0 0 0 0,-1 0 0 0 0,9-13-1 0 0,-12 15-511 0 0,0 1 0 0 0,-1 0 0 0 0,0-1-1 0 0,0 1 1 0 0,-1-1 0 0 0,1 0-1 0 0,-1 0 1 0 0,0 0 0 0 0,-1 0 0 0 0,1-1-1 0 0,-1 1 1 0 0,-1 0 0 0 0,1 0 0 0 0,-1-1-1 0 0,0 1 1 0 0,-2-10 0 0 0,-1 7-101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27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38 8 0 0,'-3'-4'561'0'0,"-1"1"-1"0"0,1-1 1 0 0,-1 1 0 0 0,0 0-1 0 0,-4-3 1 0 0,-10-8 1707 0 0,23 19-1291 0 0,-1 0 0 0 0,0 0 0 0 0,0 1 0 0 0,6 11 0 0 0,19 53 143 0 0,-19-41-712 0 0,31 85 974 0 0,-36-95-1126 0 0,0-1 1 0 0,-2 0 0 0 0,0 1-1 0 0,0 27 1 0 0,-2-41-821 0 0,0-14-198 0 0,0-19-4458 0 0,-1 20 2953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28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 0 0,'2'0'433'0'0,"0"0"-1"0"0,-1 1 1 0 0,1-1 0 0 0,-1 0-1 0 0,1 1 1 0 0,-1-1 0 0 0,0 1-1 0 0,1-1 1 0 0,-1 1 0 0 0,1 0 0 0 0,-1-1-1 0 0,0 1 1 0 0,1 0 0 0 0,-1 0-1 0 0,0 0 1 0 0,0 0 0 0 0,0 0-1 0 0,0 0 1 0 0,0 0 0 0 0,0 1-1 0 0,0-1 1 0 0,0 0 0 0 0,1 3-1 0 0,8 9 440 0 0,-9-13-1024 0 0,-1 1 0 0 0,1-1 0 0 0,-1 0 0 0 0,1 0 0 0 0,-1 0 0 0 0,1 0 0 0 0,0-1 0 0 0,-1 1 0 0 0,1 0 0 0 0,-1 0 0 0 0,1 0 0 0 0,-1 0 0 0 0,1 0 0 0 0,-1-1 0 0 0,1 1 0 0 0,-1 0 0 0 0,1-1 0 0 0,-1 1 0 0 0,0 0 0 0 0,1 0 0 0 0,-1-1 0 0 0,1 1 0 0 0,-1-1 0 0 0,0 1 0 0 0,1 0 0 0 0,-1-1 0 0 0,0 1 0 0 0,0-1 0 0 0,1 1 0 0 0,-1-1 0 0 0,1 0-108 0 0,2-4-1159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29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26 196 8 0 0,'7'-187'4777'0'0,"-10"179"-4488"0"0,-3 11-46 0 0,-3 16-112 0 0,4 5-100 0 0,1 0-1 0 0,1 1 1 0 0,0 33 0 0 0,3-45 444 0 0,1 1-1 0 0,0-1 1 0 0,1 0 0 0 0,0 0-1 0 0,1 0 1 0 0,1 0 0 0 0,0-1 0 0 0,5 13-1 0 0,-8-24-418 0 0,-1 0-1 0 0,1 0 0 0 0,0 0 0 0 0,-1 0 0 0 0,1 0 0 0 0,0 0 0 0 0,-1 0 1 0 0,1 0-1 0 0,0-1 0 0 0,0 1 0 0 0,0 0 0 0 0,0 0 0 0 0,0-1 0 0 0,0 1 0 0 0,0-1 1 0 0,0 1-1 0 0,0-1 0 0 0,0 1 0 0 0,0-1 0 0 0,0 0 0 0 0,0 1 0 0 0,1-1 1 0 0,-1 0-1 0 0,2 0 0 0 0,0 0-22 0 0,0 0 1 0 0,0-1-1 0 0,0 1 0 0 0,0-1 1 0 0,0 0-1 0 0,0 0 0 0 0,0 0 1 0 0,-1 0-1 0 0,5-3 1 0 0,3-2 9 0 0,0 0 0 0 0,-1-1 0 0 0,17-16 0 0 0,-19 16 80 0 0,0-1 0 0 0,-1 1 1 0 0,0-1-1 0 0,0 0 0 0 0,7-14 0 0 0,-12 21-68 0 0,0-1 0 0 0,0 1-1 0 0,0-1 1 0 0,0 0 0 0 0,-1 0-1 0 0,1 1 1 0 0,-1-1 0 0 0,1 0-1 0 0,-1 0 1 0 0,0 0 0 0 0,0 0-1 0 0,0 1 1 0 0,0-1 0 0 0,0 0-1 0 0,0 0 1 0 0,0 0 0 0 0,-1 0-1 0 0,1 1 1 0 0,-1-1 0 0 0,1 0-1 0 0,-1 0 1 0 0,0 1 0 0 0,1-1-1 0 0,-1 0 1 0 0,0 1 0 0 0,0-1-1 0 0,0 1 1 0 0,0-1 0 0 0,-1 1-1 0 0,1-1 1 0 0,0 1-1 0 0,-1 0 1 0 0,1 0 0 0 0,-1 0-1 0 0,1 0 1 0 0,-2-1 0 0 0,1 1 47 0 0,1 0 0 0 0,0 0 1 0 0,-1 0-1 0 0,1 0 0 0 0,-1 1 1 0 0,1-1-1 0 0,-1 1 0 0 0,1-1 1 0 0,-1 1-1 0 0,0-1 1 0 0,1 1-1 0 0,-1 0 0 0 0,0 0 1 0 0,1 0-1 0 0,-1 0 0 0 0,1 0 1 0 0,-3 0-1 0 0,4 1-70 0 0,0-1 1 0 0,-1 0-1 0 0,1 0 1 0 0,0 0-1 0 0,0 0 1 0 0,-1 1-1 0 0,1-1 1 0 0,0 0-1 0 0,0 0 1 0 0,-1 1-1 0 0,1-1 1 0 0,0 0-1 0 0,0 0 1 0 0,0 1-1 0 0,0-1 1 0 0,-1 0-1 0 0,1 1 1 0 0,0-1-1 0 0,0 0 1 0 0,0 1-1 0 0,0-1 1 0 0,0 0-1 0 0,0 1 1 0 0,0-1-1 0 0,0 0 1 0 0,0 0-1 0 0,0 1 1 0 0,0 0-1 0 0,7 16 200 0 0,6 1-231 0 0,-1 1-1 0 0,-1 0 1 0 0,0 1-1 0 0,-2 0 1 0 0,0 1-1 0 0,-2 0 1 0 0,0 0-1 0 0,5 30 0 0 0,-9-31 3 0 0,0 0-1 0 0,-2 1 0 0 0,0-1 0 0 0,-5 40 0 0 0,3-54-34 0 0,1 0-1 0 0,-2 0 1 0 0,1-1-1 0 0,0 1 1 0 0,-1 0 0 0 0,0 0-1 0 0,-1-1 1 0 0,1 1-1 0 0,-1-1 1 0 0,0 0-1 0 0,0 0 1 0 0,-1 0 0 0 0,0 0-1 0 0,0-1 1 0 0,0 1-1 0 0,0-1 1 0 0,0 0-1 0 0,-1 0 1 0 0,0 0-1 0 0,0-1 1 0 0,-6 4 0 0 0,9-7-109 0 0,1 1 1 0 0,-1 0-1 0 0,1-1 1 0 0,-1 1 0 0 0,0-1-1 0 0,1 0 1 0 0,-1 0-1 0 0,0 1 1 0 0,1-1 0 0 0,-1 0-1 0 0,0 0 1 0 0,1-1 0 0 0,-1 1-1 0 0,1 0 1 0 0,-1-1-1 0 0,0 1 1 0 0,1 0 0 0 0,-1-1-1 0 0,1 0 1 0 0,-1 1-1 0 0,1-1 1 0 0,-1 0 0 0 0,1 0-1 0 0,0 0 1 0 0,-1 0-1 0 0,1 0 1 0 0,0 0 0 0 0,0 0-1 0 0,0 0 1 0 0,-1-1-1 0 0,1 1 1 0 0,1 0 0 0 0,-1-1-1 0 0,0 1 1 0 0,0-1 0 0 0,0-1-1 0 0,-6-8-1542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30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8 250 928 0 0,'-3'11'2277'0'0,"1"1"-1"0"0,1-1 0 0 0,0 1 1 0 0,1 18-1 0 0,0-17-1666 0 0,2 1-1 0 0,0-1 0 0 0,1 0 0 0 0,4 14 0 0 0,-5-19-629 0 0,1 0 1 0 0,0 0-1 0 0,0 0 0 0 0,1-1 0 0 0,0 1 0 0 0,1-1 0 0 0,0 0 0 0 0,0 0 0 0 0,0 0 0 0 0,1 0 0 0 0,0-1 0 0 0,0 0 1 0 0,0-1-1 0 0,1 1 0 0 0,0-1 0 0 0,9 5 0 0 0,-16-10 7 0 0,1 1 0 0 0,0-1 0 0 0,0 1 1 0 0,-1-1-1 0 0,1 0 0 0 0,0 1 0 0 0,0-1 0 0 0,0 0 0 0 0,0 1 1 0 0,-1-1-1 0 0,1 0 0 0 0,0 0 0 0 0,0 0 0 0 0,0 0 0 0 0,0 0 1 0 0,0 0-1 0 0,0 0 0 0 0,-1 0 0 0 0,1 0 0 0 0,0-1 1 0 0,0 1-1 0 0,0 0 0 0 0,1-1 0 0 0,-1 0-38 0 0,-1 1 1 0 0,1-1-1 0 0,-1 0 0 0 0,1 0 1 0 0,-1 1-1 0 0,0-1 1 0 0,1 0-1 0 0,-1 0 0 0 0,0 0 1 0 0,0 0-1 0 0,1 1 0 0 0,-1-1 1 0 0,0 0-1 0 0,0 0 1 0 0,0 0-1 0 0,0 0 0 0 0,0 0 1 0 0,0-1-1 0 0,-2-8-535 0 0,0 1 1 0 0,0-1-1 0 0,-5-12 1 0 0,4 14 161 0 0,2 3 207 0 0,-9-37-723 0 0,9 39 923 0 0,1 0-1 0 0,-1 0 0 0 0,1 0 0 0 0,0 0 0 0 0,0 0 0 0 0,0-1 0 0 0,1 1 0 0 0,-1 0 0 0 0,1 0 0 0 0,-1 0 0 0 0,2-3 0 0 0,-1 5 32 0 0,-1 1-1 0 0,0-1 1 0 0,1 1-1 0 0,-1-1 1 0 0,1 1-1 0 0,-1-1 1 0 0,1 1-1 0 0,-1-1 1 0 0,1 1 0 0 0,-1 0-1 0 0,1-1 1 0 0,0 1-1 0 0,-1 0 1 0 0,1-1-1 0 0,-1 1 1 0 0,1 0-1 0 0,0 0 1 0 0,-1 0-1 0 0,1 0 1 0 0,0-1 0 0 0,-1 1-1 0 0,1 0 1 0 0,0 0-1 0 0,-1 0 1 0 0,1 0-1 0 0,-1 1 1 0 0,1-1-1 0 0,0 0 1 0 0,-1 0-1 0 0,1 0 1 0 0,0 0 0 0 0,-1 1-1 0 0,1-1 1 0 0,-1 0-1 0 0,1 1 1 0 0,0-1-1 0 0,-1 0 1 0 0,1 1-1 0 0,-1-1 1 0 0,1 1-1 0 0,-1-1 1 0 0,1 1 0 0 0,29 27 572 0 0,-19-17-319 0 0,-5-7-83 0 0,-4-2 12 0 0,1 1-1 0 0,0-1 1 0 0,0 0-1 0 0,0 0 1 0 0,0 0-1 0 0,0 0 1 0 0,1 0-1 0 0,-1-1 1 0 0,0 0-1 0 0,1 1 1 0 0,6 0-1 0 0,-9-4-125 0 0,0 0 0 0 0,0-1 0 0 0,-1 1 1 0 0,1-1-1 0 0,-1 1 0 0 0,0-1 0 0 0,0 1 0 0 0,0-1 0 0 0,0-4 0 0 0,0 5-24 0 0,-1-24 115 0 0,-5-29 0 0 0,2 29-29 0 0,0-30 0 0 0,7 52-78 0 0,5 8-28 0 0,7 10-37 0 0,-13-11-2 0 0,2 0 19 0 0,0 1 0 0 0,0-1 0 0 0,0 0 0 0 0,0 0 1 0 0,1 0-1 0 0,-1-1 0 0 0,1 1 0 0 0,0-1 1 0 0,0 0-1 0 0,0-1 0 0 0,0 1 0 0 0,0-1 1 0 0,9 1-1 0 0,-12-1 24 0 0,1-1-1 0 0,-1 0 1 0 0,0 0 0 0 0,0-1 0 0 0,0 1-1 0 0,1 0 1 0 0,-1-1 0 0 0,0 1-1 0 0,0-1 1 0 0,0 0 0 0 0,0 0 0 0 0,0 0-1 0 0,0 0 1 0 0,0 0 0 0 0,0 0 0 0 0,0 0-1 0 0,-1-1 1 0 0,1 1 0 0 0,0-1 0 0 0,-1 1-1 0 0,1-1 1 0 0,-1 0 0 0 0,1 1 0 0 0,-1-1-1 0 0,0 0 1 0 0,0 0 0 0 0,0 0 0 0 0,0 0-1 0 0,0 0 1 0 0,0 0 0 0 0,-1 0 0 0 0,1 0-1 0 0,-1-1 1 0 0,1-2 0 0 0,1-4 156 0 0,-1-1 1 0 0,0 1-1 0 0,0-1 1 0 0,-2-9-1 0 0,1 16-165 0 0,0 0-1 0 0,0 0 0 0 0,-1 0 1 0 0,1 0-1 0 0,-1 0 1 0 0,0 1-1 0 0,0-1 0 0 0,0 0 1 0 0,0 0-1 0 0,0 1 0 0 0,0-1 1 0 0,-1 0-1 0 0,0 1 0 0 0,1 0 1 0 0,-1-1-1 0 0,0 1 0 0 0,-3-3 1 0 0,5 5-23 0 0,0 0-1 0 0,0 0 1 0 0,-1-1 0 0 0,1 1 0 0 0,0 0 0 0 0,0 0-1 0 0,-1-1 1 0 0,1 1 0 0 0,0 0 0 0 0,-1 0 0 0 0,1 0-1 0 0,0 0 1 0 0,0 0 0 0 0,-1 0 0 0 0,1-1 0 0 0,0 1 0 0 0,-1 0-1 0 0,1 0 1 0 0,0 0 0 0 0,-1 0 0 0 0,1 0 0 0 0,0 0-1 0 0,-1 0 1 0 0,1 0 0 0 0,0 0 0 0 0,-1 1 0 0 0,1-1 0 0 0,0 0-1 0 0,-1 0 1 0 0,1 0 0 0 0,0 0 0 0 0,-1 0 0 0 0,1 0-1 0 0,0 1 1 0 0,0-1 0 0 0,-1 0 0 0 0,1 1 0 0 0,-5 14 31 0 0,7 20-49 0 0,0-26 18 0 0,-1 0 1 0 0,2-1-1 0 0,-1 1 0 0 0,1-1 0 0 0,1 1 0 0 0,-1-1 0 0 0,8 10 0 0 0,-10-16 5 0 0,0-1-1 0 0,0 1 0 0 0,1 0 1 0 0,-1-1-1 0 0,1 0 0 0 0,-1 1 1 0 0,1-1-1 0 0,0 0 0 0 0,0 0 1 0 0,-1 0-1 0 0,1 0 0 0 0,0 0 1 0 0,0 0-1 0 0,0 0 0 0 0,2 0 1 0 0,-1-1-6 0 0,0 0 0 0 0,-1 0 0 0 0,1 0 1 0 0,0 0-1 0 0,-1 0 0 0 0,1-1 1 0 0,-1 1-1 0 0,1-1 0 0 0,-1 1 0 0 0,1-1 1 0 0,-1 0-1 0 0,1 0 0 0 0,-1-1 0 0 0,5-2 1 0 0,0 0 15 0 0,0 0 1 0 0,-1-1 0 0 0,0 0-1 0 0,1 0 1 0 0,-2-1-1 0 0,1 1 1 0 0,-1-1 0 0 0,1-1-1 0 0,-2 1 1 0 0,1-1-1 0 0,-1 0 1 0 0,0 0 0 0 0,0 0-1 0 0,-1 0 1 0 0,0-1 0 0 0,0 1-1 0 0,-1-1 1 0 0,0 0-1 0 0,0 0 1 0 0,-1 0 0 0 0,0 0-1 0 0,0 0 1 0 0,-1-10-1 0 0,2-31 585 0 0,-1 45-516 0 0,-1 0-1 0 0,1 0 1 0 0,0 0-1 0 0,0 1 1 0 0,0-1 0 0 0,0 0-1 0 0,1 1 1 0 0,0-1-1 0 0,-1 0 1 0 0,4-2-1 0 0,-4 5-68 0 0,0 0-1 0 0,0 0 0 0 0,0 1 0 0 0,0-1 0 0 0,0 1 1 0 0,1-1-1 0 0,-1 1 0 0 0,0 0 0 0 0,0-1 1 0 0,1 1-1 0 0,-1 0 0 0 0,0 0 0 0 0,0 0 0 0 0,1 0 1 0 0,-1 0-1 0 0,0 0 0 0 0,1 0 0 0 0,-1 0 0 0 0,0 0 1 0 0,0 1-1 0 0,1-1 0 0 0,-1 1 0 0 0,0-1 0 0 0,0 1 1 0 0,0-1-1 0 0,0 1 0 0 0,1-1 0 0 0,1 3 1 0 0,30 21 257 0 0,-24-16-521 0 0,-1 1 0 0 0,-1 0 0 0 0,1 0 0 0 0,-1 0 0 0 0,-1 1 0 0 0,0 1 0 0 0,0-1 0 0 0,-1 1 0 0 0,-1-1 0 0 0,7 24 0 0 0,-9-28 85 0 0,-1-1 1 0 0,0 1 0 0 0,0 0-1 0 0,0 0 1 0 0,-1 0 0 0 0,0 0 0 0 0,0 0-1 0 0,0 0 1 0 0,-1 0 0 0 0,0 0-1 0 0,0-1 1 0 0,-1 1 0 0 0,1 0-1 0 0,-1-1 1 0 0,-1 1 0 0 0,1-1 0 0 0,-1 1-1 0 0,0-1 1 0 0,0 0 0 0 0,0 0-1 0 0,-1 0 1 0 0,0-1 0 0 0,-5 6-1 0 0,-1-1-2442 0 0,1 0-159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30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21 8 0 0,'-1'-6'0'0'0,"-1"-1"0"0"0,0 2 0 0 0,2 2 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31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8 0 0,'0'-4'0'0'0,"0"-3"0"0"0,0 2 0 0 0,2 0 0 0 0,-1 2 0 0 0,3 0 0 0 0,-3 0 0 0 0,3-1 0 0 0,-1 3 0 0 0,2 1 0 0 0,-1 0 0 0 0,-2 0 0 0 0,1 1 0 0 0,1 3 0 0 0,-1-3 0 0 0,0 4 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31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181 299 8 0 0,'2'8'315'0'0,"0"-1"0"0"0,0 0 0 0 0,1 0 0 0 0,3 8 0 0 0,-5-12-260 0 0,10 15 1628 0 0,-10-17-1454 0 0,-1-1 1 0 0,1 1-1 0 0,-1-1 1 0 0,1 1-1 0 0,-1-1 1 0 0,1 0-1 0 0,0 1 1 0 0,-1-1 0 0 0,1 1-1 0 0,0-1 1 0 0,-1 0-1 0 0,1 0 1 0 0,0 1-1 0 0,2-1 4162 0 0,-17-26-2488 0 0,-9-27-434 0 0,2-1 1 0 0,2-1-1 0 0,-13-70 0 0 0,29 93-1141 0 0,3 31-314 0 0,-1 0 0 0 0,1 0 0 0 0,0 0 0 0 0,0 0 0 0 0,0 0 0 0 0,0 0 0 0 0,0 0 1 0 0,0 0-1 0 0,0 0 0 0 0,0 0 0 0 0,1 1 0 0 0,-1-1 0 0 0,0 0 0 0 0,0 0 0 0 0,1 0 0 0 0,-1 0 0 0 0,1 0 0 0 0,-1 0 0 0 0,1 1 0 0 0,-1-1 0 0 0,1 0 0 0 0,-1 0 0 0 0,1 0 1 0 0,0 1-1 0 0,-1-1 0 0 0,1 1 0 0 0,1-2 0 0 0,-2 3-14 0 0,1-1 1 0 0,-1 1-1 0 0,1 0 0 0 0,-1-1 1 0 0,0 1-1 0 0,1 0 1 0 0,-1-1-1 0 0,0 1 0 0 0,0 0 1 0 0,0 0-1 0 0,1-1 0 0 0,-1 1 1 0 0,0 0-1 0 0,0-1 1 0 0,0 1-1 0 0,0 0 0 0 0,0 0 1 0 0,0 0-1 0 0,0-1 1 0 0,-1 1-1 0 0,1 0 0 0 0,0 0 1 0 0,-4 23-8 0 0,4-23-17 0 0,-5 20-166 0 0,-1-1 0 0 0,-1 0 0 0 0,-1 0 0 0 0,0 0-1 0 0,-12 17 1 0 0,-19 48-637 0 0,36-77 764 0 0,-1 2 37 0 0,0-1-1 0 0,1 0 1 0 0,1 1-1 0 0,0-1 1 0 0,0 1-1 0 0,-1 12 1 0 0,4-22 28 0 0,-1 1-1 0 0,0-1 1 0 0,0 0-1 0 0,1 1 1 0 0,-1-1-1 0 0,0 0 1 0 0,0 0-1 0 0,1 1 1 0 0,-1-1 0 0 0,0 0-1 0 0,1 0 1 0 0,-1 1-1 0 0,0-1 1 0 0,1 0-1 0 0,-1 0 1 0 0,0 0-1 0 0,1 0 1 0 0,-1 1 0 0 0,1-1-1 0 0,-1 0 1 0 0,0 0-1 0 0,1 0 1 0 0,-1 0-1 0 0,1 0 1 0 0,-1 0-1 0 0,0 0 1 0 0,1 0 0 0 0,-1 0-1 0 0,1 0 1 0 0,-1 0-1 0 0,0 0 1 0 0,1-1-1 0 0,-1 1 1 0 0,1 0-1 0 0,0 0 1 0 0,15-5 74 0 0,14-12 379 0 0,38-28-1 0 0,-15 8-77 0 0,-13 9-113 0 0,-31 21-247 0 0,0-1 1 0 0,0 2-1 0 0,1 0 0 0 0,0 0 0 0 0,0 0 1 0 0,1 1-1 0 0,0 1 0 0 0,11-4 1 0 0,-22 8-32 0 0,1 0 0 0 0,-1 0 1 0 0,0 0-1 0 0,1 0 0 0 0,-1 0 1 0 0,0 0-1 0 0,1 0 0 0 0,-1 0 1 0 0,1 0-1 0 0,-1 0 0 0 0,0 0 1 0 0,1 0-1 0 0,-1 0 0 0 0,1 1 1 0 0,-1-1-1 0 0,0 0 0 0 0,1 0 1 0 0,-1 0-1 0 0,0 0 0 0 0,1 1 1 0 0,-1-1-1 0 0,0 0 0 0 0,1 0 1 0 0,-1 1-1 0 0,0-1 0 0 0,0 0 1 0 0,1 1-1 0 0,-1-1 0 0 0,0 0 1 0 0,0 1-1 0 0,0-1 0 0 0,1 0 1 0 0,-1 1-1 0 0,0-1 0 0 0,0 0 1 0 0,0 1-1 0 0,0-1 0 0 0,0 1 1 0 0,0-1-1 0 0,0 0 0 0 0,0 1 1 0 0,0-1-1 0 0,0 1 0 0 0,0-1 1 0 0,0 0-1 0 0,0 1 0 0 0,0-1 1 0 0,0 1-1 0 0,0-1 0 0 0,0 0 0 0 0,0 1 1 0 0,-1 0-1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32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0 632 0 0,'-2'7'1309'0'0,"1"0"0"0"0,1 0-1 0 0,-1 0 1 0 0,1 0 0 0 0,1 12-1 0 0,8 37 3060 0 0,-3-21-2329 0 0,-5-32-2016 0 0,-2-8 433 0 0,-1-34-1230 0 0,3 14-5394 0 0,1 20 3581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33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156 432 8 0 0,'11'8'2981'0'0,"-14"-18"2634"0"0,-3-10-2354 0 0,-6-34-2209 0 0,-2 1 1 0 0,-21-55-1 0 0,26 87-736 0 0,2 0 0 0 0,1 0 0 0 0,0-1-1 0 0,2 1 1 0 0,0-1 0 0 0,-1-40 0 0 0,5 62-315 0 0,0 0 0 0 0,0 0 1 0 0,0 0-1 0 0,0 0 0 0 0,1 0 0 0 0,-1 0 0 0 0,0 0 1 0 0,0 0-1 0 0,0-1 0 0 0,0 1 0 0 0,0 0 0 0 0,0 0 1 0 0,0 0-1 0 0,0 0 0 0 0,0 0 0 0 0,0 0 0 0 0,0 0 0 0 0,0-1 1 0 0,0 1-1 0 0,0 0 0 0 0,0 0 0 0 0,0 0 0 0 0,0 0 1 0 0,0 0-1 0 0,0 0 0 0 0,0 0 0 0 0,0-1 0 0 0,0 1 1 0 0,0 0-1 0 0,0 0 0 0 0,0 0 0 0 0,-1 0 0 0 0,1 0 1 0 0,0 0-1 0 0,0 0 0 0 0,0 0 0 0 0,0 0 0 0 0,0-1 1 0 0,0 1-1 0 0,0 0 0 0 0,0 0 0 0 0,0 0 0 0 0,0 0 1 0 0,-1 0-1 0 0,1 0 0 0 0,0 0 0 0 0,0 0 0 0 0,0 0 0 0 0,0 0 1 0 0,0 0-1 0 0,0 0 0 0 0,0 0 0 0 0,-1 0 0 0 0,1 0 1 0 0,0 0-1 0 0,0 0 0 0 0,0 0 0 0 0,0 0 0 0 0,0 0 1 0 0,0 0-1 0 0,0 0 0 0 0,-1 0 0 0 0,1 0 0 0 0,0 0 1 0 0,0 0-1 0 0,-7 10-18 0 0,-4 15-236 0 0,-1 14-234 0 0,6-20-14 0 0,1 0 0 0 0,-5 36 1 0 0,9-50 471 0 0,1 0 0 0 0,-1 0 0 0 0,2 0 1 0 0,-1 0-1 0 0,0 0 0 0 0,1 0 0 0 0,0-1 0 0 0,0 1 1 0 0,0 0-1 0 0,1 0 0 0 0,-1-1 0 0 0,1 1 0 0 0,1-1 1 0 0,-1 1-1 0 0,0-1 0 0 0,5 6 0 0 0,-5-8 68 0 0,0 0-1 0 0,0 0 1 0 0,0-1-1 0 0,0 1 1 0 0,0 0-1 0 0,1-1 1 0 0,-1 1-1 0 0,0-1 1 0 0,1 0-1 0 0,-1 1 1 0 0,1-1-1 0 0,0-1 1 0 0,-1 1-1 0 0,1 0 1 0 0,0-1 0 0 0,-1 1-1 0 0,1-1 1 0 0,0 0-1 0 0,0 1 1 0 0,-1-2-1 0 0,1 1 1 0 0,0 0-1 0 0,3-1 1 0 0,6-2 312 0 0,1 0 1 0 0,-1-1-1 0 0,24-11 0 0 0,17-5-30 0 0,-36 16-496 0 0,29-11 0 0 0,-5-5-2871 0 0,-13 9-5468 0 0,-23 11 5723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33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93 8 0 0,'0'0'50'0'0,"-1"0"1"0"0,1 1-1 0 0,0-1 0 0 0,0 0 0 0 0,-1 0 1 0 0,1 0-1 0 0,0 1 0 0 0,0-1 1 0 0,0 0-1 0 0,-1 0 0 0 0,1 1 0 0 0,0-1 1 0 0,0 0-1 0 0,0 1 0 0 0,0-1 1 0 0,0 0-1 0 0,0 0 0 0 0,-1 1 0 0 0,1-1 1 0 0,0 0-1 0 0,0 1 0 0 0,0-1 1 0 0,0 0-1 0 0,0 1 0 0 0,0-1 0 0 0,0 0 1 0 0,1 1-1 0 0,-1-1 0 0 0,0 0 1 0 0,0 1-1 0 0,0-1 0 0 0,0 0 0 0 0,0 0 1 0 0,1 1-1 0 0,10 5 3864 0 0,-9-5-3305 0 0,1-1 1 0 0,-1 1-1 0 0,1-1 0 0 0,-1 1 1 0 0,1-1-1 0 0,-1 0 1 0 0,1 0-1 0 0,-1-1 0 0 0,4 0 1 0 0,6-5 2 0 0,-1 0 0 0 0,0-2 0 0 0,0 1-1 0 0,18-18 1 0 0,-9 8-668 0 0,-19 15-370 0 0,1 1 1 0 0,-1-1-1 0 0,1 0 0 0 0,-1 0 0 0 0,1 0 1 0 0,-1 0-1 0 0,0 0 0 0 0,0 0 0 0 0,0 0 0 0 0,1-3 1 0 0,2-6-2205 0 0,-1 6 1381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34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1336 0 0,'3'12'3678'0'0,"-2"-7"-2420"0"0,0 1 0 0 0,0-1 0 0 0,0 0 0 0 0,-1 0 0 0 0,1 0 0 0 0,-1 1 0 0 0,-2 9 0 0 0,-6-51-5458 0 0,7 32 2932 0 0,-1-4-1124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35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112 532 8 0 0,'2'22'1980'0'0,"-5"-12"307"0"0,3-10-2223 0 0,0 0 0 0 0,0 0-1 0 0,-1 0 1 0 0,1 0 0 0 0,0 0-1 0 0,0 1 1 0 0,0-1 0 0 0,0 0-1 0 0,-1 0 1 0 0,1 0 0 0 0,0 0-1 0 0,0 0 1 0 0,0 0-1 0 0,0 0 1 0 0,-1 0 0 0 0,1 0-1 0 0,0 0 1 0 0,0 0 0 0 0,0 0-1 0 0,-1 0 1 0 0,1 0 0 0 0,0 0-1 0 0,0 0 1 0 0,0 0 0 0 0,-1 0-1 0 0,1 0 1 0 0,0 0 0 0 0,0-1-1 0 0,0 1 1 0 0,0 0-1 0 0,-1 0 1 0 0,1 0 0 0 0,0 0-1 0 0,0 0 1 0 0,0 0 0 0 0,0 0-1 0 0,0-1 1 0 0,-1 1 0 0 0,1 0-1 0 0,0 0 1 0 0,0 0 0 0 0,0-1-1 0 0,-1-1 116 0 0,0 0 0 0 0,0 0 0 0 0,0 0 0 0 0,0 0 0 0 0,1 0-1 0 0,-1 0 1 0 0,0 0 0 0 0,1-1 0 0 0,0 1 0 0 0,0 0 0 0 0,-1 0 0 0 0,1 0-1 0 0,1-1 1 0 0,-1 1 0 0 0,0 0 0 0 0,1-3 0 0 0,-1 2-71 0 0,1 0 0 0 0,-1 0 0 0 0,0-1 1 0 0,0 1-1 0 0,0 0 0 0 0,-1 0 0 0 0,-1-7 0 0 0,-1 1 43 0 0,3 8-148 0 0,0 0-1 0 0,0 0 1 0 0,0 0 0 0 0,-1 0-1 0 0,1 0 1 0 0,0 0-1 0 0,-1 0 1 0 0,1 0-1 0 0,0 0 1 0 0,-1 0 0 0 0,1 0-1 0 0,-1 0 1 0 0,1 0-1 0 0,-1 1 1 0 0,0-1-1 0 0,1 0 1 0 0,-1 0 0 0 0,0 1-1 0 0,0-1 1 0 0,1 0-1 0 0,-1 1 1 0 0,0-1-1 0 0,0 1 1 0 0,0-1 0 0 0,0 1-1 0 0,0-1 1 0 0,0 1-1 0 0,0 0 1 0 0,-1-1-1 0 0,1 1-11 0 0,1 0 0 0 0,0 0 0 0 0,-1 0 0 0 0,1 0 0 0 0,-1 0 0 0 0,1 0 0 0 0,-1 0 0 0 0,1 0 0 0 0,0 0-1 0 0,-1 0 1 0 0,1 1 0 0 0,-1-1 0 0 0,1 0 0 0 0,0 0 0 0 0,-1 0 0 0 0,1 1 0 0 0,0-1 0 0 0,-1 0 0 0 0,1 0-1 0 0,0 1 1 0 0,-1-1 0 0 0,1 0 0 0 0,0 1 0 0 0,0-1 0 0 0,-1 0 0 0 0,1 1 0 0 0,0-1 0 0 0,0 1 0 0 0,0-1 0 0 0,-1 0-1 0 0,1 1 1 0 0,0-1 0 0 0,0 1 0 0 0,0 0 0 0 0,1 17-306 0 0,0-7 427 0 0,-1-10-131 0 0,34 3 1700 0 0,-32-4-1570 0 0,0 0 0 0 0,1-1 0 0 0,-1 0 0 0 0,0 0 0 0 0,0 1 0 0 0,0-1 0 0 0,0-1 0 0 0,0 1-1 0 0,0 0 1 0 0,0 0 0 0 0,0-1 0 0 0,-1 1 0 0 0,1-1 0 0 0,0 1 0 0 0,-1-1 0 0 0,3-2 0 0 0,23-35 640 0 0,-21 30-625 0 0,-5 7-118 0 0,1 0-1 0 0,-1 0 1 0 0,0 0 0 0 0,0 0-1 0 0,0 0 1 0 0,0 0 0 0 0,-1 0-1 0 0,1 0 1 0 0,-1 0 0 0 0,1 0 0 0 0,-1-1-1 0 0,0 1 1 0 0,1 0 0 0 0,-1 0-1 0 0,0 0 1 0 0,-1-1 0 0 0,1-1-1 0 0,-2-2 24 0 0,0 1-1 0 0,0 0 0 0 0,0 0 1 0 0,-1-1-1 0 0,-4-5 1 0 0,2 2 57 0 0,1 2-73 0 0,0 1-1 0 0,0 0 0 0 0,-1 0 1 0 0,1 1-1 0 0,-1-1 1 0 0,-1 1-1 0 0,-10-8 0 0 0,13 10-9 0 0,0 1-1 0 0,-1 0 0 0 0,0 0 0 0 0,1 0 0 0 0,-1 1 1 0 0,0-1-1 0 0,0 1 0 0 0,0 0 0 0 0,0 0 1 0 0,0 0-1 0 0,0 0 0 0 0,0 1 0 0 0,0 0 1 0 0,0 0-1 0 0,-7 0 0 0 0,9 1-11 0 0,1-1-1 0 0,0 1 1 0 0,-1 0 0 0 0,1-1-1 0 0,-1 1 1 0 0,1 0 0 0 0,0 0-1 0 0,0 0 1 0 0,-1 0 0 0 0,1 0-1 0 0,0 0 1 0 0,0 0 0 0 0,0 1-1 0 0,0-1 1 0 0,0 0 0 0 0,0 1-1 0 0,1-1 1 0 0,-1 0 0 0 0,0 1 0 0 0,1-1-1 0 0,-1 1 1 0 0,1-1 0 0 0,-1 3-1 0 0,-1 2-76 0 0,1 0 0 0 0,0 1-1 0 0,0-1 1 0 0,0 10 0 0 0,3-40 120 0 0,-1 11 13 0 0,0 1 0 0 0,-1-1 1 0 0,-2-22-1 0 0,-1 19 36 0 0,0 1 1 0 0,1-1 0 0 0,1 0-1 0 0,1 0 1 0 0,1 0-1 0 0,2-20 1 0 0,-2 35-72 0 0,-1-1 0 0 0,1 1 0 0 0,0 0 0 0 0,0 0 0 0 0,0-1 0 0 0,0 1 0 0 0,0 0 0 0 0,0 0 0 0 0,0 0 0 0 0,1 0 0 0 0,-1 0 0 0 0,0 1 0 0 0,0-1 0 0 0,1 0 0 0 0,1 0 0 0 0,26-13 144 0 0,-20 11-94 0 0,-2-1 11 0 0,-1 0 0 0 0,1-1 0 0 0,-1 0-1 0 0,0 0 1 0 0,0 0 0 0 0,0-1 0 0 0,-1 1-1 0 0,0-1 1 0 0,0-1 0 0 0,0 1 0 0 0,5-11-1 0 0,-7 13-54 0 0,1 2-936 0 0,7 7-9491 0 0,-10-5 10575 0 0,5 5-2004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36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156 107 8 0 0,'1'-1'488'0'0,"-1"-1"0"0"0,1 0 0 0 0,0 0 0 0 0,-1 0 0 0 0,0 0-1 0 0,1 0 1 0 0,-1 0 0 0 0,0 0 0 0 0,0 1 0 0 0,0-1 0 0 0,0-3 0 0 0,-1 1-173 0 0,0 1 0 0 0,0-1 1 0 0,0 0-1 0 0,0 1 0 0 0,0-1 0 0 0,-1 1 1 0 0,0-1-1 0 0,0 1 0 0 0,-3-4 0 0 0,3 3-158 0 0,-1 1-1 0 0,1 0 1 0 0,-1-1-1 0 0,0 1 0 0 0,0 0 1 0 0,-1 1-1 0 0,1-1 0 0 0,-1 0 1 0 0,1 1-1 0 0,-1 0 1 0 0,0 0-1 0 0,0 0 0 0 0,0 0 1 0 0,-5-1-1 0 0,6 3-68 0 0,1-1-1 0 0,-1 1 1 0 0,0-1-1 0 0,0 1 1 0 0,0 0 0 0 0,0 0-1 0 0,1 0 1 0 0,-1 1-1 0 0,0-1 1 0 0,0 1 0 0 0,0-1-1 0 0,1 1 1 0 0,-1 0-1 0 0,0 0 1 0 0,1 0-1 0 0,-1 0 1 0 0,0 1 0 0 0,1-1-1 0 0,-5 4 1 0 0,5-2-57 0 0,-1 0 0 0 0,0 0 0 0 0,1 1 0 0 0,0-1 0 0 0,0 1 0 0 0,0-1 0 0 0,0 1 0 0 0,1-1 0 0 0,-1 1 0 0 0,1 0 0 0 0,0 0 0 0 0,-1 6 0 0 0,0 3-65 0 0,1 1-1 0 0,1-1 1 0 0,0 0-1 0 0,1 0 1 0 0,0 0-1 0 0,1 0 1 0 0,5 20-1 0 0,-4-23 37 0 0,0-1 1 0 0,1-1-1 0 0,8 16 0 0 0,-11-22 12 0 0,0 0 0 0 0,0 0 0 0 0,0 0 0 0 0,1 0 0 0 0,-1 0 0 0 0,1 0 0 0 0,-1-1 0 0 0,1 1 0 0 0,-1 0 0 0 0,1-1 0 0 0,0 0 0 0 0,0 1 0 0 0,0-1 0 0 0,0 0 0 0 0,0 0 1 0 0,0 0-1 0 0,0 0 0 0 0,0 0 0 0 0,1-1 0 0 0,-1 1 0 0 0,3 0 0 0 0,-3-2 7 0 0,0 1 1 0 0,0-1 0 0 0,0 1 0 0 0,0-1 0 0 0,0 0 0 0 0,0 0 0 0 0,0 0 0 0 0,0 0 0 0 0,0 0 0 0 0,0-1 0 0 0,0 1 0 0 0,-1-1-1 0 0,1 1 1 0 0,-1-1 0 0 0,1 1 0 0 0,-1-1 0 0 0,1 0 0 0 0,-1 0 0 0 0,0 1 0 0 0,0-1 0 0 0,0 0 0 0 0,1-4 0 0 0,2-2 109 0 0,0 0 0 0 0,-1 0 0 0 0,-1-1 1 0 0,3-10-1 0 0,-3 4 34 0 0,-1-1 0 0 0,-1 1 1 0 0,0-1-1 0 0,-2-16 0 0 0,-1-19 721 0 0,3 51-782 0 0,3 1-44 0 0,0 0 0 0 0,-1 1 0 0 0,1 0 0 0 0,-1 0 0 0 0,1-1 0 0 0,-1 1 0 0 0,0 1 0 0 0,1-1 0 0 0,-1 0-1 0 0,0 0 1 0 0,3 6 0 0 0,4 2-69 0 0,0-1 16 0 0,0 0 0 0 0,-1 1 1 0 0,0 0-1 0 0,0 0 0 0 0,-1 1 1 0 0,0 0-1 0 0,-1 0 0 0 0,-1 1 1 0 0,1-1-1 0 0,-2 1 0 0 0,6 19 1 0 0,-6-13-18 0 0,0 0 0 0 0,-2 0 0 0 0,1 0 0 0 0,-2 0 0 0 0,-1 0 0 0 0,-3 33 0 0 0,2-42-170 0 0,-1-1-1 0 0,0 0 0 0 0,0 1 0 0 0,-1-1 1 0 0,0 0-1 0 0,-9 15 0 0 0,8-18-237 0 0,1 1 0 0 0,-1-1 0 0 0,-1 0-1 0 0,1 0 1 0 0,-1 0 0 0 0,0-1 0 0 0,0 1 0 0 0,0-1-1 0 0,0-1 1 0 0,-7 4 0 0 0,-1 1-1374 0 0,0-3-147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36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1 320 0 0,'2'1'620'0'0,"-1"0"-1"0"0,1 1 1 0 0,0-1-1 0 0,0 1 1 0 0,-1-1-1 0 0,1 1 1 0 0,-1 0-1 0 0,1-1 1 0 0,-1 1-1 0 0,0 0 1 0 0,0 0 0 0 0,2 3-1 0 0,3 5 1623 0 0,76 83 3039 0 0,-6-9-5225 0 0,-76-83-100 0 0,1-1 0 0 0,-1 0-1 0 0,0 1 1 0 0,0-1 0 0 0,0 1 0 0 0,1-1 0 0 0,-1 0 0 0 0,0 1 0 0 0,1-1 0 0 0,-1 1-1 0 0,0-1 1 0 0,1 0 0 0 0,-1 0 0 0 0,1 1 0 0 0,-1-1 0 0 0,0 0 0 0 0,1 0 0 0 0,-1 1 0 0 0,1-1-1 0 0,-1 0 1 0 0,1 0 0 0 0,-1 0 0 0 0,1 0 0 0 0,-1 0 0 0 0,1 1 0 0 0,-1-1 0 0 0,1 0 0 0 0,1-13-1916 0 0,-8-19-2708 0 0,0 14 1343 0 0,4 9 1801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37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3 349 288 0 0,'0'-2'204'0'0,"-1"-8"1003"0"0,0 1 0 0 0,1-19-1 0 0,0 26-911 0 0,0 0-1 0 0,1 0 1 0 0,-1 0-1 0 0,0 0 1 0 0,1 0-1 0 0,0 0 1 0 0,-1 1-1 0 0,1-1 1 0 0,1-2-1 0 0,-1 3-154 0 0,-1 1 1 0 0,1-1-1 0 0,-1 1 0 0 0,1-1 0 0 0,-1 1 0 0 0,1-1 1 0 0,-1 1-1 0 0,1-1 0 0 0,0 1 0 0 0,-1 0 0 0 0,1-1 1 0 0,0 1-1 0 0,-1 0 0 0 0,1-1 0 0 0,0 1 0 0 0,-1 0 1 0 0,1 0-1 0 0,0 0 0 0 0,0 0 0 0 0,-1 0 0 0 0,1 0 1 0 0,0 0-1 0 0,-1 0 0 0 0,3 0 0 0 0,1 2 40 0 0,1 0 0 0 0,-1 0 0 0 0,1 0 0 0 0,-1 1 0 0 0,0 0 0 0 0,0 0 1 0 0,0 0-1 0 0,0 0 0 0 0,0 1 0 0 0,5 6 0 0 0,9 7-114 0 0,45 38 684 0 0,-63-54-719 0 0,0-1 0 0 0,1 0-1 0 0,-1 0 1 0 0,0 1 0 0 0,0-1 0 0 0,1 0 0 0 0,-1 0 0 0 0,0 1-1 0 0,1-1 1 0 0,-1 0 0 0 0,1 0 0 0 0,-1 0 0 0 0,0 0 0 0 0,1 1 0 0 0,-1-1-1 0 0,1 0 1 0 0,-1 0 0 0 0,0 0 0 0 0,1 0 0 0 0,-1 0 0 0 0,1 0-1 0 0,-1 0 1 0 0,0 0 0 0 0,1 0 0 0 0,-1 0 0 0 0,1 0 0 0 0,-1-1 0 0 0,0 1-1 0 0,1 0 1 0 0,-1 0 0 0 0,0 0 0 0 0,1 0 0 0 0,-1-1 0 0 0,1 1-1 0 0,-1 0 1 0 0,0 0 0 0 0,0-1 0 0 0,1 1 0 0 0,-1 0 0 0 0,1-1 0 0 0,4-20 561 0 0,-6-27-461 0 0,-3 20-49 0 0,2 22-77 0 0,1-1-1 0 0,-1 0 0 0 0,2 1 1 0 0,-1-1-1 0 0,1 0 0 0 0,0 0 1 0 0,0 0-1 0 0,1 1 0 0 0,2-12 1 0 0,-3 17-4 0 0,0 1 0 0 0,0-1 0 0 0,1 0 1 0 0,-1 1-1 0 0,0-1 0 0 0,1 1 0 0 0,-1-1 1 0 0,0 1-1 0 0,1-1 0 0 0,-1 1 0 0 0,1-1 1 0 0,-1 1-1 0 0,1-1 0 0 0,-1 1 1 0 0,1 0-1 0 0,-1-1 0 0 0,1 1 0 0 0,-1 0 1 0 0,1 0-1 0 0,0-1 0 0 0,-1 1 0 0 0,1 0 1 0 0,-1 0-1 0 0,1 0 0 0 0,1-1 0 0 0,17 7 36 0 0,18 20-22 0 0,-32-22-33 0 0,2 2 43 0 0,1-1 0 0 0,-1 0 0 0 0,13 5-1 0 0,-17-8 53 0 0,0-1 0 0 0,1 1 0 0 0,0-1 0 0 0,-1 0 0 0 0,1 0 0 0 0,-1 0 0 0 0,1-1 0 0 0,0 1 0 0 0,-1-1 0 0 0,1 0 0 0 0,4 0 0 0 0,-6-1-37 0 0,0 0 0 0 0,1 0 0 0 0,-1 1-1 0 0,0-1 1 0 0,0 0 0 0 0,0-1 0 0 0,0 1 0 0 0,0 0 0 0 0,0-1-1 0 0,0 1 1 0 0,0-1 0 0 0,-1 0 0 0 0,1 1 0 0 0,0-1 0 0 0,-1 0-1 0 0,0 0 1 0 0,1 0 0 0 0,-1 0 0 0 0,0 0 0 0 0,0 0-1 0 0,0 0 1 0 0,0-1 0 0 0,-1 1 0 0 0,1 0 0 0 0,0 0 0 0 0,-1-1-1 0 0,0 1 1 0 0,1-1 0 0 0,-1-3 0 0 0,0-3 16 0 0,0-1 0 0 0,0 1 1 0 0,-1 0-1 0 0,0-1 0 0 0,0 1 0 0 0,-4-12 1 0 0,3 15-21 0 0,-10-29 273 0 0,12 34-286 0 0,-1 0 0 0 0,1 0 0 0 0,0 0-1 0 0,-1 0 1 0 0,1 0 0 0 0,-1 1 0 0 0,1-1-1 0 0,-1 0 1 0 0,1 0 0 0 0,-1 0 0 0 0,1 0-1 0 0,-1 1 1 0 0,0-1 0 0 0,0 0 0 0 0,1 1-1 0 0,-1-1 1 0 0,0 1 0 0 0,0-1 0 0 0,0 1-1 0 0,0-1 1 0 0,1 1 0 0 0,-1-1 0 0 0,0 1-1 0 0,0 0 1 0 0,0-1 0 0 0,0 1 0 0 0,0 0-1 0 0,-2 0 1 0 0,2 0-14 0 0,1 1 0 0 0,-1-1-1 0 0,0 1 1 0 0,1 0 0 0 0,-1-1-1 0 0,0 1 1 0 0,1 0 0 0 0,-1-1 0 0 0,1 1-1 0 0,-1 0 1 0 0,1 0 0 0 0,-1 0 0 0 0,1-1-1 0 0,0 1 1 0 0,-1 0 0 0 0,1 0-1 0 0,0 0 1 0 0,0 0 0 0 0,-1 0 0 0 0,1 0-1 0 0,0-1 1 0 0,0 1 0 0 0,0 0-1 0 0,0 0 1 0 0,0 0 0 0 0,1 1 0 0 0,1 29 21 0 0,-1-28-56 0 0,1 10 33 0 0,0-1-1 0 0,1-1 1 0 0,0 1-1 0 0,1 0 1 0 0,1-1-1 0 0,6 13 1 0 0,-9-20-17 0 0,1 0 0 0 0,-1 0 0 0 0,1-1 0 0 0,0 1 0 0 0,0-1 0 0 0,0 1 0 0 0,0-1-1 0 0,7 5 1 0 0,-8-7 11 0 0,1 1 0 0 0,-1-1 0 0 0,0 0 0 0 0,0 0 0 0 0,1 0 0 0 0,-1-1 0 0 0,1 1 0 0 0,-1 0 0 0 0,1-1 0 0 0,-1 0 0 0 0,1 1 0 0 0,-1-1 0 0 0,1 0 0 0 0,-1 0 0 0 0,1-1 0 0 0,-1 1 0 0 0,3-1 0 0 0,-1 0-3 0 0,0-1 0 0 0,-1 0 0 0 0,1 0 0 0 0,-1 0 0 0 0,1 0 0 0 0,-1 0-1 0 0,0-1 1 0 0,0 1 0 0 0,0-1 0 0 0,0 0 0 0 0,-1 0 0 0 0,1 0 0 0 0,-1 0-1 0 0,0-1 1 0 0,0 1 0 0 0,0-1 0 0 0,0 1 0 0 0,0-1 0 0 0,-1 1-1 0 0,0-1 1 0 0,2-5 0 0 0,1-7 18 0 0,0 0-1 0 0,-1 0 1 0 0,3-30-1 0 0,-6 23 21 0 0,0 17-12 0 0,-1 0 1 0 0,1 0 0 0 0,1 0 0 0 0,-1 0 0 0 0,1 0 0 0 0,0 0-1 0 0,0 0 1 0 0,1 0 0 0 0,-1 0 0 0 0,1 1 0 0 0,5-10 0 0 0,-6 14-17 0 0,0 0 1 0 0,1 1 0 0 0,-1-1 0 0 0,0 0 0 0 0,0 1-1 0 0,1-1 1 0 0,-1 1 0 0 0,0 0 0 0 0,1-1 0 0 0,-1 1 0 0 0,0 0-1 0 0,1 0 1 0 0,-1-1 0 0 0,0 1 0 0 0,1 0 0 0 0,-1 1-1 0 0,1-1 1 0 0,-1 0 0 0 0,0 0 0 0 0,1 1 0 0 0,-1-1 0 0 0,0 0-1 0 0,1 1 1 0 0,-1-1 0 0 0,0 1 0 0 0,0 0 0 0 0,1-1 0 0 0,0 2-1 0 0,35 22 51 0 0,-30-17-67 0 0,1 0-1 0 0,-2 0 1 0 0,1 1 0 0 0,-1 0-1 0 0,7 9 1 0 0,-11-13-80 0 0,1 1 0 0 0,-1-1 0 0 0,0 0 0 0 0,0 1 0 0 0,0-1 0 0 0,-1 1 0 0 0,0 0 0 0 0,0-1 0 0 0,0 1 0 0 0,0 0 1 0 0,-1 0-1 0 0,0 9 0 0 0,0-12-123 0 0,-1 0 1 0 0,1 0 0 0 0,-1 0-1 0 0,0 0 1 0 0,0 0-1 0 0,0-1 1 0 0,0 1 0 0 0,0 0-1 0 0,0 0 1 0 0,-1-1-1 0 0,1 1 1 0 0,0-1 0 0 0,-1 1-1 0 0,1-1 1 0 0,-1 0-1 0 0,0 0 1 0 0,1 1 0 0 0,-1-1-1 0 0,-2 1 1 0 0,-37 15-7023 0 0,28-12 5868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37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 8 0 0,'0'5'0'0'0,"-2"0"120"0"0,2-2 216 0 0,2-6-464 0 0,1-4 0 0 0,0 2 40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39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84 599 8 0 0,'0'1'40'0'0,"0"-1"0"0"0,-1 1-1 0 0,1-1 1 0 0,0 1 0 0 0,0-1 0 0 0,0 0 0 0 0,-1 1 0 0 0,1-1-1 0 0,0 1 1 0 0,0-1 0 0 0,0 1 0 0 0,0-1 0 0 0,0 1 0 0 0,0-1-1 0 0,0 1 1 0 0,0-1 0 0 0,0 1 0 0 0,0-1 0 0 0,0 1 0 0 0,1-1-1 0 0,-1 1 1 0 0,0-1 0 0 0,0 1 0 0 0,0-1 0 0 0,1 1 0 0 0,-1-1-1 0 0,0 0 1 0 0,0 1 0 0 0,1-1 0 0 0,-1 1 0 0 0,0-1 0 0 0,1 0-1 0 0,-1 1 1 0 0,1-1 0 0 0,-1 0 0 0 0,0 1 0 0 0,1-1 0 0 0,-1 0-1 0 0,1 0 1 0 0,-1 0 0 0 0,1 1 0 0 0,-1-1 0 0 0,0 0 0 0 0,2 0 447 0 0,-2 0-348 0 0,1-1 0 0 0,-1 1 0 0 0,0 0 0 0 0,0-1-1 0 0,0 1 1 0 0,0-1 0 0 0,1 1 0 0 0,-1 0-1 0 0,0-1 1 0 0,0 1 0 0 0,0-1 0 0 0,0 1-1 0 0,0-1 1 0 0,0 1 0 0 0,0-1 0 0 0,0 1-1 0 0,0 0 1 0 0,0-1 0 0 0,0 1 0 0 0,0-1-1 0 0,-1 1 1 0 0,1-1 0 0 0,0 1 0 0 0,0 0-1 0 0,0-1 1 0 0,-1 1 0 0 0,1-1 0 0 0,-1 1-1 0 0,-1-7 1936 0 0,2 7-1777 0 0,13-4 2593 0 0,-8-7-2361 0 0,-3 5-332 0 0,-12 4-64 0 0,9 2-139 0 0,0 0 0 0 0,0 0 0 0 0,1 0-1 0 0,-1 0 1 0 0,0 0 0 0 0,0 0 0 0 0,1 0 0 0 0,-1-1 0 0 0,0 1-1 0 0,1 0 1 0 0,-1 0 0 0 0,0-1 0 0 0,1 1 0 0 0,-1 0 0 0 0,0-1 0 0 0,1 1-1 0 0,-1-1 1 0 0,1 1 0 0 0,-1-1 0 0 0,1 1 0 0 0,-1-1 0 0 0,1 1 0 0 0,-1-1-1 0 0,1 0 1 0 0,-1 1 0 0 0,1-1 0 0 0,-1 0 0 0 0,-4-6-507 0 0,5 6 434 0 0,-1 2-1016 0 0,1-1 1103 0 0,-1 0 1 0 0,1 0-1 0 0,0 0 1 0 0,0 1-1 0 0,-1-1 0 0 0,1 0 1 0 0,0 0-1 0 0,0 0 1 0 0,-1 1-1 0 0,1-1 1 0 0,0 0-1 0 0,0 0 0 0 0,0 1 1 0 0,-1-1-1 0 0,1 0 1 0 0,0 1-1 0 0,0-1 1 0 0,0 0-1 0 0,0 1 0 0 0,0-1 1 0 0,0 0-1 0 0,0 0 1 0 0,0 1-1 0 0,0-1 1 0 0,-1 0-1 0 0,1 1 0 0 0,0-1 1 0 0,1 0-1 0 0,-1 1 1 0 0,0-1-1 0 0,0 0 1 0 0,0 1-1 0 0,0-1 0 0 0,0 0 1 0 0,0 1-1 0 0,0-1 1 0 0,1 1-1 0 0,-1-1 8 0 0,0 1 1 0 0,1-1-1 0 0,-1 1 0 0 0,0-1 0 0 0,1 1 0 0 0,-1-1 1 0 0,0 0-1 0 0,1 1 0 0 0,-1-1 0 0 0,1 0 0 0 0,-1 1 1 0 0,1-1-1 0 0,-1 0 0 0 0,1 1 0 0 0,-1-1 0 0 0,1 0 1 0 0,-1 0-1 0 0,1 0 0 0 0,-1 1 0 0 0,1-1 1 0 0,-1 0-1 0 0,1 0 0 0 0,0 0 0 0 0,-1 0 0 0 0,1 0 1 0 0,-1 0-1 0 0,1 0 0 0 0,-1 0 0 0 0,1 0 0 0 0,-1 0 1 0 0,1-1-1 0 0,0 1 0 0 0,-1 0 0 0 0,1 0 0 0 0,-1 0 1 0 0,1-1-1 0 0,0 1 0 0 0,15-7 389 0 0,-12 6-235 0 0,0 0-1 0 0,0 0 1 0 0,0-1 0 0 0,-1 0-1 0 0,1 0 1 0 0,-1 0-1 0 0,1 0 1 0 0,-1 0 0 0 0,0-1-1 0 0,0 1 1 0 0,0-1-1 0 0,3-3 1 0 0,2-3 33 0 0,-1-1 1 0 0,0 0-1 0 0,0 0 1 0 0,-1 0-1 0 0,0 0 0 0 0,-1-1 1 0 0,0 0-1 0 0,-1 0 0 0 0,5-20 1 0 0,-8 24-175 0 0,0-1-1 0 0,0 0 1 0 0,-1 0 0 0 0,1 1 0 0 0,-2-1 0 0 0,1 0 0 0 0,-1 0-1 0 0,-1 1 1 0 0,1-1 0 0 0,-1 1 0 0 0,0-1 0 0 0,-1 1 0 0 0,0 0 0 0 0,0 0-1 0 0,-8-12 1 0 0,10 17-30 0 0,0 0 0 0 0,0 0 0 0 0,0 1 0 0 0,0-1 0 0 0,-1 1-1 0 0,1-1 1 0 0,0 1 0 0 0,-1-1 0 0 0,1 1 0 0 0,-1 0 0 0 0,0-1 0 0 0,1 1 0 0 0,-1 0-1 0 0,0 0 1 0 0,0 1 0 0 0,0-1 0 0 0,1 0 0 0 0,-1 0 0 0 0,0 1 0 0 0,0-1 0 0 0,0 1-1 0 0,0 0 1 0 0,0 0 0 0 0,0-1 0 0 0,0 1 0 0 0,-4 1 0 0 0,4 0-3 0 0,-1-1 1 0 0,1 1-1 0 0,0 0 1 0 0,0 0 0 0 0,0 1-1 0 0,0-1 1 0 0,0 0-1 0 0,0 1 1 0 0,0-1-1 0 0,0 1 1 0 0,0 0 0 0 0,0-1-1 0 0,1 1 1 0 0,-1 0-1 0 0,1 0 1 0 0,0 0-1 0 0,-1 0 1 0 0,1 0 0 0 0,0 1-1 0 0,0-1 1 0 0,0 0-1 0 0,0 3 1 0 0,-7 18-428 0 0,-6 36 0 0 0,14-59 428 0 0,0 1 0 0 0,0-1 0 0 0,0 0 0 0 0,0 1-1 0 0,0-1 1 0 0,0 0 0 0 0,0 1 0 0 0,0-1 0 0 0,0 0-1 0 0,0 1 1 0 0,0-1 0 0 0,0 0 0 0 0,0 1 0 0 0,-1-1-1 0 0,1 0 1 0 0,0 0 0 0 0,0 1 0 0 0,0-1 0 0 0,0 0 0 0 0,-1 1-1 0 0,1-1 1 0 0,0 0 0 0 0,0 0 0 0 0,-1 0 0 0 0,1 1-1 0 0,0-1 1 0 0,-1 0 0 0 0,1 0 0 0 0,0 0 0 0 0,0 0-1 0 0,-1 0 1 0 0,1 1 0 0 0,-1-1 0 0 0,-9-7-18 0 0,-6-16 38 0 0,6 5-1 0 0,4 9-2 0 0,0 0 0 0 0,1 0 0 0 0,0-1 0 0 0,1 1 0 0 0,0-1 0 0 0,1 0 0 0 0,0 0 0 0 0,0-1 0 0 0,-1-14 0 0 0,5 22 25 0 0,0 0-1 0 0,0 0 1 0 0,0-1-1 0 0,0 1 1 0 0,0 0-1 0 0,1 0 1 0 0,-1 1-1 0 0,1-1 1 0 0,0 0-1 0 0,0 1 1 0 0,0-1-1 0 0,4-3 0 0 0,7-11 348 0 0,56-108 1334 0 0,-66 121-1692 0 0,-1 0 0 0 0,1 0 0 0 0,0 0 0 0 0,0 1-1 0 0,1-1 1 0 0,-1 1 0 0 0,1-1 0 0 0,5-3 0 0 0,-8 6-64 0 0,0 1 0 0 0,0-1-1 0 0,0 0 1 0 0,0 0 0 0 0,1 1 0 0 0,-1-1 0 0 0,0 0 0 0 0,1 1-1 0 0,-1 0 1 0 0,1-1 0 0 0,-1 1 0 0 0,0 0 0 0 0,1-1 0 0 0,-1 1-1 0 0,1 0 1 0 0,-1 0 0 0 0,1 0 0 0 0,-1 0 0 0 0,1 1 0 0 0,-1-1-1 0 0,0 0 1 0 0,1 1 0 0 0,-1-1 0 0 0,1 0 0 0 0,-1 1 0 0 0,0 0-1 0 0,1-1 1 0 0,-1 1 0 0 0,0 0 0 0 0,0 0 0 0 0,0 0 0 0 0,2 1-1 0 0,2 4-1761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40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70 8 0 0,'-2'-1'233'0'0,"0"0"0"0"0,0 0 0 0 0,0 1 0 0 0,1-1 0 0 0,-1 0 1 0 0,0-1-1 0 0,0 1 0 0 0,1 0 0 0 0,-1 0 0 0 0,1-1 0 0 0,-1 1 0 0 0,1-1 0 0 0,-1 1 0 0 0,1-1 0 0 0,0 0 0 0 0,-2-2 1 0 0,2 2-32 0 0,0 1 1 0 0,0-1 0 0 0,0 0 0 0 0,0 1 0 0 0,0-1-1 0 0,0 0 1 0 0,1 0 0 0 0,-1 0 0 0 0,0 0 0 0 0,1 1 0 0 0,0-1-1 0 0,-1 0 1 0 0,1 0 0 0 0,0 0 0 0 0,0 0 0 0 0,0 0 0 0 0,0 0-1 0 0,1 0 1 0 0,0-3 0 0 0,-3 4 18 0 0,1 0 0 0 0,-1 0 1 0 0,1 1-1 0 0,0-1 0 0 0,-1 1 0 0 0,1 0 0 0 0,-1-1 1 0 0,0 1-1 0 0,1 0 0 0 0,-1 0 0 0 0,1 0 0 0 0,-1 0 1 0 0,1 0-1 0 0,-3 0 0 0 0,2 0-153 0 0,0 0 0 0 0,0 0 0 0 0,0 0 0 0 0,0 0 0 0 0,0 1 0 0 0,1-1 0 0 0,-1 0-1 0 0,0 1 1 0 0,0-1 0 0 0,0 1 0 0 0,0 0 0 0 0,0 0 0 0 0,1 0 0 0 0,-1 0 0 0 0,0 0 0 0 0,-1 1 0 0 0,1 2-37 0 0,0 1-1 0 0,0-1 1 0 0,0 0-1 0 0,1 1 1 0 0,-1-1-1 0 0,1 1 1 0 0,0-1 0 0 0,1 1-1 0 0,-1 0 1 0 0,1-1-1 0 0,0 1 1 0 0,0 0-1 0 0,0-1 1 0 0,1 1 0 0 0,0 0-1 0 0,1 5 1 0 0,4 11-73 0 0,0 0 0 0 0,12 24 1 0 0,-9-24 106 0 0,-7-15-55 0 0,1 0 0 0 0,0 0 0 0 0,0 0 0 0 0,1-1 0 0 0,0 1 0 0 0,0-1 0 0 0,0 0 0 0 0,9 9 0 0 0,-12-13-8 0 0,0 0 0 0 0,0 0 0 0 0,0-1 0 0 0,1 1 0 0 0,-1 0 0 0 0,0 0 0 0 0,1-1 0 0 0,-1 1 0 0 0,0-1 0 0 0,1 1 0 0 0,-1-1 1 0 0,1 1-1 0 0,-1-1 0 0 0,1 0 0 0 0,-1 0 0 0 0,1 0 0 0 0,-1 0 0 0 0,1 0 0 0 0,-1 0 0 0 0,1 0 0 0 0,-1 0 0 0 0,1-1 0 0 0,-1 1 0 0 0,1 0 0 0 0,-1-1 0 0 0,0 1 0 0 0,1-1 0 0 0,-1 0 0 0 0,0 1 0 0 0,1-1 0 0 0,-1 0 1 0 0,0 0-1 0 0,0 0 0 0 0,0 0 0 0 0,0 0 0 0 0,0 0 0 0 0,0 0 0 0 0,0 0 0 0 0,0-1 0 0 0,0 1 0 0 0,0 0 0 0 0,-1-1 0 0 0,2 0 0 0 0,2-5 23 0 0,-1-1 0 0 0,0 1 1 0 0,0-1-1 0 0,0 0 0 0 0,-1 1 0 0 0,0-1 0 0 0,0 0 0 0 0,-1 0 0 0 0,0-16 1 0 0,0-7 505 0 0,-6-37 0 0 0,2 48 112 0 0,3 19-590 0 0,0 1 1 0 0,0-1-1 0 0,0 1 1 0 0,0-1-1 0 0,0 0 0 0 0,0 1 1 0 0,0-1-1 0 0,0 1 1 0 0,0-1-1 0 0,0 1 1 0 0,-1-1-1 0 0,1 1 1 0 0,0-1-1 0 0,0 1 1 0 0,-1-1-1 0 0,1 1 1 0 0,0-1-1 0 0,-1 1 1 0 0,1-1-1 0 0,0 1 1 0 0,-1 0-1 0 0,1-1 1 0 0,-1 1-1 0 0,1 0 1 0 0,-1-1-1 0 0,1 1 0 0 0,0 0 1 0 0,-1 0-1 0 0,0-1 1 0 0,0 2 1 0 0,1 0-1 0 0,-1-1 1 0 0,1 1-1 0 0,-1 0 1 0 0,1 0 0 0 0,0 0-1 0 0,-1-1 1 0 0,1 1 0 0 0,0 0-1 0 0,-1 0 1 0 0,1 0 0 0 0,0 0-1 0 0,0 0 1 0 0,0 0 0 0 0,0 0-1 0 0,0 0 1 0 0,0 0 0 0 0,0-1-1 0 0,0 1 1 0 0,1 0-1 0 0,-1 2 1 0 0,6 20 234 0 0,6 1-279 0 0,1 0 0 0 0,0-2 1 0 0,2 1-1 0 0,21 24 0 0 0,-14-18-491 0 0,-22-29 410 0 0,1 0 0 0 0,-1 1 0 0 0,0-1 0 0 0,0 0-1 0 0,0 1 1 0 0,1-1 0 0 0,-1 0 0 0 0,0 1 0 0 0,0-1 0 0 0,1 0-1 0 0,-1 0 1 0 0,0 1 0 0 0,0-1 0 0 0,1 0 0 0 0,-1 0-1 0 0,0 1 1 0 0,1-1 0 0 0,-1 0 0 0 0,1 0 0 0 0,-1 0-1 0 0,0 0 1 0 0,1 0 0 0 0,-1 0 0 0 0,0 1 0 0 0,1-1-1 0 0,-1 0 1 0 0,1 0 0 0 0,-1 0 0 0 0,0 0 0 0 0,1 0-1 0 0,5-11-2202 0 0,-4-19-1235 0 0,-2 29 3347 0 0,-2-34-4234 0 0,1 20 3319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41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 8 0 0,'1'-24'726'0'0,"-1"13"4928"0"0,4 25-1762 0 0,6 29-3032 0 0,2 0 0 0 0,21 47 0 0 0,-4-10-360 0 0,9 30 1434 0 0,-29-132-1826 0 0,-9 15-114 0 0,1 1 0 0 0,0-1 1 0 0,-1 0-1 0 0,-1 1 0 0 0,1-1 1 0 0,-1 0-1 0 0,-2-10 0 0 0,-3-24 47 0 0,7 26 1 0 0,-1 0-1 0 0,2 1 1 0 0,0-1 0 0 0,0 1 0 0 0,2 0 0 0 0,6-20 0 0 0,-10 33-27 0 0,1 0 1 0 0,-1 0-1 0 0,0 0 0 0 0,1 0 1 0 0,-1 1-1 0 0,1-1 0 0 0,-1 0 1 0 0,1 0-1 0 0,-1 0 0 0 0,1 1 1 0 0,0-1-1 0 0,-1 0 0 0 0,1 1 1 0 0,0-1-1 0 0,0 0 0 0 0,-1 1 1 0 0,1-1-1 0 0,0 1 0 0 0,0-1 1 0 0,0 1-1 0 0,0 0 0 0 0,0-1 1 0 0,0 1-1 0 0,-1 0 0 0 0,1 0 1 0 0,0 0-1 0 0,0-1 0 0 0,2 1 1 0 0,-1 1 2 0 0,1-1 0 0 0,-1 1 1 0 0,0 0-1 0 0,0 0 0 0 0,0 0 1 0 0,0 0-1 0 0,0 0 0 0 0,0 0 1 0 0,0 0-1 0 0,0 1 0 0 0,3 2 0 0 0,1 2-3 0 0,1 0 0 0 0,-2 1-1 0 0,1 0 1 0 0,-1 0 0 0 0,7 12-1 0 0,-7-9-25 0 0,0 1 0 0 0,-1 0 0 0 0,0 0 0 0 0,-1 1 0 0 0,0-1-1 0 0,-1 1 1 0 0,-1-1 0 0 0,1 1 0 0 0,-2 12 0 0 0,0-21-18 0 0,0 1 0 0 0,0-1 0 0 0,0 0 0 0 0,-1 1 0 0 0,1-1-1 0 0,-1 0 1 0 0,0 1 0 0 0,0-1 0 0 0,0 0 0 0 0,0 0 0 0 0,-1 0 0 0 0,0 0 0 0 0,1 0 0 0 0,-1 0 0 0 0,0-1 0 0 0,0 1 0 0 0,0 0 0 0 0,-1-1 0 0 0,1 0 0 0 0,-1 1 0 0 0,1-1-1 0 0,-1 0 1 0 0,0 0 0 0 0,0 0 0 0 0,0-1 0 0 0,0 1 0 0 0,0-1 0 0 0,0 0 0 0 0,0 0 0 0 0,0 0 0 0 0,0 0 0 0 0,-1 0 0 0 0,1-1 0 0 0,0 1 0 0 0,-5-1 0 0 0,5 0-111 0 0,1 0 0 0 0,-1 0 1 0 0,1 0-1 0 0,-1-1 0 0 0,0 1 0 0 0,1-1 1 0 0,-1 1-1 0 0,1-1 0 0 0,0 0 1 0 0,-1 0-1 0 0,1 0 0 0 0,0-1 1 0 0,0 1-1 0 0,-1 0 0 0 0,1-1 1 0 0,0 1-1 0 0,0-1 0 0 0,1 0 1 0 0,-4-3-1 0 0,3 3-360 0 0,1 0 0 0 0,0 0 1 0 0,0 0-1 0 0,0 0 0 0 0,0 1 0 0 0,0-1 0 0 0,0 0 1 0 0,1 0-1 0 0,-1-1 0 0 0,1 1 0 0 0,-1 0 0 0 0,1 0 1 0 0,0 0-1 0 0,0 0 0 0 0,0-4 0 0 0,1-2-2154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42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56 8 0 0,'0'0'86'0'0,"0"0"0"0"0,0 0 0 0 0,0 0 0 0 0,0 0 0 0 0,1 0 1 0 0,-1 0-1 0 0,0 0 0 0 0,0 0 0 0 0,0 0 0 0 0,0 0 0 0 0,0 0 0 0 0,0 0 0 0 0,1 0 0 0 0,-1 0 0 0 0,0 0 0 0 0,0 0 1 0 0,0 0-1 0 0,0 0 0 0 0,0 0 0 0 0,0 0 0 0 0,1 0 0 0 0,-1 0 0 0 0,0 0 0 0 0,0 0 0 0 0,0 0 0 0 0,0 0 0 0 0,0 0 1 0 0,0 1-1 0 0,0-1 0 0 0,0 0 0 0 0,1 0 0 0 0,-1 0 0 0 0,0 0 0 0 0,0 0 0 0 0,0 0 0 0 0,0 0 0 0 0,0 0 0 0 0,0 1 1 0 0,0-1-1 0 0,0 0 0 0 0,0 0 0 0 0,0 0 0 0 0,0 0 0 0 0,0 0 0 0 0,0 0 0 0 0,0 1 0 0 0,0-1 0 0 0,1 11 2980 0 0,-5 18 336 0 0,3-23-2940 0 0,-3 30 267 0 0,1-1-1 0 0,2 1 0 0 0,2 0 0 0 0,1 0 0 0 0,2 0 0 0 0,15 63 0 0 0,-19-97-707 0 0,1 1-1 0 0,0-1 1 0 0,-1 0-1 0 0,1 0 0 0 0,0 0 1 0 0,0 0-1 0 0,0 0 0 0 0,0 0 1 0 0,1 0-1 0 0,-1 0 0 0 0,0 0 1 0 0,4 2-1 0 0,-4-3-19 0 0,0-1 0 0 0,-1 0 0 0 0,1 0 0 0 0,0 1 0 0 0,0-1 1 0 0,0 0-1 0 0,0 0 0 0 0,0 0 0 0 0,0 0 0 0 0,0 0 0 0 0,-1 0 0 0 0,1 0 0 0 0,0 0 0 0 0,0 0 0 0 0,0-1 0 0 0,0 1 0 0 0,0 0 1 0 0,0-1-1 0 0,-1 1 0 0 0,1 0 0 0 0,0-1 0 0 0,0 1 0 0 0,0-1 0 0 0,-1 1 0 0 0,1-1 0 0 0,0 1 0 0 0,-1-1 0 0 0,1 0 0 0 0,-1 1 1 0 0,1-1-1 0 0,0 0 0 0 0,-1 0 0 0 0,1 0 0 0 0,6-8 35 0 0,-1 0 1 0 0,1 0-1 0 0,-2-1 0 0 0,1 1 1 0 0,-2-1-1 0 0,1 0 0 0 0,-1 0 1 0 0,-1-1-1 0 0,0 1 0 0 0,0-1 1 0 0,-1 0-1 0 0,0 0 1 0 0,-1 0-1 0 0,0 0 0 0 0,-1 0 1 0 0,0 0-1 0 0,-1 0 0 0 0,-2-12 1 0 0,1 18-38 0 0,1 1 1 0 0,-1-1 0 0 0,0 1-1 0 0,-1 0 1 0 0,1 0-1 0 0,-1 0 1 0 0,1 0 0 0 0,-1 0-1 0 0,-1 1 1 0 0,1-1-1 0 0,0 1 1 0 0,-1 0 0 0 0,0-1-1 0 0,0 2 1 0 0,-5-4 0 0 0,-30-15-1512 0 0,2 6-3908 0 0,40 12 1629 0 0,-1 2 3848 0 0,-1 1-1 0 0,0-1 1 0 0,1 0 0 0 0,0 1 0 0 0,-1-1 0 0 0,1 1 0 0 0,-1 0 0 0 0,1 0-1 0 0,-1-1 1 0 0,3 1 0 0 0,4 2 63 0 0,0 1 1 0 0,0 0-1 0 0,-1 0 0 0 0,0 0 0 0 0,0 1 0 0 0,0 0 1 0 0,0 0-1 0 0,0 1 0 0 0,11 11 0 0 0,5 6-11 0 0,24 30 1 0 0,-22-23 895 0 0,-15-17-320 0 0,-9-10-471 0 0,1 1 1 0 0,0-1 0 0 0,-1 0-1 0 0,1 0 1 0 0,0 0 0 0 0,0 0-1 0 0,0-1 1 0 0,0 1 0 0 0,1 0-1 0 0,-1-1 1 0 0,0 0 0 0 0,4 2-1 0 0,-4-5-172 0 0,0-1 0 0 0,-1 1 0 0 0,1 0 0 0 0,-1-1 0 0 0,1 0 0 0 0,-1 1 0 0 0,0-1 1 0 0,0 0-1 0 0,1-3 0 0 0,-1-12 40 0 0,0-1 1 0 0,0 0 0 0 0,-2 1 0 0 0,0-1 0 0 0,-2 0 0 0 0,0 1 0 0 0,0 0 0 0 0,-2 0 0 0 0,0 0 0 0 0,-11-23 0 0 0,21 47-2 0 0,0-1-1 0 0,1 1 1 0 0,0-1 0 0 0,0 0 0 0 0,10 6 0 0 0,-3-1-18 0 0,-6-5-77 0 0,1 1 1 0 0,0-1-1 0 0,1-1 1 0 0,-1 1-1 0 0,16 4 1 0 0,-20-7 47 0 0,-1-1 0 0 0,1 0 1 0 0,0-1-1 0 0,-1 1 0 0 0,1 0 0 0 0,0-1 1 0 0,0 0-1 0 0,-1 0 0 0 0,1 0 1 0 0,0 0-1 0 0,-1-1 0 0 0,1 1 1 0 0,0-1-1 0 0,-1 0 0 0 0,1 0 0 0 0,0-1 1 0 0,4-1-1 0 0,-7 2-8 0 0,-1 1-1 0 0,1 0 1 0 0,-1 0-1 0 0,1-1 1 0 0,-1 1-1 0 0,1 0 1 0 0,-1-1-1 0 0,1 1 1 0 0,-1 0 0 0 0,1-1-1 0 0,-1 1 1 0 0,1-1-1 0 0,-1 1 1 0 0,0-1-1 0 0,1 1 1 0 0,-1-1-1 0 0,0 1 1 0 0,1-1 0 0 0,-1 1-1 0 0,0-1 1 0 0,0 1-1 0 0,1-1 1 0 0,-1 0-1 0 0,0 1 1 0 0,0-1-1 0 0,0 1 1 0 0,0-1 0 0 0,0 0-1 0 0,0 1 1 0 0,0-1-1 0 0,0 1 1 0 0,0-1-1 0 0,0 0 1 0 0,0 1-1 0 0,0-1 1 0 0,-1 1 0 0 0,1-1-1 0 0,0 0 1 0 0,0 1-1 0 0,-1-1 1 0 0,1 1-1 0 0,0-1 1 0 0,-1 1-1 0 0,1-1 1 0 0,0 1 0 0 0,-1-1-1 0 0,1 1 1 0 0,-1 0-1 0 0,0-1 1 0 0,-4-3 16 0 0,0 0 1 0 0,0 0 0 0 0,0 1-1 0 0,-8-4 1 0 0,-1-2-32 0 0,-1-4 172 0 0,-22-24 1 0 0,14 14 127 0 0,23 22-298 0 0,0 1 0 0 0,0-1 0 0 0,-1 1 0 0 0,1 0 0 0 0,0-1-1 0 0,-1 1 1 0 0,1 0 0 0 0,0-1 0 0 0,-1 1 0 0 0,1 0 0 0 0,0-1 0 0 0,-1 1-1 0 0,1 0 1 0 0,0 0 0 0 0,-1 0 0 0 0,1-1 0 0 0,-1 1 0 0 0,1 0-1 0 0,-1 0 1 0 0,1 0 0 0 0,-1 0 0 0 0,1 0 0 0 0,0 0 0 0 0,-1 0-1 0 0,1 0 1 0 0,-1 0 0 0 0,1 0 0 0 0,-1 0 0 0 0,1 0 0 0 0,-1 0-1 0 0,0 0 1 0 0,-3 14 148 0 0,7 21-72 0 0,1-18-98 0 0,1 0 0 0 0,1 0 1 0 0,0-1-1 0 0,1 0 0 0 0,1 0 1 0 0,19 29-1 0 0,-19-34 23 0 0,1-1-1 0 0,-1 0 1 0 0,2 0 0 0 0,0-1-1 0 0,0 0 1 0 0,0-1 0 0 0,1 0-1 0 0,0-1 1 0 0,21 10 0 0 0,-26-14-6 0 0,-1 0-9 0 0,0-1 0 0 0,-1 0-1 0 0,1 0 1 0 0,0 0 0 0 0,0-1-1 0 0,0 1 1 0 0,6 0 0 0 0,-10-2-4 0 0,1 0 0 0 0,-1-1 0 0 0,0 1 1 0 0,1 0-1 0 0,-1-1 0 0 0,0 1 1 0 0,0 0-1 0 0,0-1 0 0 0,1 0 1 0 0,-1 1-1 0 0,0-1 0 0 0,0 0 0 0 0,0 1 1 0 0,0-1-1 0 0,0 0 0 0 0,0 0 1 0 0,0 0-1 0 0,0 0 0 0 0,-1 0 0 0 0,1 0 1 0 0,0 0-1 0 0,0 0 0 0 0,-1 0 1 0 0,1 0-1 0 0,-1-1 0 0 0,1 1 1 0 0,-1 0-1 0 0,1 0 0 0 0,-1-1 0 0 0,0 1 1 0 0,0 0-1 0 0,0 0 0 0 0,1-1 1 0 0,-2-1-1 0 0,3-11-827 0 0,-1 0 0 0 0,0-22 0 0 0,-1-6-7524 0 0,1 29 4637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42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33 8 0 0,'-15'-2'1818'0'0,"12"2"-1215"0"0,0 0-1 0 0,0 0 1 0 0,0 0 0 0 0,0-1-1 0 0,0 1 1 0 0,1-1 0 0 0,-1 0-1 0 0,0 0 1 0 0,0 0 0 0 0,1 0-1 0 0,-5-3 1 0 0,7 4-520 0 0,0 0-1 0 0,-1 0 1 0 0,1 0-1 0 0,0 0 1 0 0,0 0 0 0 0,0 0-1 0 0,0 0 1 0 0,0-1 0 0 0,0 1-1 0 0,0 0 1 0 0,-1 0 0 0 0,1 0-1 0 0,0 0 1 0 0,0 0 0 0 0,0-1-1 0 0,0 1 1 0 0,0 0-1 0 0,0 0 1 0 0,0 0 0 0 0,0 0-1 0 0,0-1 1 0 0,0 1 0 0 0,0 0-1 0 0,0 0 1 0 0,0 0 0 0 0,0-1-1 0 0,0 1 1 0 0,0 0-1 0 0,0 0 1 0 0,0 0 0 0 0,0 0-1 0 0,0-1 1 0 0,0 1 0 0 0,0 0-1 0 0,1 0 1 0 0,-1 0 0 0 0,0 0-1 0 0,0 0 1 0 0,0-1 0 0 0,0 1-1 0 0,9-3 1333 0 0,-8 2-1448 0 0,0 1 0 0 0,1 0 1 0 0,-1 0-1 0 0,0 0 0 0 0,0 0 0 0 0,1 0 1 0 0,-1 0-1 0 0,0 0 0 0 0,0 1 1 0 0,1-1-1 0 0,-1 0 0 0 0,0 1 1 0 0,0-1-1 0 0,0 0 0 0 0,2 2 1 0 0,-9-12-6303 0 0,6 5 3373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43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19 419 72 0 0,'-1'4'594'0'0,"1"1"-1"0"0,-1-1 1 0 0,1 0-1 0 0,-1 1 1 0 0,1-1 0 0 0,1 1-1 0 0,-1-1 1 0 0,1 1 0 0 0,-1-1-1 0 0,1 0 1 0 0,0 1-1 0 0,2 3 1 0 0,-1-3-340 0 0,0-1 1 0 0,0 0-1 0 0,0 0 1 0 0,1 0-1 0 0,-1 0 1 0 0,1-1-1 0 0,0 1 1 0 0,0-1-1 0 0,0 1 0 0 0,7 4 1 0 0,-7-6-156 0 0,0 0 0 0 0,0 0 0 0 0,0 0 0 0 0,0 0 0 0 0,0-1 0 0 0,1 1 0 0 0,-1-1 0 0 0,0 0 0 0 0,1 0 0 0 0,-1-1 0 0 0,1 1 1 0 0,0 0-1 0 0,-1-1 0 0 0,1 0 0 0 0,-1 0 0 0 0,1 0 0 0 0,-1 0 0 0 0,1-1 0 0 0,-1 0 0 0 0,1 1 0 0 0,-1-1 0 0 0,1 0 0 0 0,-1-1 0 0 0,1 1 0 0 0,-1 0 0 0 0,0-1 0 0 0,0 0 0 0 0,0 0 0 0 0,0 0 0 0 0,0 0 1 0 0,4-5-1 0 0,-2 2 36 0 0,0 0 0 0 0,0-1 0 0 0,-1 0 0 0 0,1 0 0 0 0,-2 0 0 0 0,1 0 0 0 0,-1-1 0 0 0,1 1 0 0 0,-2-1 0 0 0,1 0 0 0 0,-1 0 0 0 0,0 0 0 0 0,-1 0 0 0 0,1-1 0 0 0,-1 1 0 0 0,-1 0 0 0 0,1 0 1 0 0,-2-13-1 0 0,0 14-130 0 0,1 0 0 0 0,-1 0 0 0 0,0 1 0 0 0,-1-1 0 0 0,1 0 0 0 0,-1 1 0 0 0,-1 0 0 0 0,1-1 0 0 0,-1 1 0 0 0,1 0 0 0 0,-1 0 0 0 0,-1 0 0 0 0,1 1 0 0 0,-1-1 0 0 0,0 1 0 0 0,0 0 0 0 0,0 0 1 0 0,0 0-1 0 0,-1 0 0 0 0,0 1 0 0 0,1 0 0 0 0,-1 0 0 0 0,-9-4 0 0 0,6 4-2 0 0,1 1 0 0 0,-1-1-1 0 0,1 2 1 0 0,-1-1 0 0 0,1 1 0 0 0,-1 0 0 0 0,-13 0 0 0 0,17 2-9 0 0,1-1 0 0 0,0 0 1 0 0,-1 1-1 0 0,1-1 0 0 0,0 1 1 0 0,0 0-1 0 0,-1 0 0 0 0,1 0 1 0 0,0 1-1 0 0,0-1 0 0 0,0 1 1 0 0,0 0-1 0 0,0-1 0 0 0,1 1 1 0 0,-1 1-1 0 0,0-1 0 0 0,1 0 1 0 0,0 1-1 0 0,-4 4 0 0 0,6-25 178 0 0,1 0-1 0 0,7-33 1 0 0,-3 29-28 0 0,-1 1 1 0 0,0-1-1 0 0,0-28 1 0 0,0 2 41 0 0,-4 48-183 0 0,0-1 1 0 0,0 0-1 0 0,0 1 0 0 0,0-1 1 0 0,0 1-1 0 0,0-1 0 0 0,1 1 1 0 0,-1-1-1 0 0,0 1 0 0 0,0-1 1 0 0,0 1-1 0 0,1-1 0 0 0,-1 1 1 0 0,0-1-1 0 0,1 1 0 0 0,-1-1 0 0 0,0 1 1 0 0,1-1-1 0 0,-1 1 0 0 0,1 0 1 0 0,-1-1-1 0 0,1 1 0 0 0,-1 0 1 0 0,0-1-1 0 0,1 1 0 0 0,0 0 1 0 0,-1-1-1 0 0,1 1 0 0 0,-1 0 1 0 0,1 0-1 0 0,-1 0 0 0 0,1 0 0 0 0,-1 0 1 0 0,1 0-1 0 0,-1-1 0 0 0,1 1 1 0 0,0 0-1 0 0,-1 1 0 0 0,1-1 1 0 0,-1 0-1 0 0,1 0 0 0 0,-1 0 1 0 0,1 0-1 0 0,0 0 0 0 0,-1 0 1 0 0,1 1-1 0 0,-1-1 0 0 0,1 1 0 0 0,33 18-75 0 0,-19-10 175 0 0,-10-6-119 0 0,0-2-1 0 0,-1 1 0 0 0,1 0 0 0 0,0-1 0 0 0,0 0 0 0 0,0 0 0 0 0,9 0 0 0 0,-13-1-29 0 0,0 0 0 0 0,0 0-1 0 0,0 0 1 0 0,0 0 0 0 0,0 0-1 0 0,0 0 1 0 0,0-1 0 0 0,0 1 0 0 0,1 0-1 0 0,-1-1 1 0 0,0 1 0 0 0,0-1-1 0 0,0 1 1 0 0,-1-1 0 0 0,1 0 0 0 0,0 1-1 0 0,0-1 1 0 0,0 0 0 0 0,0 0-1 0 0,-1 1 1 0 0,1-1 0 0 0,0 0 0 0 0,0 0-1 0 0,-1 0 1 0 0,1 0 0 0 0,-1 0-1 0 0,1 0 1 0 0,-1 0 0 0 0,0 0 0 0 0,1 0-1 0 0,-1 0 1 0 0,0 0 0 0 0,1 0-1 0 0,-1-1 1 0 0,0 1 0 0 0,0 0 0 0 0,0 0-1 0 0,0-2 1 0 0,-1-2-926 0 0,1 3 418 0 0,0 0-1 0 0,0 0 1 0 0,0 0-1 0 0,0 1 0 0 0,0-1 1 0 0,1 0-1 0 0,-1 0 0 0 0,1 1 1 0 0,-1-1-1 0 0,1 0 1 0 0,-1 1-1 0 0,2-4 0 0 0,2 0-644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43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2 8 0 0,'-1'-1'461'0'0,"0"1"0"0"0,-1 0 0 0 0,1 0 0 0 0,0 0-1 0 0,0 0 1 0 0,-1 0 0 0 0,1 0 0 0 0,0 0 0 0 0,0 0 0 0 0,-1 1 0 0 0,1-1 0 0 0,0 0-1 0 0,0 1 1 0 0,-1-1 0 0 0,1 1 0 0 0,0-1 0 0 0,-2 2 0 0 0,-23 12 381 0 0,21-10-722 0 0,0 0 0 0 0,1 0 1 0 0,-1 0-1 0 0,1 1 0 0 0,-1-1 0 0 0,1 1 0 0 0,1 0 1 0 0,-1 0-1 0 0,1 1 0 0 0,0-1 0 0 0,0 1 0 0 0,0-1 1 0 0,1 1-1 0 0,0 0 0 0 0,0 0 0 0 0,1 0 1 0 0,-1 1-1 0 0,1-1 0 0 0,1 0 0 0 0,-1 0 0 0 0,1 1 1 0 0,1 7-1 0 0,-1-4 129 0 0,2-1-1 0 0,-1 1 1 0 0,1-1 0 0 0,1 0 0 0 0,-1 0-1 0 0,2 0 1 0 0,-1 0 0 0 0,1 0 0 0 0,0-1-1 0 0,1 1 1 0 0,0-1 0 0 0,1 0 0 0 0,-1-1-1 0 0,10 10 1 0 0,-14-16-243 0 0,0 0 0 0 0,0 0 0 0 0,0 0 0 0 0,0 0 1 0 0,1 0-1 0 0,-1 0 0 0 0,0 0 0 0 0,0 0 0 0 0,1-1 0 0 0,-1 1 0 0 0,0 0 0 0 0,1-1 0 0 0,-1 1 0 0 0,1-1 1 0 0,-1 0-1 0 0,1 1 0 0 0,-1-1 0 0 0,1 0 0 0 0,1 0 0 0 0,-1 0-6 0 0,-1 0 1 0 0,0-1-1 0 0,0 1 0 0 0,1-1 1 0 0,-1 0-1 0 0,0 1 0 0 0,0-1 1 0 0,0 0-1 0 0,0 1 0 0 0,0-1 1 0 0,0 0-1 0 0,0 0 0 0 0,0 0 1 0 0,0 0-1 0 0,0 0 0 0 0,0 0 1 0 0,1-2-1 0 0,0-2 32 0 0,0 0-1 0 0,1 1 1 0 0,-1-1-1 0 0,-1 0 1 0 0,1-1 0 0 0,-1 1-1 0 0,0 0 1 0 0,0 0-1 0 0,0-9 1 0 0,-3-18 473 0 0,1-25 762 0 0,1 52-1122 0 0,0 0-1 0 0,1 1 1 0 0,0-1-1 0 0,0 1 0 0 0,0-1 1 0 0,0 1-1 0 0,1 0 1 0 0,-1-1-1 0 0,4-4 1 0 0,-5 8-114 0 0,1 0 1 0 0,0 0-1 0 0,0 0 0 0 0,0 0 1 0 0,0 0-1 0 0,0 0 1 0 0,0 0-1 0 0,0 0 1 0 0,0 0-1 0 0,0 0 0 0 0,0 1 1 0 0,1-1-1 0 0,-1 0 1 0 0,0 1-1 0 0,0-1 0 0 0,1 1 1 0 0,-1 0-1 0 0,0-1 1 0 0,1 1-1 0 0,-1 0 1 0 0,2-1-1 0 0,1 2-3 0 0,-1-1 0 0 0,1 0 0 0 0,-1 1 0 0 0,0-1 0 0 0,1 1 0 0 0,-1 0 0 0 0,0 0 0 0 0,5 3 0 0 0,5 3-6 0 0,-1 0-1 0 0,0 1 1 0 0,13 11 0 0 0,-24-19-15 0 0,6 7-11 0 0,1 1 0 0 0,-1-1 0 0 0,0 1 0 0 0,-1 0 0 0 0,0 1-1 0 0,0-1 1 0 0,-1 1 0 0 0,0 0 0 0 0,0 1 0 0 0,-1-1 0 0 0,3 13-1 0 0,-3-10-126 0 0,0 1-1 0 0,-2 0 1 0 0,1 0-1 0 0,-2 0 1 0 0,0 0-1 0 0,0 1 1 0 0,-1-1-1 0 0,-2 18 1 0 0,0-23-186 0 0,0 0 1 0 0,0 0 0 0 0,-1 0 0 0 0,0 0-1 0 0,0 0 1 0 0,-1 0 0 0 0,0-1 0 0 0,-1 0-1 0 0,1 1 1 0 0,-1-2 0 0 0,-9 10-1 0 0,9-10-307 0 0,0-1-1 0 0,-1 0 1 0 0,1-1-1 0 0,-1 1 0 0 0,-1-1 1 0 0,1 0-1 0 0,-1 0 1 0 0,-6 2-1 0 0,-4 0-1359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44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0 319 1312 0 0,'11'42'9908'0'0,"5"-5"-4825"0"0,-9-24-4611 0 0,1 0 0 0 0,0-1 0 0 0,0-1-1 0 0,2 1 1 0 0,-1-1 0 0 0,18 14 0 0 0,4 5-62 0 0,33 27-218 0 0,-64-57-199 0 0,0 1-1 0 0,0-1 0 0 0,0 0 0 0 0,1 0 0 0 0,-1 0 1 0 0,0 0-1 0 0,0 0 0 0 0,0 0 0 0 0,0 0 0 0 0,0 1 1 0 0,1-1-1 0 0,-1 0 0 0 0,0 0 0 0 0,0 0 0 0 0,0 0 1 0 0,0 0-1 0 0,1 0 0 0 0,-1 0 0 0 0,0 0 0 0 0,0 0 1 0 0,0 0-1 0 0,1 0 0 0 0,-1 0 0 0 0,0 0 0 0 0,0 0 1 0 0,0 0-1 0 0,0 0 0 0 0,1 0 0 0 0,-1 0 1 0 0,0 0-1 0 0,0 0 0 0 0,0 0 0 0 0,1 0 0 0 0,-1-1 1 0 0,0 1-1 0 0,0 0 0 0 0,0 0 0 0 0,0 0 0 0 0,0 0 1 0 0,1 0-1 0 0,-1 0 0 0 0,0-1 0 0 0,0 1 0 0 0,0 0 1 0 0,0 0-1 0 0,0 0 0 0 0,2-13-556 0 0,-5-13-1276 0 0,-19-79-5318 0 0,6-1 5675 0 0,11 79 1610 0 0,3 19 29 0 0,0 1 0 0 0,1-1 0 0 0,0 1 0 0 0,0-1 0 0 0,1 1 0 0 0,0-1 0 0 0,0 1 0 0 0,1-1 0 0 0,2-9 0 0 0,-3 16-108 0 0,0 0 0 0 0,1 0 1 0 0,-1 1-1 0 0,1-1 0 0 0,-1 1 1 0 0,0-1-1 0 0,1 0 0 0 0,-1 1 1 0 0,1-1-1 0 0,-1 1 0 0 0,1-1 1 0 0,0 1-1 0 0,-1 0 0 0 0,1-1 1 0 0,-1 1-1 0 0,1-1 0 0 0,0 1 1 0 0,-1 0-1 0 0,1 0 1 0 0,0-1-1 0 0,0 1 0 0 0,-1 0 1 0 0,1 0-1 0 0,0 0 0 0 0,0 0 1 0 0,-1 0-1 0 0,1 0 0 0 0,0 0 1 0 0,-1 0-1 0 0,1 0 0 0 0,0 0 1 0 0,0 0-1 0 0,-1 0 0 0 0,1 1 1 0 0,0-1-1 0 0,-1 0 0 0 0,1 0 1 0 0,0 1-1 0 0,-1-1 0 0 0,1 0 1 0 0,0 1-1 0 0,-1-1 0 0 0,1 1 1 0 0,-1-1-1 0 0,2 2 1 0 0,25 22 1041 0 0,87 96 1329 0 0,-92-99-1294 0 0,-22-21-1092 0 0,0 1 0 0 0,0-1 0 0 0,1 1-1 0 0,-1-1 1 0 0,0 0 0 0 0,0 1 0 0 0,1-1 0 0 0,-1 0-1 0 0,0 1 1 0 0,1-1 0 0 0,-1 0 0 0 0,0 1 0 0 0,1-1-1 0 0,-1 0 1 0 0,1 0 0 0 0,-1 1 0 0 0,0-1-1 0 0,1 0 1 0 0,-1 0 0 0 0,1 0 0 0 0,-1 0 0 0 0,1 0-1 0 0,-1 0 1 0 0,1 1 0 0 0,-1-1 0 0 0,1 0-1 0 0,-1 0 1 0 0,0 0 0 0 0,1-1 0 0 0,-1 1 0 0 0,1 0-1 0 0,-1 0 1 0 0,1 0 0 0 0,0 0 0 0 0,-1-1-6 0 0,1 0 0 0 0,-1 0 1 0 0,0 0-1 0 0,1 0 1 0 0,-1 0-1 0 0,0 0 0 0 0,0 0 1 0 0,0-1-1 0 0,0 1 0 0 0,1 0 1 0 0,-2 0-1 0 0,1 0 1 0 0,0-2-1 0 0,-8-37 156 0 0,3 24-149 0 0,0 4 1 0 0,1-1 0 0 0,0 0 0 0 0,1 0-1 0 0,0-1 1 0 0,-1-18 0 0 0,5 32-31 0 0,-1 0 0 0 0,0 0 0 0 0,0-1 0 0 0,0 1 0 0 0,0 0 0 0 0,0 0 0 0 0,0 0 0 0 0,0-1 1 0 0,1 1-1 0 0,-1 0 0 0 0,0 0 0 0 0,0 0 0 0 0,0-1 0 0 0,1 1 0 0 0,-1 0 0 0 0,0 0 0 0 0,0 0 0 0 0,0 0 0 0 0,1 0 1 0 0,-1 0-1 0 0,0 0 0 0 0,0-1 0 0 0,1 1 0 0 0,-1 0 0 0 0,0 0 0 0 0,0 0 0 0 0,1 0 0 0 0,-1 0 0 0 0,0 0 0 0 0,0 0 0 0 0,1 0 1 0 0,-1 0-1 0 0,0 0 0 0 0,0 0 0 0 0,1 1 0 0 0,-1-1 0 0 0,0 0 0 0 0,0 0 0 0 0,0 0 0 0 0,1 0 0 0 0,-1 0 0 0 0,0 0 0 0 0,1 1 1 0 0,15 5 107 0 0,-11-4-81 0 0,1-1-2 0 0,0 0 1 0 0,0 0 0 0 0,0 0 0 0 0,0-1 0 0 0,0 0 0 0 0,0-1 0 0 0,0 1 0 0 0,0-1 0 0 0,0 0 0 0 0,0-1 0 0 0,-1 1 0 0 0,1-1 0 0 0,0 0 0 0 0,7-4 0 0 0,-11 4-5 0 0,1 1 1 0 0,-1-1-1 0 0,1 1 1 0 0,-1-1-1 0 0,0 0 0 0 0,0 0 1 0 0,0 0-1 0 0,0 0 0 0 0,0 0 1 0 0,0-1-1 0 0,0 1 1 0 0,-1 0-1 0 0,1-1 0 0 0,-1 1 1 0 0,0-1-1 0 0,0 0 0 0 0,0 0 1 0 0,0 1-1 0 0,0-1 1 0 0,0 0-1 0 0,-1 0 0 0 0,1 0 1 0 0,-1 0-1 0 0,0 1 0 0 0,0-1 1 0 0,0 0-1 0 0,0 0 1 0 0,-1 0-1 0 0,1 0 0 0 0,-1 0 1 0 0,-1-4-1 0 0,-18-46 185 0 0,18 48-154 0 0,0 0-1 0 0,-1 0 1 0 0,0 1 0 0 0,0 0-1 0 0,0-1 1 0 0,0 1 0 0 0,-1 0-1 0 0,-6-5 1 0 0,10 8-51 0 0,0 1 0 0 0,0 0 0 0 0,0 0 0 0 0,0 0 1 0 0,0 0-1 0 0,-1 0 0 0 0,1 0 0 0 0,0 0 0 0 0,0 0 0 0 0,0 0 0 0 0,0 0 0 0 0,0 0 1 0 0,0 0-1 0 0,0 0 0 0 0,0-1 0 0 0,-1 1 0 0 0,1 0 0 0 0,0 0 0 0 0,0 0 1 0 0,0 0-1 0 0,0 0 0 0 0,0 0 0 0 0,0 0 0 0 0,-1 0 0 0 0,1 0 0 0 0,0 0 0 0 0,0 0 1 0 0,0 1-1 0 0,0-1 0 0 0,0 0 0 0 0,0 0 0 0 0,0 0 0 0 0,-1 0 0 0 0,1 0 0 0 0,0 0 1 0 0,0 0-1 0 0,0 0 0 0 0,0 0 0 0 0,0 0 0 0 0,0 0 0 0 0,0 0 0 0 0,0 0 0 0 0,0 1 1 0 0,-1-1-1 0 0,1 0 0 0 0,0 0 0 0 0,0 0 0 0 0,0 0 0 0 0,0 0 0 0 0,0 0 1 0 0,0 0-1 0 0,0 1 0 0 0,0-1 0 0 0,0 0 0 0 0,0 12 83 0 0,4 12-73 0 0,2 2-37 0 0,2 0 0 0 0,1-1-1 0 0,15 32 1 0 0,-17-45 12 0 0,0 1 0 0 0,0-1 0 0 0,1 0 0 0 0,1-1 0 0 0,0 1 0 0 0,1-2 0 0 0,20 19 0 0 0,-28-27 2 0 0,0-1 0 0 0,0 1 0 0 0,0 0 0 0 0,0-1 0 0 0,1 1-1 0 0,-1-1 1 0 0,1 0 0 0 0,-1 0 0 0 0,1 0 0 0 0,0 0 0 0 0,-1 0 0 0 0,1-1 0 0 0,0 1 0 0 0,-1-1 0 0 0,1 0-1 0 0,0 0 1 0 0,0 0 0 0 0,-1 0 0 0 0,1 0 0 0 0,0 0 0 0 0,0-1 0 0 0,4-1 0 0 0,-4 1 4 0 0,0-1 0 0 0,0 0 0 0 0,0 0 1 0 0,0 0-1 0 0,0-1 0 0 0,0 1 0 0 0,-1-1 0 0 0,1 1 1 0 0,-1-1-1 0 0,1 0 0 0 0,-1 0 0 0 0,0 0 0 0 0,0 0 1 0 0,-1 0-1 0 0,1 0 0 0 0,1-6 0 0 0,1-4 8 0 0,-1 1 1 0 0,-1-1-1 0 0,0 0 0 0 0,0 1 0 0 0,-1-1 1 0 0,-1 0-1 0 0,0 0 0 0 0,-1 0 0 0 0,-3-13 0 0 0,2 8 37 0 0,1 1-1 0 0,0-1 1 0 0,4-34-1 0 0,-3 51-32 0 0,0-1 0 0 0,1 1-1 0 0,-1 0 1 0 0,0-1 0 0 0,1 1 0 0 0,-1 0-1 0 0,1-1 1 0 0,-1 1 0 0 0,1 0-1 0 0,-1 0 1 0 0,1 0 0 0 0,0-1-1 0 0,0 1 1 0 0,-1 0 0 0 0,1 0 0 0 0,0 0-1 0 0,0 0 1 0 0,0 0 0 0 0,0 1-1 0 0,0-1 1 0 0,0 0 0 0 0,1 0 0 0 0,-1 1-1 0 0,0-1 1 0 0,2 0 0 0 0,-1 0-2 0 0,1 1 0 0 0,0 0 0 0 0,-1 0 0 0 0,1 0 0 0 0,-1 0 0 0 0,1 0 0 0 0,-1 0 1 0 0,1 1-1 0 0,-1-1 0 0 0,1 1 0 0 0,-1 0 0 0 0,4 1 0 0 0,5 4 1 0 0,0-1 0 0 0,0 1-1 0 0,-1 1 1 0 0,16 12 0 0 0,-22-15-15 0 0,-1-1 0 0 0,0 1-1 0 0,0 0 1 0 0,0 0 0 0 0,0 0 0 0 0,-1 1 0 0 0,1-1 0 0 0,-1 0 0 0 0,0 1 0 0 0,0 0 0 0 0,-1-1 0 0 0,0 1 0 0 0,0 0 0 0 0,0 0-1 0 0,0 5 1 0 0,0-7-124 0 0,-1 0-1 0 0,0 0 1 0 0,0 0-1 0 0,0-1 1 0 0,0 1-1 0 0,0 0 1 0 0,-1 0-1 0 0,1 0 1 0 0,-1 0-1 0 0,0-1 1 0 0,0 1-1 0 0,0 0 1 0 0,0-1-1 0 0,0 1 1 0 0,0-1-1 0 0,-1 1 1 0 0,0-1-1 0 0,1 1 1 0 0,-1-1-1 0 0,0 0 1 0 0,0 0-1 0 0,0 0 1 0 0,0 0-1 0 0,0 0 1 0 0,-1-1-1 0 0,1 1 1 0 0,-4 1-1 0 0,3-2-413 0 0,0 0 0 0 0,0 0 1 0 0,0-1-1 0 0,-1 1 0 0 0,1-1 0 0 0,0 0 0 0 0,-6 0 0 0 0,3 0-809 0 0,-4 0-934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45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 0 0,'8'6'652'0'0,"5"8"1146"0"0,9 5 302 0 0,-5-5-1940 0 0,-16-12-186 0 0,1-1 0 0 0,-1 1-1 0 0,1-1 1 0 0,-1 1-1 0 0,0-1 1 0 0,0 1-1 0 0,0 0 1 0 0,0 0 0 0 0,0-1-1 0 0,0 1 1 0 0,0 0-1 0 0,0 0 1 0 0,-1 0 0 0 0,1 3-1 0 0,-1-2-341 0 0,0 1 0 0 0,0-1 0 0 0,-1 0-1 0 0,1 0 1 0 0,-1 0 0 0 0,0 0 0 0 0,0 0 0 0 0,0 0-1 0 0,-2 3 1 0 0,1-1-48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2T15:09:45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1 375 8 0 0,'28'-19'491'0'0,"-21"15"-108"0"0,0 0 0 0 0,0 0 0 0 0,-1-1 0 0 0,9-8 0 0 0,-13 10-293 0 0,0 1-1 0 0,0 0 1 0 0,-1-1-1 0 0,1 0 1 0 0,0 1-1 0 0,-1-1 1 0 0,0 0-1 0 0,0 0 1 0 0,0 1-1 0 0,0-1 1 0 0,0 0-1 0 0,-1 0 1 0 0,1 0-1 0 0,-1 0 1 0 0,1-6-1 0 0,-3-22 2631 0 0,-9-56 1 0 0,9 79-2430 0 0,2 8-271 0 0,0-1 0 0 0,0 0 0 0 0,0 1 0 0 0,-1-1 0 0 0,1 0 0 0 0,0 0 0 0 0,0 1 0 0 0,-1-1 0 0 0,1 0 0 0 0,-1 1-1 0 0,1-1 1 0 0,0 1 0 0 0,-1-1 0 0 0,1 1 0 0 0,-1-1 0 0 0,1 1 0 0 0,-1-1 0 0 0,0 1 0 0 0,1-1 0 0 0,-1 1 0 0 0,0-1 0 0 0,1 1 0 0 0,-1 0 0 0 0,0 0 0 0 0,1-1 0 0 0,-1 1 0 0 0,0 0 0 0 0,1 0 0 0 0,-1 0-1 0 0,0-1 1 0 0,0 1 0 0 0,1 0 0 0 0,-1 0 0 0 0,0 0 0 0 0,0 1 0 0 0,1-1 0 0 0,-1 0 0 0 0,0 0 0 0 0,1 0 0 0 0,-1 0 0 0 0,0 1 0 0 0,0-1 0 0 0,1 0 0 0 0,-1 1 0 0 0,1-1 0 0 0,-2 1 0 0 0,1 0-61 0 0,1-1 1 0 0,-1 1 0 0 0,1-1-1 0 0,0 1 1 0 0,-1 0 0 0 0,1-1-1 0 0,0 1 1 0 0,-1 0 0 0 0,1-1-1 0 0,0 1 1 0 0,0 0 0 0 0,0 0-1 0 0,0-1 1 0 0,0 1 0 0 0,0 0-1 0 0,0 0 1 0 0,0-1 0 0 0,0 1-1 0 0,0 0 1 0 0,0-1 0 0 0,0 1-1 0 0,0 0 1 0 0,0 0 0 0 0,1-1-1 0 0,-1 1 1 0 0,0 0-1 0 0,1-1 1 0 0,-1 1 0 0 0,1 1-1 0 0,6 2-1291 0 0,-6-4 1307 0 0,-1 0 0 0 0,1 0 0 0 0,-1-1-1 0 0,1 1 1 0 0,-1 0 0 0 0,1-1 0 0 0,-1 1 0 0 0,1-1 0 0 0,-1 1 0 0 0,0 0 0 0 0,1-1-1 0 0,-1 1 1 0 0,0-1 0 0 0,1 1 0 0 0,-1-1 0 0 0,0 1 0 0 0,1-1 0 0 0,-1 1 0 0 0,0-1-1 0 0,0 1 1 0 0,0-2 0 0 0,1-3 211 0 0,0-1 0 0 0,0 1 1 0 0,-1-1-1 0 0,0 1 0 0 0,0-1 0 0 0,-1 1 0 0 0,1-1 0 0 0,-3-7 0 0 0,-1-22 1256 0 0,4 21-910 0 0,-1 10-196 0 0,1-1 0 0 0,0 1 0 0 0,0 0-1 0 0,0-1 1 0 0,0 1 0 0 0,1 0 0 0 0,0-1-1 0 0,2-6 1 0 0,-3 11-293 0 0,0 0 0 0 0,0 0 0 0 0,1-1 1 0 0,-1 1-1 0 0,0 0 0 0 0,1 0 0 0 0,-1 0 0 0 0,0 0 0 0 0,0-1 0 0 0,1 1 1 0 0,-1 0-1 0 0,0 0 0 0 0,1 0 0 0 0,-1 0 0 0 0,0 0 0 0 0,1 0 0 0 0,-1 0 1 0 0,0 0-1 0 0,1 0 0 0 0,-1 0 0 0 0,0 0 0 0 0,1 0 0 0 0,-1 0 0 0 0,0 0 1 0 0,1 0-1 0 0,-1 0 0 0 0,0 0 0 0 0,1 0 0 0 0,-1 1 0 0 0,0-1 0 0 0,1 0 1 0 0,-1 0-1 0 0,0 0 0 0 0,0 0 0 0 0,1 1 0 0 0,-1-1 0 0 0,0 0 0 0 0,0 0 1 0 0,1 1-1 0 0,-1-1 0 0 0,0 0 0 0 0,0 0 0 0 0,0 1 0 0 0,0-1 0 0 0,1 0 1 0 0,-1 1-1 0 0,0 0 0 0 0,11 14 824 0 0,35 100-346 0 0,-33-77-600 0 0,35 70 1 0 0,-42-97 75 0 0,0-1-1 0 0,0-1 1 0 0,1 1 0 0 0,1-1-1 0 0,-1 0 1 0 0,1-1 0 0 0,1 0-1 0 0,0 0 1 0 0,0-1 0 0 0,0 0-1 0 0,13 7 1 0 0,-18-12 7 0 0,-1 0-1 0 0,1-1 1 0 0,0 1 0 0 0,0-1-1 0 0,-1 1 1 0 0,1-1 0 0 0,0 0 0 0 0,0-1-1 0 0,0 1 1 0 0,0-1 0 0 0,0 0-1 0 0,0 0 1 0 0,1 0 0 0 0,-1 0-1 0 0,0-1 1 0 0,0 1 0 0 0,0-1-1 0 0,0 0 1 0 0,-1 0 0 0 0,1-1-1 0 0,0 1 1 0 0,0-1 0 0 0,-1 0-1 0 0,1 0 1 0 0,-1 0 0 0 0,1 0 0 0 0,-1-1-1 0 0,0 1 1 0 0,0-1 0 0 0,0 0-1 0 0,0 0 1 0 0,-1 0 0 0 0,1 0-1 0 0,-1-1 1 0 0,0 1 0 0 0,0-1-1 0 0,2-4 1 0 0,6-10 64 0 0,-1-1 1 0 0,-1 0-1 0 0,0 0 0 0 0,-1-1 0 0 0,6-33 1 0 0,-12 44-29 0 0,0 0 0 0 0,0 0 1 0 0,-1 1-1 0 0,0-1 0 0 0,0 0 1 0 0,-1 0-1 0 0,-1 1 0 0 0,1-1 0 0 0,-1 1 1 0 0,-1-1-1 0 0,1 1 0 0 0,-1 0 1 0 0,-1-1-1 0 0,0 2 0 0 0,0-1 1 0 0,-5-7-1 0 0,8 13-19 0 0,1 1-1 0 0,-1 0 1 0 0,0 0 0 0 0,0-1-1 0 0,0 1 1 0 0,0 0 0 0 0,0 0 0 0 0,0 0-1 0 0,0 0 1 0 0,0 0 0 0 0,-1 0-1 0 0,1 0 1 0 0,0 0 0 0 0,-1 1 0 0 0,1-1-1 0 0,0 0 1 0 0,-1 1 0 0 0,1-1-1 0 0,-1 1 1 0 0,1-1 0 0 0,-1 1-1 0 0,1 0 1 0 0,-1 0 0 0 0,1 0 0 0 0,-1 0-1 0 0,1 0 1 0 0,-1 0 0 0 0,1 0-1 0 0,-3 1 1 0 0,2 0 7 0 0,0 0 0 0 0,0 0 0 0 0,1 0 0 0 0,-1 0 0 0 0,0 1 0 0 0,0-1 0 0 0,1 1 0 0 0,-1-1 0 0 0,1 1 0 0 0,0 0 0 0 0,-1-1 0 0 0,1 1 0 0 0,0 0 0 0 0,0 0 0 0 0,0 0 0 0 0,0 0 0 0 0,0 0 1 0 0,0 0-1 0 0,0 3 0 0 0,-1 5-28 0 0,0 0 0 0 0,0 1 0 0 0,1-1 0 0 0,1 1 0 0 0,0-1 0 0 0,0 1 0 0 0,3 14 0 0 0,2 2-126 0 0,12 43 1 0 0,-14-60 120 0 0,1-1 0 0 0,0 0 0 0 0,9 17 1 0 0,-12-24-157 0 0,1 0 0 0 0,-1 1-1 0 0,0-1 1 0 0,1 0 0 0 0,0 0 0 0 0,-1 0 0 0 0,1 0 0 0 0,0-1 0 0 0,0 1 0 0 0,0 0 0 0 0,0-1 0 0 0,0 1 0 0 0,0-1-1 0 0,1 0 1 0 0,-1 0 0 0 0,0 0 0 0 0,1 0 0 0 0,-1 0 0 0 0,1 0 0 0 0,3 0 0 0 0,-6-1-23 0 0,0 0 1 0 0,0 0-1 0 0,1 0 0 0 0,-1 0 1 0 0,0 0-1 0 0,0 0 0 0 0,1 0 1 0 0,-1 0-1 0 0,0-1 1 0 0,0 1-1 0 0,1 0 0 0 0,-1 0 1 0 0,0 0-1 0 0,0 0 1 0 0,0-1-1 0 0,1 1 0 0 0,-1 0 1 0 0,0 0-1 0 0,0 0 0 0 0,0-1 1 0 0,0 1-1 0 0,1 0 1 0 0,-1 0-1 0 0,0-1 0 0 0,0 1 1 0 0,0 0-1 0 0,0 0 1 0 0,0-1-1 0 0,0 1 0 0 0,0 0 1 0 0,0 0-1 0 0,0-1 0 0 0,0 1 1 0 0,0 0-1 0 0,0-1 1 0 0,0 1-1 0 0,0 0 0 0 0,0 0 1 0 0,0-1-1 0 0,0 1 1 0 0,0-3-1997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55" Type="http://schemas.openxmlformats.org/officeDocument/2006/relationships/image" Target="../media/image77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124" Type="http://schemas.openxmlformats.org/officeDocument/2006/relationships/customXml" Target="../ink/ink62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45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51" Type="http://schemas.openxmlformats.org/officeDocument/2006/relationships/image" Target="../media/image75.png"/><Relationship Id="rId156" Type="http://schemas.openxmlformats.org/officeDocument/2006/relationships/customXml" Target="../ink/ink78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146" Type="http://schemas.openxmlformats.org/officeDocument/2006/relationships/customXml" Target="../ink/ink73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76200"/>
            <a:ext cx="75438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 a “loaded” die that has a 10% chance of getting a 1-5 and a 50% chance of getting a 6.</a:t>
            </a:r>
          </a:p>
          <a:p>
            <a:endParaRPr lang="en-US" dirty="0"/>
          </a:p>
          <a:p>
            <a:r>
              <a:rPr lang="en-US" dirty="0"/>
              <a:t>(This is from the dishonest casino in the Durbin et al. book; this example is used to define algorithms for Hidden Markov Models in the first few chapters of that text book.  We will see a lot more of this die in future labs and lectures).</a:t>
            </a:r>
          </a:p>
          <a:p>
            <a:endParaRPr lang="en-US" dirty="0"/>
          </a:p>
          <a:p>
            <a:pPr marL="342900" indent="-342900">
              <a:buAutoNum type="arabicParenBoth"/>
            </a:pPr>
            <a:r>
              <a:rPr lang="en-US" dirty="0"/>
              <a:t>What is the mean and variance for the loaded dice?</a:t>
            </a:r>
          </a:p>
          <a:p>
            <a:pPr marL="342900" indent="-342900"/>
            <a:endParaRPr lang="en-US" dirty="0"/>
          </a:p>
          <a:p>
            <a:pPr marL="342900" indent="-342900">
              <a:buAutoNum type="arabicParenBoth" startAt="2"/>
            </a:pPr>
            <a:r>
              <a:rPr lang="en-US" dirty="0"/>
              <a:t>Make a function in R that “rolls” this dice; return a vector containing the rolls.</a:t>
            </a:r>
          </a:p>
          <a:p>
            <a:pPr marL="342900" indent="-342900"/>
            <a:endParaRPr lang="en-US" dirty="0"/>
          </a:p>
          <a:p>
            <a:pPr marL="342900" indent="-342900"/>
            <a:r>
              <a:rPr lang="en-US" dirty="0"/>
              <a:t>		So if I call:  </a:t>
            </a:r>
            <a:r>
              <a:rPr lang="en-US" dirty="0" err="1"/>
              <a:t>myRolls</a:t>
            </a:r>
            <a:r>
              <a:rPr lang="en-US" dirty="0"/>
              <a:t> &lt;- </a:t>
            </a:r>
            <a:r>
              <a:rPr lang="en-US" dirty="0" err="1"/>
              <a:t>rollLoadedDie</a:t>
            </a:r>
            <a:r>
              <a:rPr lang="en-US" dirty="0"/>
              <a:t>(10000)</a:t>
            </a:r>
          </a:p>
          <a:p>
            <a:pPr marL="342900" indent="-342900"/>
            <a:r>
              <a:rPr lang="en-US" dirty="0"/>
              <a:t>   </a:t>
            </a:r>
          </a:p>
          <a:p>
            <a:pPr marL="342900" indent="-342900"/>
            <a:r>
              <a:rPr lang="en-US" dirty="0"/>
              <a:t>     I would get a vector of size 10,000 that contains the rolls of my loaded die.</a:t>
            </a:r>
          </a:p>
          <a:p>
            <a:pPr marL="342900" indent="-342900"/>
            <a:endParaRPr lang="en-US" dirty="0"/>
          </a:p>
          <a:p>
            <a:pPr marL="342900" indent="-342900">
              <a:buAutoNum type="arabicParenBoth" startAt="3"/>
            </a:pPr>
            <a:r>
              <a:rPr lang="en-US" dirty="0"/>
              <a:t>Make a histogram of some large number of rolls.  Do the rolls of the loaded die approximate a uniform distribution?</a:t>
            </a:r>
          </a:p>
          <a:p>
            <a:pPr marL="342900" indent="-342900">
              <a:buAutoNum type="arabicParenBoth" startAt="3"/>
            </a:pPr>
            <a:endParaRPr lang="en-US" dirty="0"/>
          </a:p>
          <a:p>
            <a:pPr marL="342900" indent="-342900">
              <a:buAutoNum type="arabicParenBoth" startAt="3"/>
            </a:pPr>
            <a:r>
              <a:rPr lang="en-US" dirty="0"/>
              <a:t>Modify the code on Slide #57 of lecture #2 so that the means vs. trial size </a:t>
            </a:r>
          </a:p>
          <a:p>
            <a:pPr marL="342900" indent="-342900"/>
            <a:r>
              <a:rPr lang="en-US" dirty="0"/>
              <a:t>       plots are from the loaded die.  Generate these plots a few times.  How many rolls appear to be necessary to get convergence on the expected values for the mean and variance?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93CEC4F-7575-CD92-1621-7E3C9AD45598}"/>
              </a:ext>
            </a:extLst>
          </p:cNvPr>
          <p:cNvGrpSpPr/>
          <p:nvPr/>
        </p:nvGrpSpPr>
        <p:grpSpPr>
          <a:xfrm>
            <a:off x="5851800" y="3393648"/>
            <a:ext cx="542520" cy="245160"/>
            <a:chOff x="5851800" y="3393648"/>
            <a:chExt cx="54252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4EE7F71-E40F-1D3E-12C5-3AD9BD205C39}"/>
                    </a:ext>
                  </a:extLst>
                </p14:cNvPr>
                <p14:cNvContentPartPr/>
                <p14:nvPr/>
              </p14:nvContentPartPr>
              <p14:xfrm>
                <a:off x="5858640" y="3393648"/>
                <a:ext cx="535680" cy="182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4EE7F71-E40F-1D3E-12C5-3AD9BD205C3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54320" y="3389328"/>
                  <a:ext cx="5443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FFF40EE-712F-446C-C6C7-A00F73DF47D5}"/>
                    </a:ext>
                  </a:extLst>
                </p14:cNvPr>
                <p14:cNvContentPartPr/>
                <p14:nvPr/>
              </p14:nvContentPartPr>
              <p14:xfrm>
                <a:off x="5851800" y="3425328"/>
                <a:ext cx="150480" cy="213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FFF40EE-712F-446C-C6C7-A00F73DF47D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47480" y="3421008"/>
                  <a:ext cx="159120" cy="22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24DD0FF-5188-CB23-71F5-ADCA28AC429F}"/>
                  </a:ext>
                </a:extLst>
              </p14:cNvPr>
              <p14:cNvContentPartPr/>
              <p14:nvPr/>
            </p14:nvContentPartPr>
            <p14:xfrm>
              <a:off x="6428160" y="3167568"/>
              <a:ext cx="73800" cy="196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24DD0FF-5188-CB23-71F5-ADCA28AC429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22040" y="3161448"/>
                <a:ext cx="86040" cy="20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D3C6772E-3C21-3558-7FA7-3B1E397DF0CA}"/>
              </a:ext>
            </a:extLst>
          </p:cNvPr>
          <p:cNvGrpSpPr/>
          <p:nvPr/>
        </p:nvGrpSpPr>
        <p:grpSpPr>
          <a:xfrm>
            <a:off x="6566760" y="2514888"/>
            <a:ext cx="3444120" cy="2442960"/>
            <a:chOff x="6566760" y="2514888"/>
            <a:chExt cx="3444120" cy="244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6BA9110-B7DA-C9B4-DC07-C78A0E4D9B42}"/>
                    </a:ext>
                  </a:extLst>
                </p14:cNvPr>
                <p14:cNvContentPartPr/>
                <p14:nvPr/>
              </p14:nvContentPartPr>
              <p14:xfrm>
                <a:off x="6566760" y="3199248"/>
                <a:ext cx="109080" cy="108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6BA9110-B7DA-C9B4-DC07-C78A0E4D9B4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60640" y="3193128"/>
                  <a:ext cx="1213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FB46FF9-74AD-27E6-752A-C4421F548488}"/>
                    </a:ext>
                  </a:extLst>
                </p14:cNvPr>
                <p14:cNvContentPartPr/>
                <p14:nvPr/>
              </p14:nvContentPartPr>
              <p14:xfrm>
                <a:off x="6675840" y="3153528"/>
                <a:ext cx="51840" cy="114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FB46FF9-74AD-27E6-752A-C4421F54848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669720" y="3147408"/>
                  <a:ext cx="640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E7F6423-3995-1922-16A8-094AA31A5D08}"/>
                    </a:ext>
                  </a:extLst>
                </p14:cNvPr>
                <p14:cNvContentPartPr/>
                <p14:nvPr/>
              </p14:nvContentPartPr>
              <p14:xfrm>
                <a:off x="6772680" y="3117528"/>
                <a:ext cx="56160" cy="128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E7F6423-3995-1922-16A8-094AA31A5D0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66560" y="3111408"/>
                  <a:ext cx="684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C9AEC0A-BA81-C30D-6AEB-7EE80007E4D2}"/>
                    </a:ext>
                  </a:extLst>
                </p14:cNvPr>
                <p14:cNvContentPartPr/>
                <p14:nvPr/>
              </p14:nvContentPartPr>
              <p14:xfrm>
                <a:off x="6861600" y="3093768"/>
                <a:ext cx="75600" cy="127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C9AEC0A-BA81-C30D-6AEB-7EE80007E4D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55480" y="3087648"/>
                  <a:ext cx="878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7BD3BDE-26F5-AC33-D2F9-08820C6A04BA}"/>
                    </a:ext>
                  </a:extLst>
                </p14:cNvPr>
                <p14:cNvContentPartPr/>
                <p14:nvPr/>
              </p14:nvContentPartPr>
              <p14:xfrm>
                <a:off x="6968880" y="3026088"/>
                <a:ext cx="93240" cy="136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7BD3BDE-26F5-AC33-D2F9-08820C6A04B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962760" y="3019968"/>
                  <a:ext cx="1054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17DFE90-A5FB-213F-92A3-AD20A6EA47FA}"/>
                    </a:ext>
                  </a:extLst>
                </p14:cNvPr>
                <p14:cNvContentPartPr/>
                <p14:nvPr/>
              </p14:nvContentPartPr>
              <p14:xfrm>
                <a:off x="7058880" y="2928528"/>
                <a:ext cx="81720" cy="174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17DFE90-A5FB-213F-92A3-AD20A6EA47F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052760" y="2922408"/>
                  <a:ext cx="939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FA1E2E9-1064-1EC1-1075-3A75A94EA77E}"/>
                    </a:ext>
                  </a:extLst>
                </p14:cNvPr>
                <p14:cNvContentPartPr/>
                <p14:nvPr/>
              </p14:nvContentPartPr>
              <p14:xfrm>
                <a:off x="7114680" y="2879568"/>
                <a:ext cx="235080" cy="247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FA1E2E9-1064-1EC1-1075-3A75A94EA77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08560" y="2873448"/>
                  <a:ext cx="2473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9EAC48C-840C-F726-0D88-68226234405D}"/>
                    </a:ext>
                  </a:extLst>
                </p14:cNvPr>
                <p14:cNvContentPartPr/>
                <p14:nvPr/>
              </p14:nvContentPartPr>
              <p14:xfrm>
                <a:off x="6727680" y="3499128"/>
                <a:ext cx="127440" cy="124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9EAC48C-840C-F726-0D88-68226234405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721560" y="3493008"/>
                  <a:ext cx="1396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35D6AB4-358E-F791-4B4E-691B0C70C941}"/>
                    </a:ext>
                  </a:extLst>
                </p14:cNvPr>
                <p14:cNvContentPartPr/>
                <p14:nvPr/>
              </p14:nvContentPartPr>
              <p14:xfrm>
                <a:off x="6838920" y="3436128"/>
                <a:ext cx="137520" cy="139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35D6AB4-358E-F791-4B4E-691B0C70C94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832800" y="3430008"/>
                  <a:ext cx="1497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24980E2-E779-FC49-AB97-E6F9367F4366}"/>
                    </a:ext>
                  </a:extLst>
                </p14:cNvPr>
                <p14:cNvContentPartPr/>
                <p14:nvPr/>
              </p14:nvContentPartPr>
              <p14:xfrm>
                <a:off x="7234560" y="3328128"/>
                <a:ext cx="90720" cy="131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24980E2-E779-FC49-AB97-E6F9367F436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28440" y="3322008"/>
                  <a:ext cx="1029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5AD7C17-1AE0-897F-AFAF-8EC2D418F46A}"/>
                    </a:ext>
                  </a:extLst>
                </p14:cNvPr>
                <p14:cNvContentPartPr/>
                <p14:nvPr/>
              </p14:nvContentPartPr>
              <p14:xfrm>
                <a:off x="7469640" y="3105288"/>
                <a:ext cx="241560" cy="231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5AD7C17-1AE0-897F-AFAF-8EC2D418F46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63520" y="3099168"/>
                  <a:ext cx="2538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E3DF4D7-CA9F-C7AB-C372-AB2D8888A1F7}"/>
                    </a:ext>
                  </a:extLst>
                </p14:cNvPr>
                <p14:cNvContentPartPr/>
                <p14:nvPr/>
              </p14:nvContentPartPr>
              <p14:xfrm>
                <a:off x="7714440" y="2937168"/>
                <a:ext cx="363240" cy="223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E3DF4D7-CA9F-C7AB-C372-AB2D8888A1F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708320" y="2931048"/>
                  <a:ext cx="3754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2A04F73-2554-F3EA-D92A-D11CEFD85C75}"/>
                    </a:ext>
                  </a:extLst>
                </p14:cNvPr>
                <p14:cNvContentPartPr/>
                <p14:nvPr/>
              </p14:nvContentPartPr>
              <p14:xfrm>
                <a:off x="8173080" y="2722968"/>
                <a:ext cx="81360" cy="241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2A04F73-2554-F3EA-D92A-D11CEFD85C7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166960" y="2716848"/>
                  <a:ext cx="936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CB7CCE1-1E57-265C-2D1A-C0659154EC37}"/>
                    </a:ext>
                  </a:extLst>
                </p14:cNvPr>
                <p14:cNvContentPartPr/>
                <p14:nvPr/>
              </p14:nvContentPartPr>
              <p14:xfrm>
                <a:off x="8138880" y="2847528"/>
                <a:ext cx="212400" cy="105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CB7CCE1-1E57-265C-2D1A-C0659154EC3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32760" y="2841408"/>
                  <a:ext cx="2246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68C35E7-AAB2-9C23-D945-FF97AC469DFD}"/>
                    </a:ext>
                  </a:extLst>
                </p14:cNvPr>
                <p14:cNvContentPartPr/>
                <p14:nvPr/>
              </p14:nvContentPartPr>
              <p14:xfrm>
                <a:off x="8461440" y="2514888"/>
                <a:ext cx="446040" cy="314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68C35E7-AAB2-9C23-D945-FF97AC469DF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455320" y="2508768"/>
                  <a:ext cx="45828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5CD052B-1284-F61A-3054-E366033A41ED}"/>
                    </a:ext>
                  </a:extLst>
                </p14:cNvPr>
                <p14:cNvContentPartPr/>
                <p14:nvPr/>
              </p14:nvContentPartPr>
              <p14:xfrm>
                <a:off x="7394760" y="3622968"/>
                <a:ext cx="17280" cy="39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5CD052B-1284-F61A-3054-E366033A41E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388640" y="3616848"/>
                  <a:ext cx="295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8BDE7DD-3A38-54E9-04EB-98CAA6D1DF1E}"/>
                    </a:ext>
                  </a:extLst>
                </p14:cNvPr>
                <p14:cNvContentPartPr/>
                <p14:nvPr/>
              </p14:nvContentPartPr>
              <p14:xfrm>
                <a:off x="7517520" y="3520728"/>
                <a:ext cx="4680" cy="156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8BDE7DD-3A38-54E9-04EB-98CAA6D1DF1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11400" y="3514608"/>
                  <a:ext cx="169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7C472A3-B4A8-6838-8B7A-A995DDC0D7E3}"/>
                    </a:ext>
                  </a:extLst>
                </p14:cNvPr>
                <p14:cNvContentPartPr/>
                <p14:nvPr/>
              </p14:nvContentPartPr>
              <p14:xfrm>
                <a:off x="7027560" y="3627648"/>
                <a:ext cx="121320" cy="143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7C472A3-B4A8-6838-8B7A-A995DDC0D7E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21440" y="3621528"/>
                  <a:ext cx="133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D70AB48-7E3D-738C-0D6D-6905EC0D23FE}"/>
                    </a:ext>
                  </a:extLst>
                </p14:cNvPr>
                <p14:cNvContentPartPr/>
                <p14:nvPr/>
              </p14:nvContentPartPr>
              <p14:xfrm>
                <a:off x="7200000" y="3657168"/>
                <a:ext cx="86040" cy="19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D70AB48-7E3D-738C-0D6D-6905EC0D23F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93880" y="3651048"/>
                  <a:ext cx="982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BAF589B-C11D-EC0E-82AC-6CB5657F5DA7}"/>
                    </a:ext>
                  </a:extLst>
                </p14:cNvPr>
                <p14:cNvContentPartPr/>
                <p14:nvPr/>
              </p14:nvContentPartPr>
              <p14:xfrm>
                <a:off x="7735320" y="3545928"/>
                <a:ext cx="96480" cy="154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BAF589B-C11D-EC0E-82AC-6CB5657F5DA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729200" y="3539808"/>
                  <a:ext cx="1087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9BDB8D3-A941-7A37-CE38-E94731E0DB75}"/>
                    </a:ext>
                  </a:extLst>
                </p14:cNvPr>
                <p14:cNvContentPartPr/>
                <p14:nvPr/>
              </p14:nvContentPartPr>
              <p14:xfrm>
                <a:off x="7848720" y="3480048"/>
                <a:ext cx="50400" cy="120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9BDB8D3-A941-7A37-CE38-E94731E0DB7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842600" y="3473928"/>
                  <a:ext cx="62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BE679EA-612E-ACBE-B8EB-DF7C55E9D1E8}"/>
                    </a:ext>
                  </a:extLst>
                </p14:cNvPr>
                <p14:cNvContentPartPr/>
                <p14:nvPr/>
              </p14:nvContentPartPr>
              <p14:xfrm>
                <a:off x="7913880" y="3451248"/>
                <a:ext cx="251640" cy="140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BE679EA-612E-ACBE-B8EB-DF7C55E9D1E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07760" y="3445128"/>
                  <a:ext cx="2638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41EA3A2-E07E-1712-7744-1BA60EF4A051}"/>
                    </a:ext>
                  </a:extLst>
                </p14:cNvPr>
                <p14:cNvContentPartPr/>
                <p14:nvPr/>
              </p14:nvContentPartPr>
              <p14:xfrm>
                <a:off x="7920720" y="3360168"/>
                <a:ext cx="22320" cy="4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41EA3A2-E07E-1712-7744-1BA60EF4A05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14600" y="3354048"/>
                  <a:ext cx="345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8D5DBFE-F261-F31C-0ABF-E712C3785D8D}"/>
                    </a:ext>
                  </a:extLst>
                </p14:cNvPr>
                <p14:cNvContentPartPr/>
                <p14:nvPr/>
              </p14:nvContentPartPr>
              <p14:xfrm>
                <a:off x="8292240" y="3359448"/>
                <a:ext cx="408960" cy="268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8D5DBFE-F261-F31C-0ABF-E712C3785D8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86120" y="3353328"/>
                  <a:ext cx="4212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12F8ABD-2CFD-7FE0-2D1B-8FDFB50D02B4}"/>
                    </a:ext>
                  </a:extLst>
                </p14:cNvPr>
                <p14:cNvContentPartPr/>
                <p14:nvPr/>
              </p14:nvContentPartPr>
              <p14:xfrm>
                <a:off x="8909640" y="3222288"/>
                <a:ext cx="86040" cy="144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12F8ABD-2CFD-7FE0-2D1B-8FDFB50D02B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03520" y="3216168"/>
                  <a:ext cx="98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1CDD824-CC33-499A-0B62-6DC9ECCCBC05}"/>
                    </a:ext>
                  </a:extLst>
                </p14:cNvPr>
                <p14:cNvContentPartPr/>
                <p14:nvPr/>
              </p14:nvContentPartPr>
              <p14:xfrm>
                <a:off x="8934840" y="3361968"/>
                <a:ext cx="145080" cy="17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1CDD824-CC33-499A-0B62-6DC9ECCCBC0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928720" y="3355848"/>
                  <a:ext cx="1573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4F86ACC-3E72-DACD-F912-E93149227D32}"/>
                    </a:ext>
                  </a:extLst>
                </p14:cNvPr>
                <p14:cNvContentPartPr/>
                <p14:nvPr/>
              </p14:nvContentPartPr>
              <p14:xfrm>
                <a:off x="7179120" y="3953808"/>
                <a:ext cx="24840" cy="28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4F86ACC-3E72-DACD-F912-E93149227D3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173000" y="3947688"/>
                  <a:ext cx="370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27C2F22-42F9-43B4-92BC-EDCD9C10979A}"/>
                    </a:ext>
                  </a:extLst>
                </p14:cNvPr>
                <p14:cNvContentPartPr/>
                <p14:nvPr/>
              </p14:nvContentPartPr>
              <p14:xfrm>
                <a:off x="7247880" y="3851568"/>
                <a:ext cx="6120" cy="8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27C2F22-42F9-43B4-92BC-EDCD9C10979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41760" y="3845448"/>
                  <a:ext cx="183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8F43F9E-F087-6851-0E73-36EC6520F300}"/>
                    </a:ext>
                  </a:extLst>
                </p14:cNvPr>
                <p14:cNvContentPartPr/>
                <p14:nvPr/>
              </p14:nvContentPartPr>
              <p14:xfrm>
                <a:off x="7259400" y="3849408"/>
                <a:ext cx="59040" cy="148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8F43F9E-F087-6851-0E73-36EC6520F30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253280" y="3843288"/>
                  <a:ext cx="712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5CC69AD-0B15-C451-9117-F98A3DE420D4}"/>
                    </a:ext>
                  </a:extLst>
                </p14:cNvPr>
                <p14:cNvContentPartPr/>
                <p14:nvPr/>
              </p14:nvContentPartPr>
              <p14:xfrm>
                <a:off x="7428240" y="3898728"/>
                <a:ext cx="94680" cy="7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5CC69AD-0B15-C451-9117-F98A3DE420D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422120" y="3892608"/>
                  <a:ext cx="1069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BBC169D-E99D-D039-B71E-6D2FDFBE8D8D}"/>
                    </a:ext>
                  </a:extLst>
                </p14:cNvPr>
                <p14:cNvContentPartPr/>
                <p14:nvPr/>
              </p14:nvContentPartPr>
              <p14:xfrm>
                <a:off x="7591680" y="3914928"/>
                <a:ext cx="2160" cy="24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BBC169D-E99D-D039-B71E-6D2FDFBE8D8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85560" y="3908808"/>
                  <a:ext cx="14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807C16F-3C9A-CCE1-4C17-1FC6A32AEDC3}"/>
                    </a:ext>
                  </a:extLst>
                </p14:cNvPr>
                <p14:cNvContentPartPr/>
                <p14:nvPr/>
              </p14:nvContentPartPr>
              <p14:xfrm>
                <a:off x="7646400" y="3797928"/>
                <a:ext cx="106560" cy="137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807C16F-3C9A-CCE1-4C17-1FC6A32AEDC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640280" y="3791808"/>
                  <a:ext cx="1188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3521D8A-7050-F5CD-1B1B-344815509EF1}"/>
                    </a:ext>
                  </a:extLst>
                </p14:cNvPr>
                <p14:cNvContentPartPr/>
                <p14:nvPr/>
              </p14:nvContentPartPr>
              <p14:xfrm>
                <a:off x="7962840" y="3754368"/>
                <a:ext cx="108720" cy="185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3521D8A-7050-F5CD-1B1B-344815509EF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56720" y="3748248"/>
                  <a:ext cx="1209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743B7F5-1707-09D5-4718-F5337E669C95}"/>
                    </a:ext>
                  </a:extLst>
                </p14:cNvPr>
                <p14:cNvContentPartPr/>
                <p14:nvPr/>
              </p14:nvContentPartPr>
              <p14:xfrm>
                <a:off x="8113320" y="3749328"/>
                <a:ext cx="69480" cy="97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743B7F5-1707-09D5-4718-F5337E669C9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107200" y="3743208"/>
                  <a:ext cx="817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06AD209-D598-3C28-8802-D3B10D94C65A}"/>
                    </a:ext>
                  </a:extLst>
                </p14:cNvPr>
                <p14:cNvContentPartPr/>
                <p14:nvPr/>
              </p14:nvContentPartPr>
              <p14:xfrm>
                <a:off x="8171280" y="3684888"/>
                <a:ext cx="233280" cy="121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06AD209-D598-3C28-8802-D3B10D94C65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65160" y="3678768"/>
                  <a:ext cx="2455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A329631-8B30-8E04-527D-FC3BDEA8B07D}"/>
                    </a:ext>
                  </a:extLst>
                </p14:cNvPr>
                <p14:cNvContentPartPr/>
                <p14:nvPr/>
              </p14:nvContentPartPr>
              <p14:xfrm>
                <a:off x="8640000" y="3569328"/>
                <a:ext cx="124920" cy="147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A329631-8B30-8E04-527D-FC3BDEA8B07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33880" y="3563208"/>
                  <a:ext cx="137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FF93D12-19D8-6310-E0FE-4B875CC8B943}"/>
                    </a:ext>
                  </a:extLst>
                </p14:cNvPr>
                <p14:cNvContentPartPr/>
                <p14:nvPr/>
              </p14:nvContentPartPr>
              <p14:xfrm>
                <a:off x="7877880" y="4148928"/>
                <a:ext cx="6840" cy="37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FF93D12-19D8-6310-E0FE-4B875CC8B94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71760" y="4142808"/>
                  <a:ext cx="190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E14D4BA-EADD-DE4F-9EFB-73EDC74AED40}"/>
                    </a:ext>
                  </a:extLst>
                </p14:cNvPr>
                <p14:cNvContentPartPr/>
                <p14:nvPr/>
              </p14:nvContentPartPr>
              <p14:xfrm>
                <a:off x="7914600" y="4032648"/>
                <a:ext cx="83520" cy="136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E14D4BA-EADD-DE4F-9EFB-73EDC74AED4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908480" y="4026528"/>
                  <a:ext cx="957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E4E9106-3006-372A-04AE-7BB4FBD35530}"/>
                    </a:ext>
                  </a:extLst>
                </p14:cNvPr>
                <p14:cNvContentPartPr/>
                <p14:nvPr/>
              </p14:nvContentPartPr>
              <p14:xfrm>
                <a:off x="8038440" y="4048128"/>
                <a:ext cx="82440" cy="33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E4E9106-3006-372A-04AE-7BB4FBD3553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32320" y="4042008"/>
                  <a:ext cx="946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1A8123A-D36F-4FB4-6525-7E798F4E3E9C}"/>
                    </a:ext>
                  </a:extLst>
                </p14:cNvPr>
                <p14:cNvContentPartPr/>
                <p14:nvPr/>
              </p14:nvContentPartPr>
              <p14:xfrm>
                <a:off x="8153640" y="3991248"/>
                <a:ext cx="45000" cy="36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1A8123A-D36F-4FB4-6525-7E798F4E3E9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147520" y="3985128"/>
                  <a:ext cx="572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B6C59AD-C5A3-2662-6D1F-F861E0EA9FBF}"/>
                    </a:ext>
                  </a:extLst>
                </p14:cNvPr>
                <p14:cNvContentPartPr/>
                <p14:nvPr/>
              </p14:nvContentPartPr>
              <p14:xfrm>
                <a:off x="8176680" y="4083768"/>
                <a:ext cx="22680" cy="27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B6C59AD-C5A3-2662-6D1F-F861E0EA9FB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70560" y="4077648"/>
                  <a:ext cx="349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6921C27-0058-E1AD-74A4-120FEF635829}"/>
                    </a:ext>
                  </a:extLst>
                </p14:cNvPr>
                <p14:cNvContentPartPr/>
                <p14:nvPr/>
              </p14:nvContentPartPr>
              <p14:xfrm>
                <a:off x="8191800" y="3970008"/>
                <a:ext cx="87480" cy="107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6921C27-0058-E1AD-74A4-120FEF63582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185680" y="3963888"/>
                  <a:ext cx="997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046A845-768C-27FB-DD13-FEB46B1FFF99}"/>
                    </a:ext>
                  </a:extLst>
                </p14:cNvPr>
                <p14:cNvContentPartPr/>
                <p14:nvPr/>
              </p14:nvContentPartPr>
              <p14:xfrm>
                <a:off x="8443440" y="3925368"/>
                <a:ext cx="90720" cy="167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046A845-768C-27FB-DD13-FEB46B1FFF9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37320" y="3919248"/>
                  <a:ext cx="1029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F595A96-5E3C-B7FB-4B63-AED33CDBFC3C}"/>
                    </a:ext>
                  </a:extLst>
                </p14:cNvPr>
                <p14:cNvContentPartPr/>
                <p14:nvPr/>
              </p14:nvContentPartPr>
              <p14:xfrm>
                <a:off x="8541000" y="3850128"/>
                <a:ext cx="294480" cy="148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F595A96-5E3C-B7FB-4B63-AED33CDBFC3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534880" y="3844008"/>
                  <a:ext cx="3067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4E00735-7983-E988-DF9E-46AA8F44B99A}"/>
                    </a:ext>
                  </a:extLst>
                </p14:cNvPr>
                <p14:cNvContentPartPr/>
                <p14:nvPr/>
              </p14:nvContentPartPr>
              <p14:xfrm>
                <a:off x="8898480" y="3747528"/>
                <a:ext cx="103320" cy="191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4E00735-7983-E988-DF9E-46AA8F44B99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892360" y="3741408"/>
                  <a:ext cx="1155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2A98FC1-A8A7-FA87-560E-D5AFAB5C0F98}"/>
                    </a:ext>
                  </a:extLst>
                </p14:cNvPr>
                <p14:cNvContentPartPr/>
                <p14:nvPr/>
              </p14:nvContentPartPr>
              <p14:xfrm>
                <a:off x="7976880" y="4441968"/>
                <a:ext cx="14760" cy="15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2A98FC1-A8A7-FA87-560E-D5AFAB5C0F9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970760" y="4435848"/>
                  <a:ext cx="27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D0B8FCA-1DF6-F22D-F821-6A4B0DD57E67}"/>
                    </a:ext>
                  </a:extLst>
                </p14:cNvPr>
                <p14:cNvContentPartPr/>
                <p14:nvPr/>
              </p14:nvContentPartPr>
              <p14:xfrm>
                <a:off x="8039520" y="4288608"/>
                <a:ext cx="108360" cy="146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D0B8FCA-1DF6-F22D-F821-6A4B0DD57E6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033400" y="4282488"/>
                  <a:ext cx="1206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732941F-42E1-7451-5772-5BE1C0F27EF0}"/>
                    </a:ext>
                  </a:extLst>
                </p14:cNvPr>
                <p14:cNvContentPartPr/>
                <p14:nvPr/>
              </p14:nvContentPartPr>
              <p14:xfrm>
                <a:off x="8182440" y="4303368"/>
                <a:ext cx="86040" cy="34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732941F-42E1-7451-5772-5BE1C0F27EF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176320" y="4297248"/>
                  <a:ext cx="982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05D8DFC-BDFD-D01B-E828-902445F4AD1D}"/>
                    </a:ext>
                  </a:extLst>
                </p14:cNvPr>
                <p14:cNvContentPartPr/>
                <p14:nvPr/>
              </p14:nvContentPartPr>
              <p14:xfrm>
                <a:off x="8279280" y="4226328"/>
                <a:ext cx="91080" cy="97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05D8DFC-BDFD-D01B-E828-902445F4AD1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273160" y="4220208"/>
                  <a:ext cx="1033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34DB67F-593E-561E-198C-A2C1429EB047}"/>
                    </a:ext>
                  </a:extLst>
                </p14:cNvPr>
                <p14:cNvContentPartPr/>
                <p14:nvPr/>
              </p14:nvContentPartPr>
              <p14:xfrm>
                <a:off x="8336880" y="4208688"/>
                <a:ext cx="46800" cy="136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34DB67F-593E-561E-198C-A2C1429EB04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330760" y="4202568"/>
                  <a:ext cx="590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0D9B8A1-A99F-6D65-E17B-C6642AE1AD5B}"/>
                    </a:ext>
                  </a:extLst>
                </p14:cNvPr>
                <p14:cNvContentPartPr/>
                <p14:nvPr/>
              </p14:nvContentPartPr>
              <p14:xfrm>
                <a:off x="8318160" y="4347288"/>
                <a:ext cx="21960" cy="126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0D9B8A1-A99F-6D65-E17B-C6642AE1AD5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312040" y="4341168"/>
                  <a:ext cx="342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5B56800-8DAC-D484-58B5-D8E88851198D}"/>
                    </a:ext>
                  </a:extLst>
                </p14:cNvPr>
                <p14:cNvContentPartPr/>
                <p14:nvPr/>
              </p14:nvContentPartPr>
              <p14:xfrm>
                <a:off x="8563680" y="4141728"/>
                <a:ext cx="86760" cy="220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5B56800-8DAC-D484-58B5-D8E88851198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57560" y="4135608"/>
                  <a:ext cx="990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EEE41EF-3278-8054-71AB-2C152E0E6DF8}"/>
                    </a:ext>
                  </a:extLst>
                </p14:cNvPr>
                <p14:cNvContentPartPr/>
                <p14:nvPr/>
              </p14:nvContentPartPr>
              <p14:xfrm>
                <a:off x="8703000" y="4035168"/>
                <a:ext cx="253800" cy="190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EEE41EF-3278-8054-71AB-2C152E0E6DF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696880" y="4029048"/>
                  <a:ext cx="2660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524D5D1-9BE3-DC5B-E16F-4302745B653F}"/>
                    </a:ext>
                  </a:extLst>
                </p14:cNvPr>
                <p14:cNvContentPartPr/>
                <p14:nvPr/>
              </p14:nvContentPartPr>
              <p14:xfrm>
                <a:off x="9144720" y="4012848"/>
                <a:ext cx="2160" cy="79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524D5D1-9BE3-DC5B-E16F-4302745B653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138600" y="4006728"/>
                  <a:ext cx="144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54414EE-78B5-9AC1-1DE4-E8D4EC17CE49}"/>
                    </a:ext>
                  </a:extLst>
                </p14:cNvPr>
                <p14:cNvContentPartPr/>
                <p14:nvPr/>
              </p14:nvContentPartPr>
              <p14:xfrm>
                <a:off x="9166320" y="4008528"/>
                <a:ext cx="14400" cy="13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54414EE-78B5-9AC1-1DE4-E8D4EC17CE4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60200" y="4002408"/>
                  <a:ext cx="266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BA376F1-1F1A-D9CD-0593-A899F8DCC57E}"/>
                    </a:ext>
                  </a:extLst>
                </p14:cNvPr>
                <p14:cNvContentPartPr/>
                <p14:nvPr/>
              </p14:nvContentPartPr>
              <p14:xfrm>
                <a:off x="9094680" y="3909888"/>
                <a:ext cx="120240" cy="133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BA376F1-1F1A-D9CD-0593-A899F8DCC57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088560" y="3903768"/>
                  <a:ext cx="1324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1C7C166-E50A-76F6-6E74-23094F9B1DF1}"/>
                    </a:ext>
                  </a:extLst>
                </p14:cNvPr>
                <p14:cNvContentPartPr/>
                <p14:nvPr/>
              </p14:nvContentPartPr>
              <p14:xfrm>
                <a:off x="8154360" y="4698648"/>
                <a:ext cx="6480" cy="536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1C7C166-E50A-76F6-6E74-23094F9B1DF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148240" y="4692528"/>
                  <a:ext cx="18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64B9B81-42F9-9D9B-F298-8AE5726F63EE}"/>
                    </a:ext>
                  </a:extLst>
                </p14:cNvPr>
                <p14:cNvContentPartPr/>
                <p14:nvPr/>
              </p14:nvContentPartPr>
              <p14:xfrm>
                <a:off x="8218440" y="4552488"/>
                <a:ext cx="126360" cy="158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64B9B81-42F9-9D9B-F298-8AE5726F63E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12320" y="4546368"/>
                  <a:ext cx="1386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D463E92-6305-4056-BDB2-0A40CD6AF413}"/>
                    </a:ext>
                  </a:extLst>
                </p14:cNvPr>
                <p14:cNvContentPartPr/>
                <p14:nvPr/>
              </p14:nvContentPartPr>
              <p14:xfrm>
                <a:off x="8366400" y="4544208"/>
                <a:ext cx="56880" cy="40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D463E92-6305-4056-BDB2-0A40CD6AF41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60280" y="4538088"/>
                  <a:ext cx="691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45E5CF1-63B0-2585-48A4-3BAAF3BC217A}"/>
                    </a:ext>
                  </a:extLst>
                </p14:cNvPr>
                <p14:cNvContentPartPr/>
                <p14:nvPr/>
              </p14:nvContentPartPr>
              <p14:xfrm>
                <a:off x="8495640" y="4614048"/>
                <a:ext cx="4680" cy="23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45E5CF1-63B0-2585-48A4-3BAAF3BC217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89520" y="4607928"/>
                  <a:ext cx="169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A5FA2CB-80F8-DC50-B8DC-ADB7E52C2C77}"/>
                    </a:ext>
                  </a:extLst>
                </p14:cNvPr>
                <p14:cNvContentPartPr/>
                <p14:nvPr/>
              </p14:nvContentPartPr>
              <p14:xfrm>
                <a:off x="8564760" y="4409568"/>
                <a:ext cx="64080" cy="203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A5FA2CB-80F8-DC50-B8DC-ADB7E52C2C7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58640" y="4403448"/>
                  <a:ext cx="763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D372C99-EEDB-8990-7314-19AD68CDC693}"/>
                    </a:ext>
                  </a:extLst>
                </p14:cNvPr>
                <p14:cNvContentPartPr/>
                <p14:nvPr/>
              </p14:nvContentPartPr>
              <p14:xfrm>
                <a:off x="8802000" y="4402368"/>
                <a:ext cx="97920" cy="190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D372C99-EEDB-8990-7314-19AD68CDC69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795880" y="4396248"/>
                  <a:ext cx="1101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E292DDF-C72B-727B-2A63-1F2C10CBAA09}"/>
                    </a:ext>
                  </a:extLst>
                </p14:cNvPr>
                <p14:cNvContentPartPr/>
                <p14:nvPr/>
              </p14:nvContentPartPr>
              <p14:xfrm>
                <a:off x="8921880" y="4363848"/>
                <a:ext cx="72000" cy="792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E292DDF-C72B-727B-2A63-1F2C10CBAA0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915760" y="4357728"/>
                  <a:ext cx="842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0835365-E629-0476-2B37-C7242716400D}"/>
                    </a:ext>
                  </a:extLst>
                </p14:cNvPr>
                <p14:cNvContentPartPr/>
                <p14:nvPr/>
              </p14:nvContentPartPr>
              <p14:xfrm>
                <a:off x="8982000" y="4262328"/>
                <a:ext cx="239760" cy="1386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0835365-E629-0476-2B37-C7242716400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975880" y="4256208"/>
                  <a:ext cx="2520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41479D8-65CB-3251-058C-D24E4656559C}"/>
                    </a:ext>
                  </a:extLst>
                </p14:cNvPr>
                <p14:cNvContentPartPr/>
                <p14:nvPr/>
              </p14:nvContentPartPr>
              <p14:xfrm>
                <a:off x="8963640" y="4278528"/>
                <a:ext cx="3240" cy="5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41479D8-65CB-3251-058C-D24E4656559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957520" y="4272408"/>
                  <a:ext cx="15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3FA5DA1-C640-AEEA-EEFB-9BEA3FB1FFDE}"/>
                    </a:ext>
                  </a:extLst>
                </p14:cNvPr>
                <p14:cNvContentPartPr/>
                <p14:nvPr/>
              </p14:nvContentPartPr>
              <p14:xfrm>
                <a:off x="9351360" y="4007088"/>
                <a:ext cx="80280" cy="222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3FA5DA1-C640-AEEA-EEFB-9BEA3FB1FFD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345240" y="4000968"/>
                  <a:ext cx="925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BF07155-713A-EEE6-755E-76C1D55B7DAF}"/>
                    </a:ext>
                  </a:extLst>
                </p14:cNvPr>
                <p14:cNvContentPartPr/>
                <p14:nvPr/>
              </p14:nvContentPartPr>
              <p14:xfrm>
                <a:off x="8332200" y="4860288"/>
                <a:ext cx="100800" cy="97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BF07155-713A-EEE6-755E-76C1D55B7DA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326080" y="4854168"/>
                  <a:ext cx="1130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6089CC8-9494-A228-56C0-983DC4D7817B}"/>
                    </a:ext>
                  </a:extLst>
                </p14:cNvPr>
                <p14:cNvContentPartPr/>
                <p14:nvPr/>
              </p14:nvContentPartPr>
              <p14:xfrm>
                <a:off x="8435520" y="4781808"/>
                <a:ext cx="97200" cy="140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6089CC8-9494-A228-56C0-983DC4D7817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429400" y="4775688"/>
                  <a:ext cx="1094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769AD23-C121-4B31-10FA-5244663B1D93}"/>
                    </a:ext>
                  </a:extLst>
                </p14:cNvPr>
                <p14:cNvContentPartPr/>
                <p14:nvPr/>
              </p14:nvContentPartPr>
              <p14:xfrm>
                <a:off x="8560080" y="4772088"/>
                <a:ext cx="197280" cy="162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769AD23-C121-4B31-10FA-5244663B1D9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553960" y="4765968"/>
                  <a:ext cx="2095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D1B6B65-5D36-BFB6-04EC-3AC7DD586223}"/>
                    </a:ext>
                  </a:extLst>
                </p14:cNvPr>
                <p14:cNvContentPartPr/>
                <p14:nvPr/>
              </p14:nvContentPartPr>
              <p14:xfrm>
                <a:off x="8955360" y="4758408"/>
                <a:ext cx="20160" cy="11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D1B6B65-5D36-BFB6-04EC-3AC7DD58622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949240" y="4752288"/>
                  <a:ext cx="324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CE11E02-226E-7024-7246-06AB19D85886}"/>
                    </a:ext>
                  </a:extLst>
                </p14:cNvPr>
                <p14:cNvContentPartPr/>
                <p14:nvPr/>
              </p14:nvContentPartPr>
              <p14:xfrm>
                <a:off x="9027360" y="4561848"/>
                <a:ext cx="79200" cy="1965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CE11E02-226E-7024-7246-06AB19D8588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021240" y="4555728"/>
                  <a:ext cx="914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1089A05-CD34-0B0F-79EA-F6B4D1478690}"/>
                    </a:ext>
                  </a:extLst>
                </p14:cNvPr>
                <p14:cNvContentPartPr/>
                <p14:nvPr/>
              </p14:nvContentPartPr>
              <p14:xfrm>
                <a:off x="9251280" y="4538088"/>
                <a:ext cx="126360" cy="188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1089A05-CD34-0B0F-79EA-F6B4D147869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245160" y="4531968"/>
                  <a:ext cx="1386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6E8443B-2E09-2187-077B-4BB9F6ED4A2B}"/>
                    </a:ext>
                  </a:extLst>
                </p14:cNvPr>
                <p14:cNvContentPartPr/>
                <p14:nvPr/>
              </p14:nvContentPartPr>
              <p14:xfrm>
                <a:off x="9387360" y="4388328"/>
                <a:ext cx="305280" cy="210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6E8443B-2E09-2187-077B-4BB9F6ED4A2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381240" y="4382208"/>
                  <a:ext cx="3175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A861E83-56C0-5CC9-09DD-79229A755698}"/>
                    </a:ext>
                  </a:extLst>
                </p14:cNvPr>
                <p14:cNvContentPartPr/>
                <p14:nvPr/>
              </p14:nvContentPartPr>
              <p14:xfrm>
                <a:off x="9775080" y="4324968"/>
                <a:ext cx="27720" cy="43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A861E83-56C0-5CC9-09DD-79229A75569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768960" y="4318848"/>
                  <a:ext cx="399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A7E55B3-E363-94E1-FFD7-D88AA2A6B699}"/>
                    </a:ext>
                  </a:extLst>
                </p14:cNvPr>
                <p14:cNvContentPartPr/>
                <p14:nvPr/>
              </p14:nvContentPartPr>
              <p14:xfrm>
                <a:off x="9834480" y="4236768"/>
                <a:ext cx="176400" cy="146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A7E55B3-E363-94E1-FFD7-D88AA2A6B69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828360" y="4230648"/>
                  <a:ext cx="188640" cy="158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52886-7718-22AA-2218-014F42133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24379B-D08F-8937-D751-228AB85C04A6}"/>
              </a:ext>
            </a:extLst>
          </p:cNvPr>
          <p:cNvSpPr txBox="1"/>
          <p:nvPr/>
        </p:nvSpPr>
        <p:spPr>
          <a:xfrm>
            <a:off x="533400" y="76200"/>
            <a:ext cx="75438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 a “loaded” die that has a 10% chance of getting a 1-5 and a 50% chance of getting a 6.</a:t>
            </a:r>
          </a:p>
          <a:p>
            <a:endParaRPr lang="en-US" dirty="0"/>
          </a:p>
          <a:p>
            <a:r>
              <a:rPr lang="en-US" dirty="0"/>
              <a:t>(This is from the dishonest casino in the Durbin et al. book; this example is used to define algorithms for Hidden Markov Models in the first few chapters of that text book.  We will see a lot more of this die in future labs and lectures).</a:t>
            </a:r>
          </a:p>
          <a:p>
            <a:endParaRPr lang="en-US" dirty="0"/>
          </a:p>
          <a:p>
            <a:pPr marL="342900" indent="-342900">
              <a:buAutoNum type="arabicParenBoth"/>
            </a:pPr>
            <a:r>
              <a:rPr lang="en-US" dirty="0"/>
              <a:t>What is the mean and variance for the loaded dice?</a:t>
            </a:r>
          </a:p>
          <a:p>
            <a:pPr marL="342900" indent="-342900"/>
            <a:endParaRPr lang="en-US" dirty="0"/>
          </a:p>
          <a:p>
            <a:pPr marL="342900" indent="-342900">
              <a:buAutoNum type="arabicParenBoth" startAt="2"/>
            </a:pPr>
            <a:r>
              <a:rPr lang="en-US" dirty="0"/>
              <a:t>Make a function in R that “rolls” this dice; return a vector containing the rolls.</a:t>
            </a:r>
          </a:p>
          <a:p>
            <a:pPr marL="342900" indent="-342900"/>
            <a:endParaRPr lang="en-US" dirty="0"/>
          </a:p>
          <a:p>
            <a:pPr marL="342900" indent="-342900"/>
            <a:r>
              <a:rPr lang="en-US" dirty="0"/>
              <a:t>		So if I call:  </a:t>
            </a:r>
            <a:r>
              <a:rPr lang="en-US" dirty="0" err="1"/>
              <a:t>myRolls</a:t>
            </a:r>
            <a:r>
              <a:rPr lang="en-US" dirty="0"/>
              <a:t> &lt;- </a:t>
            </a:r>
            <a:r>
              <a:rPr lang="en-US" dirty="0" err="1"/>
              <a:t>rollLoadedDie</a:t>
            </a:r>
            <a:r>
              <a:rPr lang="en-US" dirty="0"/>
              <a:t>(10000)</a:t>
            </a:r>
          </a:p>
          <a:p>
            <a:pPr marL="342900" indent="-342900"/>
            <a:r>
              <a:rPr lang="en-US" dirty="0"/>
              <a:t>   </a:t>
            </a:r>
          </a:p>
          <a:p>
            <a:pPr marL="342900" indent="-342900"/>
            <a:r>
              <a:rPr lang="en-US" dirty="0"/>
              <a:t>     I would get a vector of size 10,000 that contains the rolls of my loaded die.</a:t>
            </a:r>
          </a:p>
          <a:p>
            <a:pPr marL="342900" indent="-342900"/>
            <a:endParaRPr lang="en-US" dirty="0"/>
          </a:p>
          <a:p>
            <a:pPr marL="342900" indent="-342900">
              <a:buAutoNum type="arabicParenBoth" startAt="3"/>
            </a:pPr>
            <a:r>
              <a:rPr lang="en-US" dirty="0"/>
              <a:t>Make a histogram of some large number of rolls.  Do the rolls of the loaded die approximate a uniform distribution?</a:t>
            </a:r>
          </a:p>
          <a:p>
            <a:pPr marL="342900" indent="-342900">
              <a:buAutoNum type="arabicParenBoth" startAt="3"/>
            </a:pPr>
            <a:endParaRPr lang="en-US" dirty="0"/>
          </a:p>
          <a:p>
            <a:pPr marL="342900" indent="-342900">
              <a:buAutoNum type="arabicParenBoth" startAt="3"/>
            </a:pPr>
            <a:r>
              <a:rPr lang="en-US" dirty="0"/>
              <a:t>Modify the code on Slide #57 of lecture #2 so that the means vs. trial size </a:t>
            </a:r>
          </a:p>
          <a:p>
            <a:pPr marL="342900" indent="-342900"/>
            <a:r>
              <a:rPr lang="en-US" dirty="0"/>
              <a:t>       plots are from the loaded die.  Generate these plots a few times.  How many rolls appear to be necessary to get convergence on the expected values for the mean and variance?</a:t>
            </a:r>
          </a:p>
        </p:txBody>
      </p:sp>
    </p:spTree>
    <p:extLst>
      <p:ext uri="{BB962C8B-B14F-4D97-AF65-F5344CB8AC3E}">
        <p14:creationId xmlns:p14="http://schemas.microsoft.com/office/powerpoint/2010/main" val="939978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762000"/>
            <a:ext cx="8763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Send your code and the answers to questions either as attachments in canvas or </a:t>
            </a:r>
          </a:p>
          <a:p>
            <a:r>
              <a:rPr lang="en-US" dirty="0"/>
              <a:t>links to your git-hub repository.</a:t>
            </a:r>
          </a:p>
          <a:p>
            <a:endParaRPr lang="en-US" dirty="0"/>
          </a:p>
          <a:p>
            <a:r>
              <a:rPr lang="en-US" dirty="0"/>
              <a:t>If you want to share a git repository, please share with afodor and </a:t>
            </a:r>
            <a:r>
              <a:rPr lang="en-US" dirty="0" err="1"/>
              <a:t>fodorclasses</a:t>
            </a:r>
            <a:r>
              <a:rPr lang="en-US" dirty="0"/>
              <a:t> in git.</a:t>
            </a:r>
          </a:p>
          <a:p>
            <a:r>
              <a:rPr lang="en-US" dirty="0"/>
              <a:t>(Or, if you prefer, you can make your repository public).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482</Words>
  <Application>Microsoft Office PowerPoint</Application>
  <PresentationFormat>On-screen Show (4:3)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Anthony</dc:creator>
  <cp:lastModifiedBy>juliannah flemister</cp:lastModifiedBy>
  <cp:revision>26</cp:revision>
  <dcterms:created xsi:type="dcterms:W3CDTF">2006-08-16T00:00:00Z</dcterms:created>
  <dcterms:modified xsi:type="dcterms:W3CDTF">2026-01-22T19:50:04Z</dcterms:modified>
</cp:coreProperties>
</file>