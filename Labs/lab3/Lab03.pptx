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
  </p:notesMasterIdLst>
  <p:sldIdLst>
    <p:sldId id="256" r:id="rId2"/>
    <p:sldId id="258" r:id="rId3"/>
    <p:sldId id="260" r:id="rId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9" d="100"/>
          <a:sy n="69" d="100"/>
        </p:scale>
        <p:origin x="1200" y="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tableStyles" Target="tableStyle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2-12T16:08:18.661"/>
    </inkml:context>
    <inkml:brush xml:id="br0">
      <inkml:brushProperty name="width" value="0.025" units="cm"/>
      <inkml:brushProperty name="height" value="0.025" units="cm"/>
    </inkml:brush>
  </inkml:definitions>
  <inkml:trace contextRef="#ctx0" brushRef="#br0">40 18 1736 0 0,'-2'-1'6802'0'0,"-6"-3"-6114"0"0,1 3-392 0 0,3-3 24 0 0,-1 3-432 0 0,0 1 176 0 0,1 0-24 0 0,3-2-32 0 0,-2 2-160 0 0,3-2-448 0 0,0 1 344 0 0,3-1-3873 0 0,2 2 2793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2-12T16:09:14.320"/>
    </inkml:context>
    <inkml:brush xml:id="br0">
      <inkml:brushProperty name="width" value="0.035" units="cm"/>
      <inkml:brushProperty name="height" value="0.035" units="cm"/>
    </inkml:brush>
  </inkml:definitions>
  <inkml:trace contextRef="#ctx0" brushRef="#br0">444 120 512 0 0,'-2'-3'240'0'0,"1"1"1"0"0,0-1-1 0 0,-1 1 1 0 0,1-1-1 0 0,-1 1 0 0 0,0 0 1 0 0,0-1-1 0 0,0 1 0 0 0,0 0 1 0 0,0 0-1 0 0,0 0 0 0 0,-1 1 1 0 0,1-1-1 0 0,0 1 1 0 0,-1-1-1 0 0,0 1 0 0 0,1 0 1 0 0,-1 0-1 0 0,0 0 0 0 0,1 0 1 0 0,-1 0-1 0 0,0 1 0 0 0,0-1 1 0 0,0 1-1 0 0,0 0 0 0 0,0-1 1 0 0,0 1-1 0 0,0 1 1 0 0,1-1-1 0 0,-1 0 0 0 0,-4 2 1 0 0,-2 0-98 0 0,1 0 1 0 0,0 1 0 0 0,-1 0-1 0 0,1 0 1 0 0,1 1 0 0 0,-1 0 0 0 0,0 0-1 0 0,1 1 1 0 0,-9 7 0 0 0,-101 106 2074 0 0,73-71-1558 0 0,35-38-580 0 0,-12 12 425 0 0,1 2 0 0 0,-30 43 0 0 0,48-63-477 0 0,0 1 1 0 0,0 0 0 0 0,0 0 0 0 0,1 0-1 0 0,0 0 1 0 0,0 0 0 0 0,0 0-1 0 0,0 0 1 0 0,0 0 0 0 0,1 0 0 0 0,0 7-1 0 0,0-10-27 0 0,0 0 0 0 0,0 1 0 0 0,1-1 0 0 0,-1 0 0 0 0,0 0 0 0 0,1 0 0 0 0,-1 1 0 0 0,1-1 0 0 0,-1 0 0 0 0,1 0 0 0 0,0 0 0 0 0,-1 0-1 0 0,1 0 1 0 0,0 0 0 0 0,0 0 0 0 0,0 0 0 0 0,0 0 0 0 0,0 0 0 0 0,0 0 0 0 0,0-1 0 0 0,0 1 0 0 0,0 0 0 0 0,0-1 0 0 0,0 1 0 0 0,0-1 0 0 0,0 1 0 0 0,1-1 0 0 0,-1 1 0 0 0,0-1-1 0 0,0 0 1 0 0,1 0 0 0 0,-1 0 0 0 0,0 1 0 0 0,1-1 0 0 0,-1-1 0 0 0,0 1 0 0 0,0 0 0 0 0,1 0 0 0 0,-1 0 0 0 0,0-1 0 0 0,2 1 0 0 0,6-3 4 0 0,0 1 1 0 0,0-1 0 0 0,0-1-1 0 0,0 1 1 0 0,0-1-1 0 0,-1-1 1 0 0,14-9 0 0 0,52-44-46 0 0,32-33-51 0 0,165-107 1 0 0,-236 175 95 0 0,44-26-46 0 0,-70 44 41 0 0,0 0-1 0 0,1 1 1 0 0,0 1-1 0 0,-1-1 1 0 0,1 2-1 0 0,17-4 1 0 0,-25 6 2 0 0,0 0 0 0 0,0-1 0 0 0,0 1 0 0 0,0 0 0 0 0,0 0 0 0 0,0 0 0 0 0,0 1 0 0 0,0-1 0 0 0,0 0 0 0 0,0 1 0 0 0,-1-1 0 0 0,1 1 0 0 0,0-1-1 0 0,0 1 1 0 0,0 0 0 0 0,-1 0 0 0 0,1 0 0 0 0,0 0 0 0 0,2 2 0 0 0,-3-1 3 0 0,0 0 1 0 0,0-1-1 0 0,0 1 0 0 0,0 0 0 0 0,0-1 1 0 0,-1 1-1 0 0,1 0 0 0 0,-1 0 0 0 0,1-1 1 0 0,-1 1-1 0 0,0 0 0 0 0,1 0 0 0 0,-1 0 1 0 0,0 0-1 0 0,0 0 0 0 0,-1 2 0 0 0,-1 8 13 0 0,0-1 1 0 0,-2 1-1 0 0,1-1 0 0 0,-10 21 0 0 0,-1-1 108 0 0,-2-1 0 0 0,0 0 0 0 0,-2-1 0 0 0,-1-1 0 0 0,-2-1 0 0 0,0 0 0 0 0,-2-2 1 0 0,-31 28-1 0 0,39-37 238 0 0,14-16-344 0 0,1 0-1 0 0,-1 1 1 0 0,1-1 0 0 0,-1 0 0 0 0,1 1 0 0 0,0-1-1 0 0,-1 1 1 0 0,1-1 0 0 0,-1 1 0 0 0,1-1 0 0 0,0 1 0 0 0,-1-1-1 0 0,1 1 1 0 0,0-1 0 0 0,0 1 0 0 0,0-1 0 0 0,-1 1-1 0 0,1 0 1 0 0,0-1 0 0 0,0 1 0 0 0,0-1 0 0 0,0 1-1 0 0,0 0 1 0 0,0-1 0 0 0,0 1 0 0 0,0-1 0 0 0,0 2 0 0 0,2-2 7 0 0,0-1 1 0 0,1 1 0 0 0,-1-1-1 0 0,0 0 1 0 0,0 0 0 0 0,0 1-1 0 0,0-1 1 0 0,0 0 0 0 0,-1-1-1 0 0,3-1 1 0 0,3-1-15 0 0,19-10 0 0 0,-1-2-1 0 0,0 0 1 0 0,-2-2 0 0 0,32-29 0 0 0,33-26-66 0 0,-35 34 16 0 0,-12 8 14 0 0,50-28 1 0 0,-78 51 15 0 0,0 2-1 0 0,0 0 1 0 0,0 0 0 0 0,0 1-1 0 0,1 1 1 0 0,0 1-1 0 0,0-1 1 0 0,26-1 0 0 0,-35 5 4 0 0,0 0 1 0 0,0 0 0 0 0,0 1 0 0 0,0-1-1 0 0,0 1 1 0 0,0 0 0 0 0,0 1 0 0 0,-1-1 0 0 0,1 1-1 0 0,0 0 1 0 0,-1 0 0 0 0,1 1 0 0 0,-1-1 0 0 0,0 1-1 0 0,0 0 1 0 0,0 0 0 0 0,0 0 0 0 0,6 7-1 0 0,0 3 40 0 0,0 1 0 0 0,0 0-1 0 0,-2 0 1 0 0,10 20-1 0 0,-10-17 2 0 0,1-1 0 0 0,19 27 0 0 0,-26-40-118 0 0,1-1 0 0 0,0 1-1 0 0,0 0 1 0 0,0-1 0 0 0,0 0-1 0 0,1 1 1 0 0,-1-1 0 0 0,1-1-1 0 0,-1 1 1 0 0,1 0 0 0 0,-1-1-1 0 0,1 0 1 0 0,0 0 0 0 0,0 0-1 0 0,5 1 1 0 0,-5-2-647 0 0,-1 0 0 0 0,0 0 0 0 0,0 0 0 0 0,1 0 0 0 0,-1-1 0 0 0,0 1 0 0 0,0-1 0 0 0,0 0 0 0 0,1 1 0 0 0,-1-2 0 0 0,5-2 0 0 0,-1 0-957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2-12T16:09:14.858"/>
    </inkml:context>
    <inkml:brush xml:id="br0">
      <inkml:brushProperty name="width" value="0.035" units="cm"/>
      <inkml:brushProperty name="height" value="0.035" units="cm"/>
    </inkml:brush>
  </inkml:definitions>
  <inkml:trace contextRef="#ctx0" brushRef="#br0">263 50 128 0 0,'-3'-4'258'0'0,"1"0"0"0"0,-1 1 0 0 0,0-1 0 0 0,0 1 0 0 0,0 0 0 0 0,-1 0 0 0 0,1 0 0 0 0,-1 0 0 0 0,1 1 0 0 0,-1-1 0 0 0,0 1 0 0 0,0 0 0 0 0,0 0 0 0 0,-1 0 0 0 0,1 1 0 0 0,0-1 0 0 0,-1 1 0 0 0,1 0 0 0 0,0 1 0 0 0,-1-1 0 0 0,1 1 0 0 0,-6 0 0 0 0,-5-1 616 0 0,-1 1 0 0 0,0 1-1 0 0,0 1 1 0 0,0 0 0 0 0,-16 5 0 0 0,26-6-699 0 0,4 0-65 0 0,0-1-1 0 0,1 0 0 0 0,-1 1 0 0 0,0-1 0 0 0,0 1 0 0 0,1 0 1 0 0,-1-1-1 0 0,0 1 0 0 0,1 0 0 0 0,-3 2 0 0 0,4-3-83 0 0,0 1 0 0 0,-1 0 0 0 0,1 0 0 0 0,0-1 0 0 0,0 1 0 0 0,0 0 0 0 0,0 0 0 0 0,0-1 0 0 0,0 1 0 0 0,0 0 0 0 0,0 0 0 0 0,0-1 0 0 0,0 1 0 0 0,0 0 0 0 0,0 0 0 0 0,1-1 0 0 0,-1 1 0 0 0,0 0 0 0 0,1 0 0 0 0,-1-1 0 0 0,0 1 0 0 0,1 0 0 0 0,-1-1 0 0 0,1 1 0 0 0,-1-1 0 0 0,1 1 1 0 0,-1 0-1 0 0,1-1 0 0 0,0 1 0 0 0,45 50 919 0 0,-35-40-785 0 0,0 1 0 0 0,-1-1 0 0 0,0 1-1 0 0,-1 1 1 0 0,0 0 0 0 0,11 23 0 0 0,-19-35-139 0 0,-1 0-1 0 0,1 0 1 0 0,-1 0-1 0 0,1 0 1 0 0,-1 0 0 0 0,1 1-1 0 0,-1-1 1 0 0,0 0-1 0 0,0 0 1 0 0,1 1-1 0 0,-1-1 1 0 0,0 0 0 0 0,0 0-1 0 0,0 1 1 0 0,-1-1-1 0 0,1 0 1 0 0,0 0 0 0 0,0 1-1 0 0,-1-1 1 0 0,1 0-1 0 0,0 0 1 0 0,-1 0 0 0 0,1 1-1 0 0,-1-1 1 0 0,0 0-1 0 0,1 0 1 0 0,-1 0 0 0 0,0 0-1 0 0,0 0 1 0 0,0 0-1 0 0,1 0 1 0 0,-1 0-1 0 0,0-1 1 0 0,0 1 0 0 0,0 0-1 0 0,0-1 1 0 0,-1 1-1 0 0,1 0 1 0 0,0-1 0 0 0,0 1-1 0 0,0-1 1 0 0,0 1-1 0 0,-1-1 1 0 0,1 0 0 0 0,0 0-1 0 0,0 0 1 0 0,-1 1-1 0 0,1-1 1 0 0,-3-1 0 0 0,-3 2 0 0 0,0-1 0 0 0,-1 0 1 0 0,1-1-1 0 0,0 0 0 0 0,0 0 1 0 0,0-1-1 0 0,-11-3 0 0 0,14 4-43 0 0,1 0 0 0 0,-1-1 0 0 0,1 2-1 0 0,-1-1 1 0 0,0 0 0 0 0,1 1 0 0 0,-1-1 0 0 0,0 1-1 0 0,0 0 1 0 0,1 1 0 0 0,-1-1 0 0 0,0 0 0 0 0,1 1-1 0 0,-1 0 1 0 0,0 0 0 0 0,-6 3 0 0 0,11-4-30 0 0,-1 0 1 0 0,0 0-1 0 0,0 0 0 0 0,0 0 1 0 0,1 0-1 0 0,-1 0 0 0 0,0 0 1 0 0,0 0-1 0 0,0 0 1 0 0,0 0-1 0 0,1 0 0 0 0,-1 0 1 0 0,0 0-1 0 0,0 1 0 0 0,0-1 1 0 0,0 0-1 0 0,1 0 0 0 0,-1 0 1 0 0,0 0-1 0 0,0 0 1 0 0,0 1-1 0 0,0-1 0 0 0,0 0 1 0 0,0 0-1 0 0,1 0 0 0 0,-1 0 1 0 0,0 1-1 0 0,0-1 1 0 0,0 0-1 0 0,0 0 0 0 0,0 0 1 0 0,0 1-1 0 0,0-1 0 0 0,0 0 1 0 0,0 0-1 0 0,0 0 0 0 0,0 1 1 0 0,0-1-1 0 0,0 0 1 0 0,0 0-1 0 0,0 0 0 0 0,0 1 1 0 0,0-1-1 0 0,0 0 0 0 0,0 0 1 0 0,0 0-1 0 0,0 0 1 0 0,-1 1-1 0 0,1-1 0 0 0,0 0 1 0 0,0 0-1 0 0,0 0 0 0 0,0 0 1 0 0,0 1-1 0 0,0-1 0 0 0,-1 0 1 0 0,1 0-1 0 0,19 1-2568 0 0,-13-3 1776 0 0,1 0 0 0 0,-1 0-1 0 0,0-1 1 0 0,0 0 0 0 0,11-6-1 0 0,-5 2-393 0 0,7-4-880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2-12T16:09:15.159"/>
    </inkml:context>
    <inkml:brush xml:id="br0">
      <inkml:brushProperty name="width" value="0.035" units="cm"/>
      <inkml:brushProperty name="height" value="0.035" units="cm"/>
    </inkml:brush>
  </inkml:definitions>
  <inkml:trace contextRef="#ctx0" brushRef="#br0">142 13 8 0 0,'-17'4'3107'0'0,"10"-1"-2493"0"0,0 1-1 0 0,0-1 1 0 0,0 2-1 0 0,1-1 1 0 0,-1 1-1 0 0,1 0 1 0 0,0 0-1 0 0,-9 11 1 0 0,7-6 215 0 0,0 0 1 0 0,0 1 0 0 0,1-1 0 0 0,-11 21-1 0 0,17-29-740 0 0,0 0-1 0 0,0 1 0 0 0,0-1 0 0 0,0 0 1 0 0,1 1-1 0 0,-1-1 0 0 0,0 1 0 0 0,1-1 0 0 0,0 1 1 0 0,0-1-1 0 0,-1 1 0 0 0,2-1 0 0 0,-1 1 1 0 0,0-1-1 0 0,0 1 0 0 0,1-1 0 0 0,-1 1 0 0 0,1-1 1 0 0,0 0-1 0 0,1 4 0 0 0,-1-5-58 0 0,1 1 0 0 0,-1-1 1 0 0,0 1-1 0 0,1-1 0 0 0,0 0 0 0 0,-1 0 0 0 0,1 1 0 0 0,0-1 0 0 0,-1 0 1 0 0,1-1-1 0 0,0 1 0 0 0,0 0 0 0 0,0 0 0 0 0,0-1 0 0 0,0 1 0 0 0,0-1 1 0 0,0 0-1 0 0,0 1 0 0 0,0-1 0 0 0,0 0 0 0 0,0 0 0 0 0,0 0 1 0 0,0-1-1 0 0,0 1 0 0 0,3-1 0 0 0,6-1-7 0 0,0-1 1 0 0,0-1-1 0 0,0 1 0 0 0,0-2 1 0 0,0 1-1 0 0,-1-2 0 0 0,0 1 1 0 0,18-14-1 0 0,4-6-56 0 0,32-33 0 0 0,-57 52 26 0 0,60-63 62 0 0,-72 74 15 0 0,0 0 0 0 0,1 1-1 0 0,0-1 1 0 0,0 1 0 0 0,1 0 0 0 0,-1 0-1 0 0,1 0 1 0 0,1 0 0 0 0,-1 0 0 0 0,1 1-1 0 0,-3 11 1 0 0,5-15-73 0 0,-1 1 1 0 0,1-1-1 0 0,0 0 0 0 0,0 1 1 0 0,0-1-1 0 0,0 0 0 0 0,1 1 0 0 0,-1-1 1 0 0,1 0-1 0 0,0 0 0 0 0,0 0 1 0 0,0 0-1 0 0,1 0 0 0 0,-1 0 1 0 0,1 0-1 0 0,-1 0 0 0 0,1 0 0 0 0,0 0 1 0 0,0-1-1 0 0,0 1 0 0 0,0-1 1 0 0,1 0-1 0 0,-1 1 0 0 0,1-1 1 0 0,-1 0-1 0 0,1 0 0 0 0,0-1 1 0 0,3 3-1 0 0,-1-2-520 0 0,1 1 0 0 0,-1-1-1 0 0,0-1 1 0 0,0 1 0 0 0,1-1 0 0 0,-1 0 0 0 0,1 0 0 0 0,-1 0 0 0 0,1-1 0 0 0,-1 1 0 0 0,8-2-1 0 0,0-2-1601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2-12T16:09:15.560"/>
    </inkml:context>
    <inkml:brush xml:id="br0">
      <inkml:brushProperty name="width" value="0.035" units="cm"/>
      <inkml:brushProperty name="height" value="0.035" units="cm"/>
    </inkml:brush>
  </inkml:definitions>
  <inkml:trace contextRef="#ctx0" brushRef="#br0">120 5 1304 0 0,'-1'0'292'0'0,"-1"-1"0"0"0,1 0-1 0 0,-1 1 1 0 0,1-1 0 0 0,-1 1-1 0 0,1-1 1 0 0,-1 1 0 0 0,0 0-1 0 0,1 0 1 0 0,-1 0 0 0 0,0 0-1 0 0,1 0 1 0 0,-1 0 0 0 0,0 0 0 0 0,1 0-1 0 0,-1 1 1 0 0,1-1 0 0 0,-1 1-1 0 0,-2 0 1 0 0,1 1-87 0 0,0 0 0 0 0,0 0 1 0 0,1 0-1 0 0,-1 0 0 0 0,1 0 0 0 0,0 0 1 0 0,-1 0-1 0 0,1 1 0 0 0,-3 4 0 0 0,0 2 266 0 0,0 0 0 0 0,0 1 0 0 0,1-1 0 0 0,0 1 0 0 0,-3 13 0 0 0,-1 7 424 0 0,1 0 0 0 0,2 1 0 0 0,-2 51 1 0 0,7-82-883 0 0,0 1 1 0 0,0-1-1 0 0,0 0 0 0 0,0 0 1 0 0,0 1-1 0 0,0-1 1 0 0,0 0-1 0 0,0 0 1 0 0,0 1-1 0 0,0-1 0 0 0,0 0 1 0 0,0 0-1 0 0,0 1 1 0 0,0-1-1 0 0,0 0 1 0 0,0 0-1 0 0,0 1 0 0 0,0-1 1 0 0,1 0-1 0 0,-1 0 1 0 0,0 1-1 0 0,0-1 1 0 0,0 0-1 0 0,0 0 0 0 0,1 1 1 0 0,-1-1-1 0 0,0 0 1 0 0,0 0-1 0 0,0 0 1 0 0,1 0-1 0 0,-1 1 0 0 0,0-1 1 0 0,0 0-1 0 0,1 0 1 0 0,-1 0-1 0 0,0 0 1 0 0,0 0-1 0 0,1 0 0 0 0,-1 0 1 0 0,12-6 211 0 0,15-23-251 0 0,-22 23 2 0 0,10-10 37 0 0,0 1 0 0 0,1 1 1 0 0,0 0-1 0 0,25-16 0 0 0,-34 27-16 0 0,0-1 0 0 0,-1 1 0 0 0,2-1 0 0 0,-1 2 0 0 0,0-1 0 0 0,14-2 0 0 0,-16 5 11 0 0,-1-1 0 0 0,0 1 0 0 0,1 0 0 0 0,-1 0-1 0 0,0 0 1 0 0,1 1 0 0 0,-1 0 0 0 0,0 0 0 0 0,1 0-1 0 0,-1 0 1 0 0,0 0 0 0 0,0 1 0 0 0,4 2 0 0 0,-5-2-2 0 0,-1 0 1 0 0,1 0 0 0 0,-1 0 0 0 0,1 0 0 0 0,-1 0 0 0 0,0 1 0 0 0,0-1 0 0 0,0 1 0 0 0,0 0 0 0 0,0-1 0 0 0,-1 1 0 0 0,1 0 0 0 0,-1 0 0 0 0,1 0 0 0 0,-1 0 0 0 0,0 0 0 0 0,-1 1 0 0 0,1-1 0 0 0,0 0 0 0 0,-1 0 0 0 0,0 0 0 0 0,0 1 0 0 0,0-1 0 0 0,0 0 0 0 0,0 1 0 0 0,-2 4 0 0 0,1 0 68 0 0,-1-1 1 0 0,1 0-1 0 0,-1 0 0 0 0,-1 0 1 0 0,0 0-1 0 0,0 0 1 0 0,0 0-1 0 0,0-1 0 0 0,-1 0 1 0 0,-9 11-1 0 0,9-12-37 0 0,0-2 1 0 0,-1 1-1 0 0,0 0 0 0 0,0-1 0 0 0,0 0 0 0 0,0 0 1 0 0,0 0-1 0 0,-1-1 0 0 0,1 0 0 0 0,-1 0 1 0 0,0 0-1 0 0,1-1 0 0 0,-1 1 0 0 0,0-1 0 0 0,-11 0 1 0 0,-5-1-129 0 0,0 0 1 0 0,-39-7 0 0 0,61 7 84 0 0,-7-2-1891 0 0,10 0 19 0 0,16-2-1747 0 0,-5 2 975 0 0,-3-2 1348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2-12T16:09:16.112"/>
    </inkml:context>
    <inkml:brush xml:id="br0">
      <inkml:brushProperty name="width" value="0.035" units="cm"/>
      <inkml:brushProperty name="height" value="0.035" units="cm"/>
    </inkml:brush>
  </inkml:definitions>
  <inkml:trace contextRef="#ctx0" brushRef="#br0">50 78 408 0 0,'1'-19'3330'0'0,"-2"34"2218"0"0,-1 2-4801 0 0,0 0-1 0 0,0 0 1 0 0,-2 0 0 0 0,0-1-1 0 0,-7 18 1 0 0,4-14 78 0 0,1 1 1 0 0,-5 33-1 0 0,10-42-271 0 0,6-26-221 0 0,3-10-268 0 0,10-9-69 0 0,44-60 0 0 0,-52 80-11 0 0,1 1 0 0 0,0 0 0 0 0,0 1 1 0 0,1 0-1 0 0,0 1 0 0 0,1 1 0 0 0,19-11 1 0 0,-31 18 13 0 0,1 1 1 0 0,-1 1 0 0 0,1-1 0 0 0,-1 0 0 0 0,1 0-1 0 0,0 0 1 0 0,-1 1 0 0 0,1-1 0 0 0,0 1 0 0 0,-1 0 0 0 0,1-1-1 0 0,0 1 1 0 0,0 0 0 0 0,0 0 0 0 0,-1 0 0 0 0,1 0-1 0 0,0 0 1 0 0,0 0 0 0 0,-1 1 0 0 0,1-1 0 0 0,0 1-1 0 0,0-1 1 0 0,2 2 0 0 0,-3 0 2 0 0,1-1 1 0 0,-1 1-1 0 0,0-1 0 0 0,0 1 0 0 0,0 0 1 0 0,0-1-1 0 0,0 1 0 0 0,0 0 0 0 0,-1 0 1 0 0,1 0-1 0 0,0 0 0 0 0,-1 0 0 0 0,0 0 1 0 0,1 0-1 0 0,-1 0 0 0 0,0 0 0 0 0,0 0 1 0 0,0 0-1 0 0,0 0 0 0 0,-1 3 0 0 0,-18 94 857 0 0,17-54-215 0 0,24-76-350 0 0,-12 11-325 0 0,0 1 0 0 0,2 0 0 0 0,1 0 0 0 0,0 1 0 0 0,16-17 0 0 0,-27 33 40 0 0,32-33-22 0 0,-32 33 10 0 0,0 0 1 0 0,0 0-1 0 0,1 0 0 0 0,-1 0 0 0 0,1 1 1 0 0,-1-1-1 0 0,1 1 0 0 0,-1 0 0 0 0,1 0 1 0 0,0 0-1 0 0,0 0 0 0 0,-1 0 0 0 0,7 0 1 0 0,-9 1 3 0 0,1 0 0 0 0,-1 0 0 0 0,1 1-1 0 0,-1-1 1 0 0,0 0 0 0 0,1 0 0 0 0,-1 0 0 0 0,1 1 0 0 0,-1-1 0 0 0,1 0 0 0 0,-1 0 0 0 0,0 1 0 0 0,1-1 0 0 0,-1 0 0 0 0,0 1 0 0 0,1-1 0 0 0,-1 1 0 0 0,0-1 0 0 0,1 0 0 0 0,-1 1 0 0 0,0-1 0 0 0,0 1 0 0 0,1-1 0 0 0,-1 1-1 0 0,0-1 1 0 0,0 1 0 0 0,0-1 0 0 0,0 0 0 0 0,0 1 0 0 0,0-1 0 0 0,0 1 0 0 0,0-1 0 0 0,0 1 0 0 0,0-1 0 0 0,0 1 0 0 0,0-1 0 0 0,0 1 0 0 0,0 0 0 0 0,-5 23 108 0 0,4-20-114 0 0,-8 33 117 0 0,3-18-93 0 0,2 1 1 0 0,0-1-1 0 0,-2 37 0 0 0,6-55-86 0 0,0-1 0 0 0,0 1-1 0 0,0-1 1 0 0,-1 1 0 0 0,1-1-1 0 0,0 1 1 0 0,0-1 0 0 0,0 1-1 0 0,0-1 1 0 0,0 1-1 0 0,0-1 1 0 0,1 1 0 0 0,-1-1-1 0 0,0 0 1 0 0,0 1 0 0 0,0-1-1 0 0,0 1 1 0 0,1-1 0 0 0,-1 1-1 0 0,0-1 1 0 0,0 1 0 0 0,1-1-1 0 0,-1 0 1 0 0,0 1 0 0 0,0-1-1 0 0,1 0 1 0 0,-1 1-1 0 0,1-1 1 0 0,-1 0 0 0 0,0 1-1 0 0,1-1 1 0 0,-1 0 0 0 0,1 0-1 0 0,-1 1 1 0 0,1-1 0 0 0,-1 0-1 0 0,0 0 1 0 0,1 0 0 0 0,-1 0-1 0 0,1 0 1 0 0,-1 0-1 0 0,1 0 1 0 0,-1 0 0 0 0,1 0-1 0 0,-1 0 1 0 0,1 0 0 0 0,-1 0-1 0 0,1 0 1 0 0,-1 0 0 0 0,1 0-1 0 0,-1 0 1 0 0,1 0 0 0 0,-1 0-1 0 0,1-1 1 0 0,-1 1-1 0 0,3-2-767 0 0,0 1 0 0 0,0-1-1 0 0,-1 1 1 0 0,1-1-1 0 0,-1 0 1 0 0,1 0-1 0 0,2-3 1 0 0,2-3-1598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2-12T16:09:16.285"/>
    </inkml:context>
    <inkml:brush xml:id="br0">
      <inkml:brushProperty name="width" value="0.035" units="cm"/>
      <inkml:brushProperty name="height" value="0.035" units="cm"/>
    </inkml:brush>
  </inkml:definitions>
  <inkml:trace contextRef="#ctx0" brushRef="#br0">105 1 472 0 0,'-16'11'5998'0'0,"-7"5"-4905"0"0,18-10-568 0 0,-1 0 0 0 0,1 0-1 0 0,1 1 1 0 0,-1-1 0 0 0,1 1 0 0 0,0 0-1 0 0,1 0 1 0 0,-6 14 0 0 0,3-1-336 0 0,1 0 0 0 0,-4 24 0 0 0,9-44-214 0 0,0 0 0 0 0,0 0 0 0 0,-1 1-1 0 0,1-1 1 0 0,0 0 0 0 0,0 1 0 0 0,0-1-1 0 0,0 0 1 0 0,0 1 0 0 0,0-1-1 0 0,0 0 1 0 0,0 1 0 0 0,0-1 0 0 0,0 0-1 0 0,0 1 1 0 0,0-1 0 0 0,0 0 0 0 0,0 1-1 0 0,1-1 1 0 0,-1 0 0 0 0,0 0-1 0 0,0 1 1 0 0,0-1 0 0 0,0 0 0 0 0,1 1-1 0 0,-1-1 1 0 0,0 0 0 0 0,0 0 0 0 0,0 1-1 0 0,1-1 1 0 0,-1 0 0 0 0,0 0-1 0 0,1 1 1 0 0,10-5-1910 0 0,12-14-2647 0 0,-13 9 3426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2-12T16:09:16.475"/>
    </inkml:context>
    <inkml:brush xml:id="br0">
      <inkml:brushProperty name="width" value="0.035" units="cm"/>
      <inkml:brushProperty name="height" value="0.035" units="cm"/>
    </inkml:brush>
  </inkml:definitions>
  <inkml:trace contextRef="#ctx0" brushRef="#br0">112 1 440 0 0,'-3'0'430'0'0,"1"1"1"0"0,-1-1-1 0 0,1 1 0 0 0,0 0 1 0 0,-1 0-1 0 0,1 0 0 0 0,0 1 0 0 0,-1-1 1 0 0,1 1-1 0 0,0-1 0 0 0,0 1 1 0 0,0 0-1 0 0,0-1 0 0 0,1 1 1 0 0,-4 4-1 0 0,-22 32 2721 0 0,22-29-2834 0 0,1 0 0 0 0,0 0 0 0 0,0 1 0 0 0,0 0 1 0 0,2 0-1 0 0,-1 0 0 0 0,1 0 0 0 0,-1 16 1 0 0,2-1 455 0 0,1 0 1 0 0,5 33-1 0 0,-4-33-4630 0 0,-1-25 3773 0 0,0 1 0 0 0,0-1 0 0 0,0 0 0 0 0,0 1 0 0 0,-1-1-1 0 0,1 0 1 0 0,0 1 0 0 0,0-1 0 0 0,0 0 0 0 0,0 1 0 0 0,0-1 0 0 0,0 0 0 0 0,-1 0-1 0 0,1 1 1 0 0,0-1 0 0 0,0 0 0 0 0,0 1 0 0 0,-1-1 0 0 0,1 0 0 0 0,0 0 0 0 0,0 0 0 0 0,-1 1-1 0 0,1-1 1 0 0,0 0 0 0 0,-1 0 0 0 0,1 0 0 0 0,0 0 0 0 0,-1 1 0 0 0,1-1 0 0 0,0 0-1 0 0,-1 0 1 0 0,1 0 0 0 0,0 0 0 0 0,-1 0 0 0 0,1 0 0 0 0,0 0 0 0 0,-1 0 0 0 0,1 0-1 0 0,0 0 1 0 0,-1 0 0 0 0,1 0 0 0 0,0 0 0 0 0,-1 0 0 0 0,1 0 0 0 0,0-1 0 0 0,-1 1 0 0 0,1 0-1 0 0,0 0 1 0 0,0 0 0 0 0,-1 0 0 0 0,1-1 0 0 0,0 1 0 0 0,-1 0 0 0 0,1 0 0 0 0,0 0-1 0 0,0-1 1 0 0,0 1 0 0 0,-1 0 0 0 0,1-1 0 0 0,0 1 0 0 0,0-1 0 0 0,-5-2-2662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2-12T16:09:16.601"/>
    </inkml:context>
    <inkml:brush xml:id="br0">
      <inkml:brushProperty name="width" value="0.035" units="cm"/>
      <inkml:brushProperty name="height" value="0.035" units="cm"/>
    </inkml:brush>
  </inkml:definitions>
  <inkml:trace contextRef="#ctx0" brushRef="#br0">1 66 680 0 0,'-1'-12'1870'0'0,"3"-2"1463"0"0,15 4-1860 0 0,2 3-1446 0 0,1 2-1 0 0,0 0 1 0 0,0 2 0 0 0,0 0-1 0 0,37 0 1 0 0,-24 1-1788 0 0,-22 0 71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2-12T16:09:17.985"/>
    </inkml:context>
    <inkml:brush xml:id="br0">
      <inkml:brushProperty name="width" value="0.035" units="cm"/>
      <inkml:brushProperty name="height" value="0.035" units="cm"/>
    </inkml:brush>
  </inkml:definitions>
  <inkml:trace contextRef="#ctx0" brushRef="#br0">158 97 8 0 0,'2'-19'163'0'0,"-2"11"57"0"0,1 1 1 0 0,0-1 0 0 0,1 1-1 0 0,-1-1 1 0 0,1 1 0 0 0,1-1-1 0 0,-1 1 1 0 0,7-10-1 0 0,-62 102 8046 0 0,-18 56-5792 0 0,60-111-2116 0 0,1 0 1 0 0,2 0-1 0 0,-7 56 0 0 0,3-19-225 0 0,13-54-1118 0 0,0-13 845 0 0,-1 0 1 0 0,0 1 0 0 0,0-1 0 0 0,0 0 0 0 0,0 0-1 0 0,1 0 1 0 0,-1 0 0 0 0,0 1 0 0 0,0-1-1 0 0,0 0 1 0 0,1 0 0 0 0,-1 0 0 0 0,0 0 0 0 0,0 0-1 0 0,0 0 1 0 0,1 0 0 0 0,-1 0 0 0 0,0 1 0 0 0,0-1-1 0 0,1 0 1 0 0,-1 0 0 0 0,0 0 0 0 0,0 0-1 0 0,1 0 1 0 0,-1 0 0 0 0,0-1 0 0 0,0 1 0 0 0,1 0-1 0 0,-1 0 1 0 0,0 0 0 0 0,0 0 0 0 0,1 0-1 0 0,-1 0 1 0 0,0 0 0 0 0,0 0 0 0 0,0 0 0 0 0,1-1-1 0 0,-1 1 1 0 0,0 0 0 0 0,0 0 0 0 0,0 0 0 0 0,0 0-1 0 0,1-1 1 0 0,-1 1 0 0 0,0 0 0 0 0,0-1-1 0 0,2-1-1992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2-12T16:09:18.381"/>
    </inkml:context>
    <inkml:brush xml:id="br0">
      <inkml:brushProperty name="width" value="0.035" units="cm"/>
      <inkml:brushProperty name="height" value="0.035" units="cm"/>
    </inkml:brush>
  </inkml:definitions>
  <inkml:trace contextRef="#ctx0" brushRef="#br0">30 199 280 0 0,'-2'-1'257'0'0,"0"0"1"0"0,0-1-1 0 0,-1 1 0 0 0,1-1 1 0 0,1 1-1 0 0,-1-1 0 0 0,0 0 1 0 0,0 0-1 0 0,1 1 0 0 0,-1-1 0 0 0,1 0 1 0 0,-1-1-1 0 0,1 1 0 0 0,0 0 1 0 0,0 0-1 0 0,-1-4 0 0 0,25-7 37 0 0,40-20 53 0 0,59-28 831 0 0,-106 55-947 0 0,0 0-1 0 0,0 1 1 0 0,1 0-1 0 0,-1 2 1 0 0,32-4-1 0 0,-46 7-188 0 0,1 0-1 0 0,-1 0 1 0 0,1 0-1 0 0,0 0 1 0 0,-1 0-1 0 0,1 1 1 0 0,-1-1-1 0 0,0 1 1 0 0,1-1-1 0 0,-1 1 1 0 0,1 0-1 0 0,-1 0 1 0 0,0 0-1 0 0,0 0 1 0 0,1 1-1 0 0,-1-1 1 0 0,0 0-1 0 0,0 1 1 0 0,0 0-1 0 0,0-1 1 0 0,-1 1-1 0 0,1 0 1 0 0,0 0-1 0 0,-1 0 1 0 0,1 0-1 0 0,-1 0 1 0 0,0 0-1 0 0,0 1 1 0 0,0-1-1 0 0,0 0 1 0 0,0 1-1 0 0,0-1 0 0 0,-1 0 1 0 0,1 1-1 0 0,-1-1 1 0 0,1 6-1 0 0,0 8 369 0 0,-1 0-1 0 0,-1-1 1 0 0,0 1-1 0 0,-6 28 0 0 0,4-25-58 0 0,1-8-192 0 0,-1 5 232 0 0,1-1-1 0 0,0 24 1 0 0,2-36-316 0 0,0 0 0 0 0,1 0 0 0 0,-1 1 0 0 0,0-1 1 0 0,1 0-1 0 0,0 0 0 0 0,-1 0 0 0 0,1 0 0 0 0,1 0 1 0 0,-1 0-1 0 0,0 0 0 0 0,1 0 0 0 0,-1 0 0 0 0,1-1 1 0 0,0 1-1 0 0,0 0 0 0 0,0-1 0 0 0,4 4 0 0 0,-5-5-47 0 0,1 0-1 0 0,0-1 0 0 0,-1 1 1 0 0,1 0-1 0 0,0-1 0 0 0,0 1 1 0 0,0-1-1 0 0,0 1 0 0 0,0-1 1 0 0,-1 0-1 0 0,1 0 0 0 0,0 0 1 0 0,0 0-1 0 0,0 0 0 0 0,0 0 1 0 0,0-1-1 0 0,0 1 0 0 0,0-1 1 0 0,-1 1-1 0 0,1-1 0 0 0,0 0 1 0 0,0 1-1 0 0,-1-1 0 0 0,1 0 1 0 0,0 0-1 0 0,1-2 0 0 0,4-2 4 0 0,0 0-1 0 0,-1 0 1 0 0,0-1 0 0 0,9-10-1 0 0,-10 11-13 0 0,-1-1-1 0 0,1 0 1 0 0,-1 0-1 0 0,-1-1 0 0 0,1 1 1 0 0,-1-1-1 0 0,0 0 1 0 0,-1 0-1 0 0,1 0 0 0 0,-1 0 1 0 0,-1 0-1 0 0,1-1 1 0 0,0-12-1 0 0,-3 8-20 0 0,1 0 1 0 0,-1 0-1 0 0,-1 0 0 0 0,0 0 0 0 0,-1 1 1 0 0,0-1-1 0 0,-8-18 0 0 0,6 19-19 0 0,1 0-1 0 0,-2 1 0 0 0,-7-11 0 0 0,12 18-108 0 0,-1 0-1 0 0,0 1 0 0 0,0-1 1 0 0,0 1-1 0 0,0 0 0 0 0,0 0 0 0 0,-1 0 1 0 0,1 0-1 0 0,-1 0 0 0 0,1 0 0 0 0,-1 0 1 0 0,0 1-1 0 0,0 0 0 0 0,0-1 1 0 0,0 1-1 0 0,-5-1 0 0 0,8 2 8 0 0,0 0 0 0 0,-1-1 0 0 0,1 1 0 0 0,0 0 1 0 0,-1 0-1 0 0,1 0 0 0 0,0 0 0 0 0,-1 0 0 0 0,1 0 0 0 0,-1 0 0 0 0,1 0 0 0 0,0 0 0 0 0,-1 0 0 0 0,1 0 0 0 0,-1 0 0 0 0,1 0 0 0 0,0 0 0 0 0,-1 0 1 0 0,1 0-1 0 0,-1 0 0 0 0,1 0 0 0 0,0 1 0 0 0,-1-1 0 0 0,1 0 0 0 0,0 0 0 0 0,-1 0 0 0 0,1 1 0 0 0,0-1 0 0 0,0 0 0 0 0,-1 1 0 0 0,1-1 1 0 0,0 0-1 0 0,-1 0 0 0 0,1 1 0 0 0,0-1 0 0 0,0 0 0 0 0,0 1 0 0 0,-1-1 0 0 0,1 1 0 0 0,0 5-1629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2-12T16:09:18.742"/>
    </inkml:context>
    <inkml:brush xml:id="br0">
      <inkml:brushProperty name="width" value="0.035" units="cm"/>
      <inkml:brushProperty name="height" value="0.035" units="cm"/>
    </inkml:brush>
  </inkml:definitions>
  <inkml:trace contextRef="#ctx0" brushRef="#br0">231 111 8 0 0,'1'-7'66'0'0,"2"-43"2157"0"0,-3 47-2031 0 0,-1-1 0 0 0,1 1 1 0 0,0-1-1 0 0,-1 1 0 0 0,0 0 1 0 0,0-1-1 0 0,0 1 1 0 0,0 0-1 0 0,-1-1 0 0 0,1 1 1 0 0,-4-5-1 0 0,4 7-37 0 0,0 0 0 0 0,0 1 0 0 0,0-1 0 0 0,0 0 0 0 0,-1 0 0 0 0,1 1 0 0 0,0-1 0 0 0,0 1 0 0 0,-1-1 0 0 0,1 1 0 0 0,0-1 0 0 0,-1 1 0 0 0,1 0 0 0 0,0 0 0 0 0,-1 0 0 0 0,1 0 0 0 0,-1 0 0 0 0,1 0-1 0 0,0 0 1 0 0,-1 0 0 0 0,1 0 0 0 0,0 1 0 0 0,-1-1 0 0 0,1 0 0 0 0,0 1 0 0 0,-3 1 0 0 0,-33 17 1637 0 0,21-8-1289 0 0,0 1-1 0 0,0 1 1 0 0,1 0 0 0 0,0 1 0 0 0,2 1-1 0 0,-14 16 1 0 0,24-25-439 0 0,-1 0 0 0 0,1-1 0 0 0,0 1 0 0 0,0 0 0 0 0,0 1 0 0 0,1-1 0 0 0,0 0 0 0 0,0 1 0 0 0,-1 10 0 0 0,3-12-61 0 0,0 0 0 0 0,0-1 1 0 0,0 1-1 0 0,1 0 0 0 0,-1 0 0 0 0,1-1 1 0 0,1 1-1 0 0,-1-1 0 0 0,0 1 0 0 0,1-1 1 0 0,0 1-1 0 0,0-1 0 0 0,1 0 0 0 0,5 8 0 0 0,-5-8-223 0 0,0 0 0 0 0,1 0-1 0 0,0-1 1 0 0,0 0-1 0 0,0 1 1 0 0,0-1 0 0 0,0 0-1 0 0,1-1 1 0 0,-1 1-1 0 0,1-1 1 0 0,0 0 0 0 0,6 2-1 0 0,-2-2-791 0 0,0 1-1 0 0,0-2 1 0 0,0 1-1 0 0,0-1 1 0 0,1 0-1 0 0,8-1 1 0 0,2-2-495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2-12T16:09:19.073"/>
    </inkml:context>
    <inkml:brush xml:id="br0">
      <inkml:brushProperty name="width" value="0.035" units="cm"/>
      <inkml:brushProperty name="height" value="0.035" units="cm"/>
    </inkml:brush>
  </inkml:definitions>
  <inkml:trace contextRef="#ctx0" brushRef="#br0">250 17 8 0 0,'-3'-2'189'0'0,"0"0"0"0"0,0 0-1 0 0,0 0 1 0 0,0 1 0 0 0,0 0 0 0 0,0-1-1 0 0,0 1 1 0 0,-1 0 0 0 0,1 0 0 0 0,-1 1-1 0 0,1-1 1 0 0,-1 1 0 0 0,1 0 0 0 0,-6 0 0 0 0,3 1 186 0 0,-1 0 0 0 0,1 0 0 0 0,0 0 0 0 0,-1 1 0 0 0,1 0 0 0 0,0 1 1 0 0,-7 3-1 0 0,-5 5 661 0 0,1 0 0 0 0,0 1 0 0 0,1 0 0 0 0,-15 16 0 0 0,26-24-812 0 0,-21 22 1118 0 0,26-25-1297 0 0,-1-1-1 0 0,0 1 1 0 0,0 0 0 0 0,1 0-1 0 0,-1 0 1 0 0,1-1-1 0 0,-1 1 1 0 0,1 0 0 0 0,-1 0-1 0 0,1 0 1 0 0,-1 0-1 0 0,1 0 1 0 0,0 0 0 0 0,-1 0-1 0 0,1 0 1 0 0,0 0 0 0 0,0 0-1 0 0,0 0 1 0 0,0 0-1 0 0,0 0 1 0 0,0 0 0 0 0,0 0-1 0 0,0 0 1 0 0,0 0-1 0 0,1 1 1 0 0,-1-1 0 0 0,1 1-1 0 0,0-1-22 0 0,0 0-1 0 0,1 0 0 0 0,-1 0 0 0 0,0 0 1 0 0,1-1-1 0 0,-1 1 0 0 0,1 0 1 0 0,-1-1-1 0 0,0 1 0 0 0,1-1 0 0 0,0 0 1 0 0,-1 1-1 0 0,1-1 0 0 0,-1 0 1 0 0,1 0-1 0 0,-1 0 0 0 0,1 0 0 0 0,-1 0 1 0 0,1 0-1 0 0,0-1 0 0 0,-1 1 1 0 0,1 0-1 0 0,-1-1 0 0 0,3 0 1 0 0,38-17 95 0 0,-40 17-99 0 0,29-16-49 0 0,42-32 0 0 0,15-8 107 0 0,-88 57-76 0 0,1-1 0 0 0,-1 1 0 0 0,0 0 1 0 0,1-1-1 0 0,-1 1 0 0 0,1 0 0 0 0,-1 0 1 0 0,1 0-1 0 0,-1-1 0 0 0,1 1 0 0 0,-1 0 1 0 0,1 0-1 0 0,0 0 0 0 0,-1 0 0 0 0,1 0 0 0 0,-1 0 1 0 0,1 0-1 0 0,-1 0 0 0 0,1 0 0 0 0,-1 0 1 0 0,1 0-1 0 0,-1 1 0 0 0,1-1 0 0 0,-1 0 0 0 0,1 0 1 0 0,-1 0-1 0 0,2 1 0 0 0,-2 0 9 0 0,1 0 0 0 0,0 0 0 0 0,-1 0 1 0 0,1 0-1 0 0,-1 0 0 0 0,1 0 0 0 0,-1 0 0 0 0,1 0 0 0 0,-1 0 0 0 0,0 0 0 0 0,0 0 0 0 0,1 0 0 0 0,-1 2 1 0 0,-2 45 298 0 0,1-31-279 0 0,-1 6-46 0 0,1 20 151 0 0,1-40-243 0 0,0-1-1 0 0,0 0 1 0 0,0 0-1 0 0,1 1 1 0 0,-1-1-1 0 0,1 0 1 0 0,-1 0-1 0 0,1 0 1 0 0,0 0 0 0 0,0 1-1 0 0,0-1 1 0 0,0-1-1 0 0,0 1 1 0 0,2 2-1 0 0,-2-3-244 0 0,0 0 1 0 0,0 0-1 0 0,0-1 0 0 0,0 1 0 0 0,0 0 1 0 0,1-1-1 0 0,-1 1 0 0 0,0-1 1 0 0,0 1-1 0 0,1-1 0 0 0,-1 1 0 0 0,0-1 1 0 0,0 0-1 0 0,1 0 0 0 0,-1 0 0 0 0,0 0 1 0 0,1 0-1 0 0,-1 0 0 0 0,0 0 0 0 0,1 0 1 0 0,-1 0-1 0 0,0 0 0 0 0,0-1 0 0 0,1 1 1 0 0,-1-1-1 0 0,0 1 0 0 0,2-2 0 0 0,5 0-756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2-12T16:09:19.421"/>
    </inkml:context>
    <inkml:brush xml:id="br0">
      <inkml:brushProperty name="width" value="0.035" units="cm"/>
      <inkml:brushProperty name="height" value="0.035" units="cm"/>
    </inkml:brush>
  </inkml:definitions>
  <inkml:trace contextRef="#ctx0" brushRef="#br0">81 34 8 0 0,'0'-1'51'0'0,"0"0"-1"0"0,1 0 1 0 0,-1 0-1 0 0,0 0 1 0 0,0 0-1 0 0,0 0 1 0 0,0 0-1 0 0,0 0 1 0 0,0 0-1 0 0,0 0 1 0 0,0 0-1 0 0,-1 0 1 0 0,1 0 0 0 0,-1-1-1 0 0,1 2 5 0 0,0 0 0 0 0,0-1 0 0 0,-1 1 1 0 0,1 0-1 0 0,0 0 0 0 0,0 0 0 0 0,0 0 0 0 0,-1-1 0 0 0,1 1 0 0 0,0 0 0 0 0,0 0 0 0 0,-1 0 0 0 0,1 0 1 0 0,0 0-1 0 0,0 0 0 0 0,-1 0 0 0 0,1 0 0 0 0,0 0 0 0 0,0 0 0 0 0,-1 0 0 0 0,1 0 0 0 0,0 0 1 0 0,-1 0-1 0 0,1 0 0 0 0,0 0 0 0 0,0 0 0 0 0,-1 0 0 0 0,1 0 0 0 0,0 0 0 0 0,0 0 0 0 0,-1 1 1 0 0,-1 0 189 0 0,1-1 0 0 0,-1 1 0 0 0,1 1 1 0 0,0-1-1 0 0,-1 0 0 0 0,1 0 1 0 0,0 0-1 0 0,0 1 0 0 0,0-1 1 0 0,0 1-1 0 0,0-1 0 0 0,0 1 1 0 0,0-1-1 0 0,0 1 0 0 0,0 1 1 0 0,-17 64 3227 0 0,14-47-2619 0 0,-1 0 0 0 0,-1-1 0 0 0,-11 26 0 0 0,14-42-165 0 0,7-12-411 0 0,8-16-230 0 0,4 0-21 0 0,2 2 0 0 0,30-32 0 0 0,-39 46-30 0 0,0 1 0 0 0,0 0 0 0 0,0 0 0 0 0,1 1 0 0 0,0 1 1 0 0,1-1-1 0 0,0 2 0 0 0,21-9 0 0 0,-31 13 7 0 0,0 1 0 0 0,1-1 1 0 0,-1 1-1 0 0,0-1 0 0 0,1 1 1 0 0,-1 0-1 0 0,0 0 0 0 0,1 0 1 0 0,-1 0-1 0 0,1 0 0 0 0,-1 0 1 0 0,0 0-1 0 0,1 0 0 0 0,-1 0 1 0 0,0 1-1 0 0,1-1 0 0 0,-1 0 1 0 0,0 1-1 0 0,1-1 0 0 0,-1 1 1 0 0,0 0-1 0 0,0-1 0 0 0,0 1 1 0 0,1 0-1 0 0,-1 0 0 0 0,0 0 1 0 0,0 0-1 0 0,0 0 0 0 0,0 0 1 0 0,-1 0-1 0 0,1 0 0 0 0,0 0 1 0 0,0 0-1 0 0,-1 0 0 0 0,1 1 1 0 0,0-1-1 0 0,-1 0 0 0 0,1 1 1 0 0,-1-1-1 0 0,0 0 0 0 0,1 1 0 0 0,-1-1 1 0 0,0 0-1 0 0,0 3 0 0 0,1 8 151 0 0,0 0-1 0 0,-1 0 0 0 0,-1 0 0 0 0,-2 15 0 0 0,1-9 105 0 0,-6 81-148 0 0,7-97 127 0 0,0 9-2875 0 0,2-11 2502 0 0,-1 1 1 0 0,0-1-1 0 0,0 0 1 0 0,0 0 0 0 0,1 0-1 0 0,-1 0 1 0 0,0 0-1 0 0,0 0 1 0 0,1 0 0 0 0,-1 0-1 0 0,0 0 1 0 0,0 0-1 0 0,0 0 1 0 0,1 0 0 0 0,-1 0-1 0 0,0 0 1 0 0,0 0-1 0 0,1 0 1 0 0,-1 0 0 0 0,0 0-1 0 0,0 0 1 0 0,1 0-1 0 0,-1 0 1 0 0,0 0 0 0 0,0-1-1 0 0,0 1 1 0 0,1 0-1 0 0,-1 0 1 0 0,0 0 0 0 0,0 0-1 0 0,0 0 1 0 0,0-1-1 0 0,1 1 1 0 0,-1 0 0 0 0,0 0-1 0 0,0 0 1 0 0,0-1-1 0 0,0 1 1 0 0,0 0 0 0 0,0 0-1 0 0,0 0 1 0 0,0-1-1 0 0,1 1 1 0 0,-1 0 0 0 0,4-5-1599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2-12T16:09:19.658"/>
    </inkml:context>
    <inkml:brush xml:id="br0">
      <inkml:brushProperty name="width" value="0.035" units="cm"/>
      <inkml:brushProperty name="height" value="0.035" units="cm"/>
    </inkml:brush>
  </inkml:definitions>
  <inkml:trace contextRef="#ctx0" brushRef="#br0">0 76 32 0 0,'4'-7'1815'0'0,"-4"15"1149"0"0,1 11-433 0 0,8 20 59 0 0,-8-30-2151 0 0,1 0 1 0 0,0 0 0 0 0,1-1-1 0 0,-1 0 1 0 0,1 1 0 0 0,1-1-1 0 0,0 0 1 0 0,0 0 0 0 0,6 8-1 0 0,-9-15-382 0 0,0 0 0 0 0,0 0 0 0 0,0 0-1 0 0,0 0 1 0 0,0 0 0 0 0,0 0-1 0 0,0 0 1 0 0,0 0 0 0 0,0 0-1 0 0,0 0 1 0 0,0-1 0 0 0,1 1 0 0 0,-1-1-1 0 0,0 1 1 0 0,0-1 0 0 0,1 1-1 0 0,-1-1 1 0 0,0 0 0 0 0,1 1 0 0 0,-1-1-1 0 0,1 0 1 0 0,1 0 0 0 0,-1-1-22 0 0,-1 1 1 0 0,1-1-1 0 0,0 1 0 0 0,-1-1 1 0 0,1 0-1 0 0,-1 0 1 0 0,1 0-1 0 0,-1 0 1 0 0,1 0-1 0 0,-1 0 1 0 0,0 0-1 0 0,1-1 1 0 0,-1 1-1 0 0,0 0 0 0 0,1-2 1 0 0,5-7-6 0 0,-1-1-1 0 0,-1 1 1 0 0,0-1-1 0 0,5-13 1 0 0,-6 14 12 0 0,9-27-168 0 0,13-25-254 0 0,-2 24-2952 0 0,-9 29-2092 0 0,-8 7 4049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2-12T16:09:20.039"/>
    </inkml:context>
    <inkml:brush xml:id="br0">
      <inkml:brushProperty name="width" value="0.035" units="cm"/>
      <inkml:brushProperty name="height" value="0.035" units="cm"/>
    </inkml:brush>
  </inkml:definitions>
  <inkml:trace contextRef="#ctx0" brushRef="#br0">205 83 1104 0 0,'-8'-1'476'0'0,"-1"0"-1"0"0,1 0 1 0 0,-1 1-1 0 0,1 1 1 0 0,-1-1-1 0 0,1 1 1 0 0,0 1 0 0 0,-1 0-1 0 0,1 0 1 0 0,0 0-1 0 0,0 1 1 0 0,0 0-1 0 0,0 1 1 0 0,1 0-1 0 0,0 0 1 0 0,-1 1-1 0 0,1-1 1 0 0,1 2-1 0 0,-1-1 1 0 0,1 1 0 0 0,0 0-1 0 0,0 0 1 0 0,1 0-1 0 0,-1 1 1 0 0,-6 11-1 0 0,11-16-413 0 0,1-1 0 0 0,-1 0 0 0 0,0 1 0 0 0,1-1 0 0 0,-1 0 0 0 0,1 1 0 0 0,-1-1 0 0 0,1 1 0 0 0,0-1 1 0 0,0 0-1 0 0,-1 1 0 0 0,1-1 0 0 0,0 1 0 0 0,0-1 0 0 0,0 1 0 0 0,1-1 0 0 0,-1 1 0 0 0,0-1 0 0 0,0 1 0 0 0,1-1 0 0 0,0 2 0 0 0,0-1-30 0 0,0-1 1 0 0,0 0-1 0 0,0 0 1 0 0,0 0 0 0 0,0 0-1 0 0,0 0 1 0 0,1-1-1 0 0,-1 1 1 0 0,0 0-1 0 0,0 0 1 0 0,1-1-1 0 0,-1 1 1 0 0,0-1-1 0 0,1 1 1 0 0,-1-1 0 0 0,1 0-1 0 0,1 1 1 0 0,4-1-6 0 0,-1 1 0 0 0,0-1 1 0 0,1 0-1 0 0,-1-1 0 0 0,0 0 1 0 0,1 0-1 0 0,-1 0 0 0 0,10-4 1 0 0,0-2-33 0 0,0 0 0 0 0,-1-1 0 0 0,1-1 0 0 0,-2-1 0 0 0,0 0 0 0 0,0-1 0 0 0,-1 0 0 0 0,0-1 0 0 0,-1 0 0 0 0,0-1 0 0 0,-1-1 0 0 0,0 0 0 0 0,8-15 0 0 0,16-20 44 0 0,-41 52 31 0 0,-4 6 9 0 0,-20 49 489 0 0,28-51-550 0 0,1-1-1 0 0,0 1 0 0 0,0 0 1 0 0,1 0-1 0 0,0 1 0 0 0,0-1 0 0 0,1 0 1 0 0,0 0-1 0 0,3 9 0 0 0,-1 9-312 0 0,-3-24 136 0 0,0 1 0 0 0,1-1 0 0 0,-1 1 0 0 0,0-1 1 0 0,1 1-1 0 0,-1-1 0 0 0,1 0 0 0 0,-1 1 0 0 0,1-1 0 0 0,0 0 1 0 0,-1 1-1 0 0,1-1 0 0 0,0 0 0 0 0,0 0 0 0 0,0 0 0 0 0,0 0 0 0 0,0 0 1 0 0,0 0-1 0 0,0 0 0 0 0,0 0 0 0 0,1 0 0 0 0,-1 0 0 0 0,0 0 1 0 0,1-1-1 0 0,1 1 0 0 0,1 1-578 0 0,0-1 0 0 0,1 0 0 0 0,-1-1 0 0 0,1 1 1 0 0,-1-1-1 0 0,0 0 0 0 0,7-1 0 0 0,2 0-1194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2-12T16:09:20.265"/>
    </inkml:context>
    <inkml:brush xml:id="br0">
      <inkml:brushProperty name="width" value="0.035" units="cm"/>
      <inkml:brushProperty name="height" value="0.035" units="cm"/>
    </inkml:brush>
  </inkml:definitions>
  <inkml:trace contextRef="#ctx0" brushRef="#br0">182 46 8 0 0,'-3'-5'351'0'0,"-1"0"1"0"0,1 0-1 0 0,-1 0 0 0 0,-7-7 0 0 0,9 11-128 0 0,0-1 0 0 0,1 1-1 0 0,-1 0 1 0 0,0-1 0 0 0,-1 1 0 0 0,1 0-1 0 0,0 1 1 0 0,0-1 0 0 0,0 0-1 0 0,0 0 1 0 0,-1 1 0 0 0,1-1 0 0 0,0 1-1 0 0,-1 0 1 0 0,-2 0 0 0 0,5 0-89 0 0,-1 0 1 0 0,1 0 0 0 0,-1 0-1 0 0,0 0 1 0 0,1 0 0 0 0,-1 0-1 0 0,1 0 1 0 0,-1 0 0 0 0,1 0-1 0 0,-1 0 1 0 0,1 0 0 0 0,-1 1-1 0 0,1-1 1 0 0,-1 0 0 0 0,1 0-1 0 0,-1 1 1 0 0,1-1 0 0 0,-1 0-1 0 0,1 0 1 0 0,-1 1 0 0 0,0 0-1 0 0,1 0-49 0 0,0 0-1 0 0,0-1 1 0 0,0 1 0 0 0,-1 0-1 0 0,1 0 1 0 0,0 0-1 0 0,0 0 1 0 0,1-1 0 0 0,-1 1-1 0 0,0 0 1 0 0,0 0-1 0 0,0 0 1 0 0,0-1-1 0 0,1 1 1 0 0,-1 0 0 0 0,0 0-1 0 0,1 1 1 0 0,5 10 457 0 0,-2 0 1 0 0,0 0-1 0 0,0 1 1 0 0,-1 0-1 0 0,-1 0 1 0 0,0 0 0 0 0,-1 0-1 0 0,0 0 1 0 0,-1 0-1 0 0,-2 21 1 0 0,1-31-497 0 0,0 0 1 0 0,0 0 0 0 0,0 0 0 0 0,-1 0 0 0 0,1 0-1 0 0,-1 0 1 0 0,0-1 0 0 0,0 1 0 0 0,0 0 0 0 0,0-1-1 0 0,0 0 1 0 0,0 1 0 0 0,-1-1 0 0 0,1 0-1 0 0,-1 0 1 0 0,0 0 0 0 0,-4 2 0 0 0,2-1-35 0 0,0-1-1 0 0,0 1 1 0 0,0-1 0 0 0,-1 0 0 0 0,1 0 0 0 0,-1-1-1 0 0,1 0 1 0 0,-1 0 0 0 0,-8 1 0 0 0,-7-5-330 0 0,9-6-6376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D231297-2B8C-4694-89BD-AA313D4EA54B}" type="datetimeFigureOut">
              <a:rPr lang="en-US" smtClean="0"/>
              <a:pPr/>
              <a:t>2/12/2026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AD421A0-E00D-4353-A486-D4EA6719F3B1}" type="slidenum">
              <a:rPr lang="en-US" smtClean="0"/>
              <a:pPr/>
              <a:t>‹#›</a:t>
            </a:fld>
            <a:endParaRPr lang="en-US"/>
          </a:p>
        </p:txBody>
      </p:sp>
    </p:spTree>
    <p:extLst>
      <p:ext uri="{BB962C8B-B14F-4D97-AF65-F5344CB8AC3E}">
        <p14:creationId xmlns:p14="http://schemas.microsoft.com/office/powerpoint/2010/main" val="12696437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729C53B2-1807-49B9-B34C-E26ED20389C9}" type="slidenum">
              <a:rPr lang="en-US" smtClean="0"/>
              <a:pPr/>
              <a:t>2</a:t>
            </a:fld>
            <a:endParaRPr lang="en-US"/>
          </a:p>
        </p:txBody>
      </p:sp>
    </p:spTree>
    <p:extLst>
      <p:ext uri="{BB962C8B-B14F-4D97-AF65-F5344CB8AC3E}">
        <p14:creationId xmlns:p14="http://schemas.microsoft.com/office/powerpoint/2010/main" val="34469486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2/12/2026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2/12/2026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2/12/2026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2/12/2026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2/12/2026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customXml" Target="../ink/ink6.xml"/><Relationship Id="rId18" Type="http://schemas.openxmlformats.org/officeDocument/2006/relationships/image" Target="../media/image8.png"/><Relationship Id="rId26" Type="http://schemas.openxmlformats.org/officeDocument/2006/relationships/image" Target="../media/image12.png"/><Relationship Id="rId3" Type="http://schemas.openxmlformats.org/officeDocument/2006/relationships/customXml" Target="../ink/ink1.xml"/><Relationship Id="rId21" Type="http://schemas.openxmlformats.org/officeDocument/2006/relationships/customXml" Target="../ink/ink10.xml"/><Relationship Id="rId34" Type="http://schemas.openxmlformats.org/officeDocument/2006/relationships/image" Target="../media/image16.png"/><Relationship Id="rId7" Type="http://schemas.openxmlformats.org/officeDocument/2006/relationships/customXml" Target="../ink/ink3.xml"/><Relationship Id="rId12" Type="http://schemas.openxmlformats.org/officeDocument/2006/relationships/image" Target="../media/image5.png"/><Relationship Id="rId17" Type="http://schemas.openxmlformats.org/officeDocument/2006/relationships/customXml" Target="../ink/ink8.xml"/><Relationship Id="rId25" Type="http://schemas.openxmlformats.org/officeDocument/2006/relationships/customXml" Target="../ink/ink12.xml"/><Relationship Id="rId33" Type="http://schemas.openxmlformats.org/officeDocument/2006/relationships/customXml" Target="../ink/ink16.xml"/><Relationship Id="rId2" Type="http://schemas.openxmlformats.org/officeDocument/2006/relationships/notesSlide" Target="../notesSlides/notesSlide1.xml"/><Relationship Id="rId16" Type="http://schemas.openxmlformats.org/officeDocument/2006/relationships/image" Target="../media/image7.png"/><Relationship Id="rId20" Type="http://schemas.openxmlformats.org/officeDocument/2006/relationships/image" Target="../media/image9.png"/><Relationship Id="rId29" Type="http://schemas.openxmlformats.org/officeDocument/2006/relationships/customXml" Target="../ink/ink14.xml"/><Relationship Id="rId1" Type="http://schemas.openxmlformats.org/officeDocument/2006/relationships/slideLayout" Target="../slideLayouts/slideLayout2.xml"/><Relationship Id="rId6" Type="http://schemas.openxmlformats.org/officeDocument/2006/relationships/image" Target="../media/image2.png"/><Relationship Id="rId11" Type="http://schemas.openxmlformats.org/officeDocument/2006/relationships/customXml" Target="../ink/ink5.xml"/><Relationship Id="rId24" Type="http://schemas.openxmlformats.org/officeDocument/2006/relationships/image" Target="../media/image11.png"/><Relationship Id="rId32" Type="http://schemas.openxmlformats.org/officeDocument/2006/relationships/image" Target="../media/image15.png"/><Relationship Id="rId5" Type="http://schemas.openxmlformats.org/officeDocument/2006/relationships/customXml" Target="../ink/ink2.xml"/><Relationship Id="rId15" Type="http://schemas.openxmlformats.org/officeDocument/2006/relationships/customXml" Target="../ink/ink7.xml"/><Relationship Id="rId23" Type="http://schemas.openxmlformats.org/officeDocument/2006/relationships/customXml" Target="../ink/ink11.xml"/><Relationship Id="rId28" Type="http://schemas.openxmlformats.org/officeDocument/2006/relationships/image" Target="../media/image13.png"/><Relationship Id="rId36" Type="http://schemas.openxmlformats.org/officeDocument/2006/relationships/image" Target="../media/image17.png"/><Relationship Id="rId10" Type="http://schemas.openxmlformats.org/officeDocument/2006/relationships/image" Target="../media/image4.png"/><Relationship Id="rId19" Type="http://schemas.openxmlformats.org/officeDocument/2006/relationships/customXml" Target="../ink/ink9.xml"/><Relationship Id="rId31" Type="http://schemas.openxmlformats.org/officeDocument/2006/relationships/customXml" Target="../ink/ink15.xml"/><Relationship Id="rId4" Type="http://schemas.openxmlformats.org/officeDocument/2006/relationships/image" Target="../media/image1.png"/><Relationship Id="rId9" Type="http://schemas.openxmlformats.org/officeDocument/2006/relationships/customXml" Target="../ink/ink4.xml"/><Relationship Id="rId14" Type="http://schemas.openxmlformats.org/officeDocument/2006/relationships/image" Target="../media/image6.png"/><Relationship Id="rId22" Type="http://schemas.openxmlformats.org/officeDocument/2006/relationships/image" Target="../media/image10.png"/><Relationship Id="rId27" Type="http://schemas.openxmlformats.org/officeDocument/2006/relationships/customXml" Target="../ink/ink13.xml"/><Relationship Id="rId30" Type="http://schemas.openxmlformats.org/officeDocument/2006/relationships/image" Target="../media/image14.png"/><Relationship Id="rId35" Type="http://schemas.openxmlformats.org/officeDocument/2006/relationships/customXml" Target="../ink/ink17.xml"/><Relationship Id="rId8"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228600" y="1314271"/>
            <a:ext cx="8763000" cy="1754326"/>
          </a:xfrm>
          <a:prstGeom prst="rect">
            <a:avLst/>
          </a:prstGeom>
          <a:noFill/>
        </p:spPr>
        <p:txBody>
          <a:bodyPr wrap="square" rtlCol="0">
            <a:spAutoFit/>
          </a:bodyPr>
          <a:lstStyle/>
          <a:p>
            <a:r>
              <a:rPr lang="en-US" dirty="0"/>
              <a:t>	</a:t>
            </a:r>
          </a:p>
          <a:p>
            <a:endParaRPr lang="en-US" dirty="0"/>
          </a:p>
          <a:p>
            <a:r>
              <a:rPr lang="en-US" dirty="0"/>
              <a:t>By end of day Feb. 19 upload your code and the answers to questions..</a:t>
            </a:r>
          </a:p>
          <a:p>
            <a:r>
              <a:rPr lang="en-US" dirty="0"/>
              <a:t>(can be Canvas submissions/attachment, </a:t>
            </a:r>
            <a:r>
              <a:rPr lang="en-US" dirty="0" err="1"/>
              <a:t>github</a:t>
            </a:r>
            <a:r>
              <a:rPr lang="en-US" dirty="0"/>
              <a:t> or a mix)</a:t>
            </a:r>
          </a:p>
          <a:p>
            <a:endParaRPr lang="en-US" dirty="0"/>
          </a:p>
          <a:p>
            <a:endParaRPr lang="en-US" dirty="0"/>
          </a:p>
        </p:txBody>
      </p:sp>
      <p:sp>
        <p:nvSpPr>
          <p:cNvPr id="5" name="TextBox 4"/>
          <p:cNvSpPr txBox="1"/>
          <p:nvPr/>
        </p:nvSpPr>
        <p:spPr>
          <a:xfrm>
            <a:off x="762000" y="392668"/>
            <a:ext cx="3352800" cy="369332"/>
          </a:xfrm>
          <a:prstGeom prst="rect">
            <a:avLst/>
          </a:prstGeom>
          <a:noFill/>
        </p:spPr>
        <p:txBody>
          <a:bodyPr wrap="square" rtlCol="0">
            <a:spAutoFit/>
          </a:bodyPr>
          <a:lstStyle/>
          <a:p>
            <a:r>
              <a:rPr lang="en-US" dirty="0"/>
              <a:t>Lab #3</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6200" y="76200"/>
            <a:ext cx="8903848" cy="7294305"/>
          </a:xfrm>
          <a:prstGeom prst="rect">
            <a:avLst/>
          </a:prstGeom>
          <a:noFill/>
        </p:spPr>
        <p:txBody>
          <a:bodyPr wrap="square" rtlCol="0">
            <a:spAutoFit/>
          </a:bodyPr>
          <a:lstStyle/>
          <a:p>
            <a:r>
              <a:rPr lang="en-US" dirty="0"/>
              <a:t>(1A)  Plot the prior graph for a situation for a coin where the prior belief for p(head) is represented by the following R code :</a:t>
            </a:r>
          </a:p>
          <a:p>
            <a:endParaRPr lang="en-US" dirty="0"/>
          </a:p>
          <a:p>
            <a:r>
              <a:rPr lang="en-US" dirty="0"/>
              <a:t>		</a:t>
            </a:r>
            <a:r>
              <a:rPr lang="en-US" dirty="0" err="1"/>
              <a:t>dexp</a:t>
            </a:r>
            <a:r>
              <a:rPr lang="en-US" dirty="0"/>
              <a:t>(x, rate =5) / 0.9932621</a:t>
            </a:r>
          </a:p>
          <a:p>
            <a:endParaRPr lang="en-US" dirty="0"/>
          </a:p>
          <a:p>
            <a:r>
              <a:rPr lang="en-US" dirty="0"/>
              <a:t>for values of 0 &lt;= x &lt;= 1 and 0 otherwise.  (We choose the denominator to make the </a:t>
            </a:r>
          </a:p>
          <a:p>
            <a:r>
              <a:rPr lang="en-US" dirty="0"/>
              <a:t>Integral between 0 and 1 sum to 1).</a:t>
            </a:r>
          </a:p>
          <a:p>
            <a:endParaRPr lang="en-US" dirty="0"/>
          </a:p>
          <a:p>
            <a:r>
              <a:rPr lang="en-US" dirty="0"/>
              <a:t>(1B)  Calculate the posterior graph with both the Metropolis algorithm and grid approximation for a case with 14 heads and 10 tails (where x = </a:t>
            </a:r>
            <a:r>
              <a:rPr lang="en-US" dirty="0" err="1"/>
              <a:t>prob</a:t>
            </a:r>
            <a:r>
              <a:rPr lang="en-US" dirty="0"/>
              <a:t>(head)) .</a:t>
            </a:r>
          </a:p>
          <a:p>
            <a:r>
              <a:rPr lang="en-US" dirty="0"/>
              <a:t>Show the two methods roughly agree.  Compare these to a plot with a posterior for </a:t>
            </a:r>
          </a:p>
          <a:p>
            <a:r>
              <a:rPr lang="en-US" dirty="0"/>
              <a:t>new data of 14 heads and 10 tails with a prior with beta(40,40).</a:t>
            </a:r>
          </a:p>
          <a:p>
            <a:endParaRPr lang="en-US" dirty="0"/>
          </a:p>
          <a:p>
            <a:r>
              <a:rPr lang="en-US" dirty="0"/>
              <a:t>(So for the observation of 14 heads and 10 tails you will end up with a graph with three plots superimposed: (i) the Metropolis algorithm with an exp prior, (ii) grid approximation with an exp prior and (iii) exact analytical solution from a beta(40,40) prior</a:t>
            </a:r>
          </a:p>
          <a:p>
            <a:r>
              <a:rPr lang="en-US" dirty="0"/>
              <a:t> make the plots different colors so you can visualize them…)</a:t>
            </a:r>
          </a:p>
          <a:p>
            <a:endParaRPr lang="en-US" dirty="0"/>
          </a:p>
          <a:p>
            <a:r>
              <a:rPr lang="en-US" dirty="0"/>
              <a:t>(1C)  Repeat the above calculation but for a case of 583 heads and 417 tails. </a:t>
            </a:r>
          </a:p>
          <a:p>
            <a:r>
              <a:rPr lang="en-US" dirty="0"/>
              <a:t>(You may need to adjust your model step parameters to try and get the grid and Metropolis graphs to match up).  How do the three posterior curves relate to each other now?  Why does this plot look different than the plot in (1B)?</a:t>
            </a:r>
          </a:p>
          <a:p>
            <a:endParaRPr lang="en-US" dirty="0"/>
          </a:p>
          <a:p>
            <a:r>
              <a:rPr lang="en-US" dirty="0"/>
              <a:t>Send graphs and code in your e-mail.     (See next slide for hints!)</a:t>
            </a:r>
          </a:p>
          <a:p>
            <a:endParaRPr lang="en-US" dirty="0"/>
          </a:p>
        </p:txBody>
      </p:sp>
      <mc:AlternateContent xmlns:mc="http://schemas.openxmlformats.org/markup-compatibility/2006">
        <mc:Choice xmlns:p14="http://schemas.microsoft.com/office/powerpoint/2010/main" Requires="p14">
          <p:contentPart p14:bwMode="auto" r:id="rId3">
            <p14:nvContentPartPr>
              <p14:cNvPr id="25" name="Ink 24">
                <a:extLst>
                  <a:ext uri="{FF2B5EF4-FFF2-40B4-BE49-F238E27FC236}">
                    <a16:creationId xmlns:a16="http://schemas.microsoft.com/office/drawing/2014/main" id="{5C6BA0E3-441C-B419-02BA-C6E70D4B782B}"/>
                  </a:ext>
                </a:extLst>
              </p14:cNvPr>
              <p14:cNvContentPartPr/>
              <p14:nvPr/>
            </p14:nvContentPartPr>
            <p14:xfrm>
              <a:off x="8609771" y="353789"/>
              <a:ext cx="14400" cy="6840"/>
            </p14:xfrm>
          </p:contentPart>
        </mc:Choice>
        <mc:Fallback>
          <p:pic>
            <p:nvPicPr>
              <p:cNvPr id="25" name="Ink 24">
                <a:extLst>
                  <a:ext uri="{FF2B5EF4-FFF2-40B4-BE49-F238E27FC236}">
                    <a16:creationId xmlns:a16="http://schemas.microsoft.com/office/drawing/2014/main" id="{5C6BA0E3-441C-B419-02BA-C6E70D4B782B}"/>
                  </a:ext>
                </a:extLst>
              </p:cNvPr>
              <p:cNvPicPr/>
              <p:nvPr/>
            </p:nvPicPr>
            <p:blipFill>
              <a:blip r:embed="rId4"/>
              <a:stretch>
                <a:fillRect/>
              </a:stretch>
            </p:blipFill>
            <p:spPr>
              <a:xfrm>
                <a:off x="8605451" y="349469"/>
                <a:ext cx="23040" cy="15480"/>
              </a:xfrm>
              <a:prstGeom prst="rect">
                <a:avLst/>
              </a:prstGeom>
            </p:spPr>
          </p:pic>
        </mc:Fallback>
      </mc:AlternateContent>
      <p:grpSp>
        <p:nvGrpSpPr>
          <p:cNvPr id="48" name="Group 47">
            <a:extLst>
              <a:ext uri="{FF2B5EF4-FFF2-40B4-BE49-F238E27FC236}">
                <a16:creationId xmlns:a16="http://schemas.microsoft.com/office/drawing/2014/main" id="{71F2478C-46EA-FEB7-7F12-381F7B2C0C2D}"/>
              </a:ext>
            </a:extLst>
          </p:cNvPr>
          <p:cNvGrpSpPr/>
          <p:nvPr/>
        </p:nvGrpSpPr>
        <p:grpSpPr>
          <a:xfrm>
            <a:off x="2964971" y="6190109"/>
            <a:ext cx="1000080" cy="472680"/>
            <a:chOff x="2964971" y="6190109"/>
            <a:chExt cx="1000080" cy="472680"/>
          </a:xfrm>
        </p:grpSpPr>
        <mc:AlternateContent xmlns:mc="http://schemas.openxmlformats.org/markup-compatibility/2006">
          <mc:Choice xmlns:p14="http://schemas.microsoft.com/office/powerpoint/2010/main" Requires="p14">
            <p:contentPart p14:bwMode="auto" r:id="rId5">
              <p14:nvContentPartPr>
                <p14:cNvPr id="30" name="Ink 29">
                  <a:extLst>
                    <a:ext uri="{FF2B5EF4-FFF2-40B4-BE49-F238E27FC236}">
                      <a16:creationId xmlns:a16="http://schemas.microsoft.com/office/drawing/2014/main" id="{E4190C5E-A3D9-20D2-8C08-0FB6A206EA02}"/>
                    </a:ext>
                  </a:extLst>
                </p14:cNvPr>
                <p14:cNvContentPartPr/>
                <p14:nvPr/>
              </p14:nvContentPartPr>
              <p14:xfrm>
                <a:off x="2964971" y="6486749"/>
                <a:ext cx="533880" cy="176040"/>
              </p14:xfrm>
            </p:contentPart>
          </mc:Choice>
          <mc:Fallback>
            <p:pic>
              <p:nvPicPr>
                <p:cNvPr id="30" name="Ink 29">
                  <a:extLst>
                    <a:ext uri="{FF2B5EF4-FFF2-40B4-BE49-F238E27FC236}">
                      <a16:creationId xmlns:a16="http://schemas.microsoft.com/office/drawing/2014/main" id="{E4190C5E-A3D9-20D2-8C08-0FB6A206EA02}"/>
                    </a:ext>
                  </a:extLst>
                </p:cNvPr>
                <p:cNvPicPr/>
                <p:nvPr/>
              </p:nvPicPr>
              <p:blipFill>
                <a:blip r:embed="rId6"/>
                <a:stretch>
                  <a:fillRect/>
                </a:stretch>
              </p:blipFill>
              <p:spPr>
                <a:xfrm>
                  <a:off x="2958851" y="6480629"/>
                  <a:ext cx="546120" cy="18828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31" name="Ink 30">
                  <a:extLst>
                    <a:ext uri="{FF2B5EF4-FFF2-40B4-BE49-F238E27FC236}">
                      <a16:creationId xmlns:a16="http://schemas.microsoft.com/office/drawing/2014/main" id="{7BA335FF-18DA-438F-17CE-30A01EBF7750}"/>
                    </a:ext>
                  </a:extLst>
                </p14:cNvPr>
                <p14:cNvContentPartPr/>
                <p14:nvPr/>
              </p14:nvContentPartPr>
              <p14:xfrm>
                <a:off x="2981891" y="6351029"/>
                <a:ext cx="94680" cy="89280"/>
              </p14:xfrm>
            </p:contentPart>
          </mc:Choice>
          <mc:Fallback>
            <p:pic>
              <p:nvPicPr>
                <p:cNvPr id="31" name="Ink 30">
                  <a:extLst>
                    <a:ext uri="{FF2B5EF4-FFF2-40B4-BE49-F238E27FC236}">
                      <a16:creationId xmlns:a16="http://schemas.microsoft.com/office/drawing/2014/main" id="{7BA335FF-18DA-438F-17CE-30A01EBF7750}"/>
                    </a:ext>
                  </a:extLst>
                </p:cNvPr>
                <p:cNvPicPr/>
                <p:nvPr/>
              </p:nvPicPr>
              <p:blipFill>
                <a:blip r:embed="rId8"/>
                <a:stretch>
                  <a:fillRect/>
                </a:stretch>
              </p:blipFill>
              <p:spPr>
                <a:xfrm>
                  <a:off x="2975771" y="6344909"/>
                  <a:ext cx="106920" cy="10152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32" name="Ink 31">
                  <a:extLst>
                    <a:ext uri="{FF2B5EF4-FFF2-40B4-BE49-F238E27FC236}">
                      <a16:creationId xmlns:a16="http://schemas.microsoft.com/office/drawing/2014/main" id="{4376371E-1EF4-6469-7BD7-081346BA82FC}"/>
                    </a:ext>
                  </a:extLst>
                </p14:cNvPr>
                <p14:cNvContentPartPr/>
                <p14:nvPr/>
              </p14:nvContentPartPr>
              <p14:xfrm>
                <a:off x="3078731" y="6347789"/>
                <a:ext cx="152640" cy="75960"/>
              </p14:xfrm>
            </p:contentPart>
          </mc:Choice>
          <mc:Fallback>
            <p:pic>
              <p:nvPicPr>
                <p:cNvPr id="32" name="Ink 31">
                  <a:extLst>
                    <a:ext uri="{FF2B5EF4-FFF2-40B4-BE49-F238E27FC236}">
                      <a16:creationId xmlns:a16="http://schemas.microsoft.com/office/drawing/2014/main" id="{4376371E-1EF4-6469-7BD7-081346BA82FC}"/>
                    </a:ext>
                  </a:extLst>
                </p:cNvPr>
                <p:cNvPicPr/>
                <p:nvPr/>
              </p:nvPicPr>
              <p:blipFill>
                <a:blip r:embed="rId10"/>
                <a:stretch>
                  <a:fillRect/>
                </a:stretch>
              </p:blipFill>
              <p:spPr>
                <a:xfrm>
                  <a:off x="3072611" y="6341669"/>
                  <a:ext cx="164880" cy="88200"/>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33" name="Ink 32">
                  <a:extLst>
                    <a:ext uri="{FF2B5EF4-FFF2-40B4-BE49-F238E27FC236}">
                      <a16:creationId xmlns:a16="http://schemas.microsoft.com/office/drawing/2014/main" id="{E8F65B69-9D56-281C-F9C1-9D628B96A77A}"/>
                    </a:ext>
                  </a:extLst>
                </p14:cNvPr>
                <p14:cNvContentPartPr/>
                <p14:nvPr/>
              </p14:nvContentPartPr>
              <p14:xfrm>
                <a:off x="3255851" y="6271829"/>
                <a:ext cx="113400" cy="124920"/>
              </p14:xfrm>
            </p:contentPart>
          </mc:Choice>
          <mc:Fallback>
            <p:pic>
              <p:nvPicPr>
                <p:cNvPr id="33" name="Ink 32">
                  <a:extLst>
                    <a:ext uri="{FF2B5EF4-FFF2-40B4-BE49-F238E27FC236}">
                      <a16:creationId xmlns:a16="http://schemas.microsoft.com/office/drawing/2014/main" id="{E8F65B69-9D56-281C-F9C1-9D628B96A77A}"/>
                    </a:ext>
                  </a:extLst>
                </p:cNvPr>
                <p:cNvPicPr/>
                <p:nvPr/>
              </p:nvPicPr>
              <p:blipFill>
                <a:blip r:embed="rId12"/>
                <a:stretch>
                  <a:fillRect/>
                </a:stretch>
              </p:blipFill>
              <p:spPr>
                <a:xfrm>
                  <a:off x="3249731" y="6265709"/>
                  <a:ext cx="125640" cy="137160"/>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34" name="Ink 33">
                  <a:extLst>
                    <a:ext uri="{FF2B5EF4-FFF2-40B4-BE49-F238E27FC236}">
                      <a16:creationId xmlns:a16="http://schemas.microsoft.com/office/drawing/2014/main" id="{8C841EFD-179B-5A53-83B4-6BD3768A8C4E}"/>
                    </a:ext>
                  </a:extLst>
                </p14:cNvPr>
                <p14:cNvContentPartPr/>
                <p14:nvPr/>
              </p14:nvContentPartPr>
              <p14:xfrm>
                <a:off x="3392291" y="6290189"/>
                <a:ext cx="160920" cy="108000"/>
              </p14:xfrm>
            </p:contentPart>
          </mc:Choice>
          <mc:Fallback>
            <p:pic>
              <p:nvPicPr>
                <p:cNvPr id="34" name="Ink 33">
                  <a:extLst>
                    <a:ext uri="{FF2B5EF4-FFF2-40B4-BE49-F238E27FC236}">
                      <a16:creationId xmlns:a16="http://schemas.microsoft.com/office/drawing/2014/main" id="{8C841EFD-179B-5A53-83B4-6BD3768A8C4E}"/>
                    </a:ext>
                  </a:extLst>
                </p:cNvPr>
                <p:cNvPicPr/>
                <p:nvPr/>
              </p:nvPicPr>
              <p:blipFill>
                <a:blip r:embed="rId14"/>
                <a:stretch>
                  <a:fillRect/>
                </a:stretch>
              </p:blipFill>
              <p:spPr>
                <a:xfrm>
                  <a:off x="3386171" y="6284069"/>
                  <a:ext cx="173160" cy="120240"/>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35" name="Ink 34">
                  <a:extLst>
                    <a:ext uri="{FF2B5EF4-FFF2-40B4-BE49-F238E27FC236}">
                      <a16:creationId xmlns:a16="http://schemas.microsoft.com/office/drawing/2014/main" id="{061AD8CB-5DE5-B41D-1F42-FA368A7C7350}"/>
                    </a:ext>
                  </a:extLst>
                </p14:cNvPr>
                <p14:cNvContentPartPr/>
                <p14:nvPr/>
              </p14:nvContentPartPr>
              <p14:xfrm>
                <a:off x="3593891" y="6274709"/>
                <a:ext cx="38160" cy="70200"/>
              </p14:xfrm>
            </p:contentPart>
          </mc:Choice>
          <mc:Fallback>
            <p:pic>
              <p:nvPicPr>
                <p:cNvPr id="35" name="Ink 34">
                  <a:extLst>
                    <a:ext uri="{FF2B5EF4-FFF2-40B4-BE49-F238E27FC236}">
                      <a16:creationId xmlns:a16="http://schemas.microsoft.com/office/drawing/2014/main" id="{061AD8CB-5DE5-B41D-1F42-FA368A7C7350}"/>
                    </a:ext>
                  </a:extLst>
                </p:cNvPr>
                <p:cNvPicPr/>
                <p:nvPr/>
              </p:nvPicPr>
              <p:blipFill>
                <a:blip r:embed="rId16"/>
                <a:stretch>
                  <a:fillRect/>
                </a:stretch>
              </p:blipFill>
              <p:spPr>
                <a:xfrm>
                  <a:off x="3587771" y="6268589"/>
                  <a:ext cx="50400" cy="82440"/>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36" name="Ink 35">
                  <a:extLst>
                    <a:ext uri="{FF2B5EF4-FFF2-40B4-BE49-F238E27FC236}">
                      <a16:creationId xmlns:a16="http://schemas.microsoft.com/office/drawing/2014/main" id="{C393BAC1-27B9-2168-1F66-A504B810F2F7}"/>
                    </a:ext>
                  </a:extLst>
                </p14:cNvPr>
                <p14:cNvContentPartPr/>
                <p14:nvPr/>
              </p14:nvContentPartPr>
              <p14:xfrm>
                <a:off x="3639611" y="6243029"/>
                <a:ext cx="40320" cy="110880"/>
              </p14:xfrm>
            </p:contentPart>
          </mc:Choice>
          <mc:Fallback>
            <p:pic>
              <p:nvPicPr>
                <p:cNvPr id="36" name="Ink 35">
                  <a:extLst>
                    <a:ext uri="{FF2B5EF4-FFF2-40B4-BE49-F238E27FC236}">
                      <a16:creationId xmlns:a16="http://schemas.microsoft.com/office/drawing/2014/main" id="{C393BAC1-27B9-2168-1F66-A504B810F2F7}"/>
                    </a:ext>
                  </a:extLst>
                </p:cNvPr>
                <p:cNvPicPr/>
                <p:nvPr/>
              </p:nvPicPr>
              <p:blipFill>
                <a:blip r:embed="rId18"/>
                <a:stretch>
                  <a:fillRect/>
                </a:stretch>
              </p:blipFill>
              <p:spPr>
                <a:xfrm>
                  <a:off x="3633491" y="6236909"/>
                  <a:ext cx="52560" cy="123120"/>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37" name="Ink 36">
                  <a:extLst>
                    <a:ext uri="{FF2B5EF4-FFF2-40B4-BE49-F238E27FC236}">
                      <a16:creationId xmlns:a16="http://schemas.microsoft.com/office/drawing/2014/main" id="{A12EFCD4-B68E-99D4-876F-C47997C20807}"/>
                    </a:ext>
                  </a:extLst>
                </p14:cNvPr>
                <p14:cNvContentPartPr/>
                <p14:nvPr/>
              </p14:nvContentPartPr>
              <p14:xfrm>
                <a:off x="3609731" y="6300629"/>
                <a:ext cx="79200" cy="23760"/>
              </p14:xfrm>
            </p:contentPart>
          </mc:Choice>
          <mc:Fallback>
            <p:pic>
              <p:nvPicPr>
                <p:cNvPr id="37" name="Ink 36">
                  <a:extLst>
                    <a:ext uri="{FF2B5EF4-FFF2-40B4-BE49-F238E27FC236}">
                      <a16:creationId xmlns:a16="http://schemas.microsoft.com/office/drawing/2014/main" id="{A12EFCD4-B68E-99D4-876F-C47997C20807}"/>
                    </a:ext>
                  </a:extLst>
                </p:cNvPr>
                <p:cNvPicPr/>
                <p:nvPr/>
              </p:nvPicPr>
              <p:blipFill>
                <a:blip r:embed="rId20"/>
                <a:stretch>
                  <a:fillRect/>
                </a:stretch>
              </p:blipFill>
              <p:spPr>
                <a:xfrm>
                  <a:off x="3603611" y="6294509"/>
                  <a:ext cx="91440" cy="36000"/>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39" name="Ink 38">
                  <a:extLst>
                    <a:ext uri="{FF2B5EF4-FFF2-40B4-BE49-F238E27FC236}">
                      <a16:creationId xmlns:a16="http://schemas.microsoft.com/office/drawing/2014/main" id="{BD624F4F-1AA9-6562-9B9C-600D8B1D2C21}"/>
                    </a:ext>
                  </a:extLst>
                </p14:cNvPr>
                <p14:cNvContentPartPr/>
                <p14:nvPr/>
              </p14:nvContentPartPr>
              <p14:xfrm>
                <a:off x="3853451" y="6190109"/>
                <a:ext cx="65160" cy="174960"/>
              </p14:xfrm>
            </p:contentPart>
          </mc:Choice>
          <mc:Fallback>
            <p:pic>
              <p:nvPicPr>
                <p:cNvPr id="39" name="Ink 38">
                  <a:extLst>
                    <a:ext uri="{FF2B5EF4-FFF2-40B4-BE49-F238E27FC236}">
                      <a16:creationId xmlns:a16="http://schemas.microsoft.com/office/drawing/2014/main" id="{BD624F4F-1AA9-6562-9B9C-600D8B1D2C21}"/>
                    </a:ext>
                  </a:extLst>
                </p:cNvPr>
                <p:cNvPicPr/>
                <p:nvPr/>
              </p:nvPicPr>
              <p:blipFill>
                <a:blip r:embed="rId22"/>
                <a:stretch>
                  <a:fillRect/>
                </a:stretch>
              </p:blipFill>
              <p:spPr>
                <a:xfrm>
                  <a:off x="3847331" y="6183989"/>
                  <a:ext cx="77400" cy="187200"/>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40" name="Ink 39">
                  <a:extLst>
                    <a:ext uri="{FF2B5EF4-FFF2-40B4-BE49-F238E27FC236}">
                      <a16:creationId xmlns:a16="http://schemas.microsoft.com/office/drawing/2014/main" id="{102E0E11-DA43-630D-ACB2-7C28B0576613}"/>
                    </a:ext>
                  </a:extLst>
                </p14:cNvPr>
                <p14:cNvContentPartPr/>
                <p14:nvPr/>
              </p14:nvContentPartPr>
              <p14:xfrm>
                <a:off x="3769571" y="6267869"/>
                <a:ext cx="195480" cy="127800"/>
              </p14:xfrm>
            </p:contentPart>
          </mc:Choice>
          <mc:Fallback>
            <p:pic>
              <p:nvPicPr>
                <p:cNvPr id="40" name="Ink 39">
                  <a:extLst>
                    <a:ext uri="{FF2B5EF4-FFF2-40B4-BE49-F238E27FC236}">
                      <a16:creationId xmlns:a16="http://schemas.microsoft.com/office/drawing/2014/main" id="{102E0E11-DA43-630D-ACB2-7C28B0576613}"/>
                    </a:ext>
                  </a:extLst>
                </p:cNvPr>
                <p:cNvPicPr/>
                <p:nvPr/>
              </p:nvPicPr>
              <p:blipFill>
                <a:blip r:embed="rId24"/>
                <a:stretch>
                  <a:fillRect/>
                </a:stretch>
              </p:blipFill>
              <p:spPr>
                <a:xfrm>
                  <a:off x="3763451" y="6261749"/>
                  <a:ext cx="207720" cy="140040"/>
                </a:xfrm>
                <a:prstGeom prst="rect">
                  <a:avLst/>
                </a:prstGeom>
              </p:spPr>
            </p:pic>
          </mc:Fallback>
        </mc:AlternateContent>
      </p:grpSp>
      <p:grpSp>
        <p:nvGrpSpPr>
          <p:cNvPr id="47" name="Group 46">
            <a:extLst>
              <a:ext uri="{FF2B5EF4-FFF2-40B4-BE49-F238E27FC236}">
                <a16:creationId xmlns:a16="http://schemas.microsoft.com/office/drawing/2014/main" id="{0AD065EC-402C-9241-3973-29C8D1373074}"/>
              </a:ext>
            </a:extLst>
          </p:cNvPr>
          <p:cNvGrpSpPr/>
          <p:nvPr/>
        </p:nvGrpSpPr>
        <p:grpSpPr>
          <a:xfrm>
            <a:off x="4159091" y="6192269"/>
            <a:ext cx="664200" cy="159120"/>
            <a:chOff x="4159091" y="6192269"/>
            <a:chExt cx="664200" cy="159120"/>
          </a:xfrm>
        </p:grpSpPr>
        <mc:AlternateContent xmlns:mc="http://schemas.openxmlformats.org/markup-compatibility/2006">
          <mc:Choice xmlns:p14="http://schemas.microsoft.com/office/powerpoint/2010/main" Requires="p14">
            <p:contentPart p14:bwMode="auto" r:id="rId25">
              <p14:nvContentPartPr>
                <p14:cNvPr id="41" name="Ink 40">
                  <a:extLst>
                    <a:ext uri="{FF2B5EF4-FFF2-40B4-BE49-F238E27FC236}">
                      <a16:creationId xmlns:a16="http://schemas.microsoft.com/office/drawing/2014/main" id="{A0A6633B-D653-652A-65A6-BB604F49C990}"/>
                    </a:ext>
                  </a:extLst>
                </p14:cNvPr>
                <p14:cNvContentPartPr/>
                <p14:nvPr/>
              </p14:nvContentPartPr>
              <p14:xfrm>
                <a:off x="4159091" y="6231869"/>
                <a:ext cx="84600" cy="119520"/>
              </p14:xfrm>
            </p:contentPart>
          </mc:Choice>
          <mc:Fallback>
            <p:pic>
              <p:nvPicPr>
                <p:cNvPr id="41" name="Ink 40">
                  <a:extLst>
                    <a:ext uri="{FF2B5EF4-FFF2-40B4-BE49-F238E27FC236}">
                      <a16:creationId xmlns:a16="http://schemas.microsoft.com/office/drawing/2014/main" id="{A0A6633B-D653-652A-65A6-BB604F49C990}"/>
                    </a:ext>
                  </a:extLst>
                </p:cNvPr>
                <p:cNvPicPr/>
                <p:nvPr/>
              </p:nvPicPr>
              <p:blipFill>
                <a:blip r:embed="rId26"/>
                <a:stretch>
                  <a:fillRect/>
                </a:stretch>
              </p:blipFill>
              <p:spPr>
                <a:xfrm>
                  <a:off x="4152971" y="6225749"/>
                  <a:ext cx="96840" cy="131760"/>
                </a:xfrm>
                <a:prstGeom prst="rect">
                  <a:avLst/>
                </a:prstGeom>
              </p:spPr>
            </p:pic>
          </mc:Fallback>
        </mc:AlternateContent>
        <mc:AlternateContent xmlns:mc="http://schemas.openxmlformats.org/markup-compatibility/2006">
          <mc:Choice xmlns:p14="http://schemas.microsoft.com/office/powerpoint/2010/main" Requires="p14">
            <p:contentPart p14:bwMode="auto" r:id="rId27">
              <p14:nvContentPartPr>
                <p14:cNvPr id="42" name="Ink 41">
                  <a:extLst>
                    <a:ext uri="{FF2B5EF4-FFF2-40B4-BE49-F238E27FC236}">
                      <a16:creationId xmlns:a16="http://schemas.microsoft.com/office/drawing/2014/main" id="{05582210-FA8D-317B-C4C8-4EB170720F54}"/>
                    </a:ext>
                  </a:extLst>
                </p14:cNvPr>
                <p14:cNvContentPartPr/>
                <p14:nvPr/>
              </p14:nvContentPartPr>
              <p14:xfrm>
                <a:off x="4253771" y="6276509"/>
                <a:ext cx="125280" cy="73080"/>
              </p14:xfrm>
            </p:contentPart>
          </mc:Choice>
          <mc:Fallback>
            <p:pic>
              <p:nvPicPr>
                <p:cNvPr id="42" name="Ink 41">
                  <a:extLst>
                    <a:ext uri="{FF2B5EF4-FFF2-40B4-BE49-F238E27FC236}">
                      <a16:creationId xmlns:a16="http://schemas.microsoft.com/office/drawing/2014/main" id="{05582210-FA8D-317B-C4C8-4EB170720F54}"/>
                    </a:ext>
                  </a:extLst>
                </p:cNvPr>
                <p:cNvPicPr/>
                <p:nvPr/>
              </p:nvPicPr>
              <p:blipFill>
                <a:blip r:embed="rId28"/>
                <a:stretch>
                  <a:fillRect/>
                </a:stretch>
              </p:blipFill>
              <p:spPr>
                <a:xfrm>
                  <a:off x="4247651" y="6270389"/>
                  <a:ext cx="137520" cy="85320"/>
                </a:xfrm>
                <a:prstGeom prst="rect">
                  <a:avLst/>
                </a:prstGeom>
              </p:spPr>
            </p:pic>
          </mc:Fallback>
        </mc:AlternateContent>
        <mc:AlternateContent xmlns:mc="http://schemas.openxmlformats.org/markup-compatibility/2006">
          <mc:Choice xmlns:p14="http://schemas.microsoft.com/office/powerpoint/2010/main" Requires="p14">
            <p:contentPart p14:bwMode="auto" r:id="rId29">
              <p14:nvContentPartPr>
                <p14:cNvPr id="43" name="Ink 42">
                  <a:extLst>
                    <a:ext uri="{FF2B5EF4-FFF2-40B4-BE49-F238E27FC236}">
                      <a16:creationId xmlns:a16="http://schemas.microsoft.com/office/drawing/2014/main" id="{2F656A19-A6DA-E9F4-62C3-947937684033}"/>
                    </a:ext>
                  </a:extLst>
                </p14:cNvPr>
                <p14:cNvContentPartPr/>
                <p14:nvPr/>
              </p14:nvContentPartPr>
              <p14:xfrm>
                <a:off x="4393451" y="6253829"/>
                <a:ext cx="91800" cy="86400"/>
              </p14:xfrm>
            </p:contentPart>
          </mc:Choice>
          <mc:Fallback>
            <p:pic>
              <p:nvPicPr>
                <p:cNvPr id="43" name="Ink 42">
                  <a:extLst>
                    <a:ext uri="{FF2B5EF4-FFF2-40B4-BE49-F238E27FC236}">
                      <a16:creationId xmlns:a16="http://schemas.microsoft.com/office/drawing/2014/main" id="{2F656A19-A6DA-E9F4-62C3-947937684033}"/>
                    </a:ext>
                  </a:extLst>
                </p:cNvPr>
                <p:cNvPicPr/>
                <p:nvPr/>
              </p:nvPicPr>
              <p:blipFill>
                <a:blip r:embed="rId30"/>
                <a:stretch>
                  <a:fillRect/>
                </a:stretch>
              </p:blipFill>
              <p:spPr>
                <a:xfrm>
                  <a:off x="4387331" y="6247709"/>
                  <a:ext cx="104040" cy="98640"/>
                </a:xfrm>
                <a:prstGeom prst="rect">
                  <a:avLst/>
                </a:prstGeom>
              </p:spPr>
            </p:pic>
          </mc:Fallback>
        </mc:AlternateContent>
        <mc:AlternateContent xmlns:mc="http://schemas.openxmlformats.org/markup-compatibility/2006">
          <mc:Choice xmlns:p14="http://schemas.microsoft.com/office/powerpoint/2010/main" Requires="p14">
            <p:contentPart p14:bwMode="auto" r:id="rId31">
              <p14:nvContentPartPr>
                <p14:cNvPr id="44" name="Ink 43">
                  <a:extLst>
                    <a:ext uri="{FF2B5EF4-FFF2-40B4-BE49-F238E27FC236}">
                      <a16:creationId xmlns:a16="http://schemas.microsoft.com/office/drawing/2014/main" id="{6ACED8FE-554B-882E-CAF4-8CC2DE758586}"/>
                    </a:ext>
                  </a:extLst>
                </p14:cNvPr>
                <p14:cNvContentPartPr/>
                <p14:nvPr/>
              </p14:nvContentPartPr>
              <p14:xfrm>
                <a:off x="4537091" y="6228269"/>
                <a:ext cx="81000" cy="87120"/>
              </p14:xfrm>
            </p:contentPart>
          </mc:Choice>
          <mc:Fallback>
            <p:pic>
              <p:nvPicPr>
                <p:cNvPr id="44" name="Ink 43">
                  <a:extLst>
                    <a:ext uri="{FF2B5EF4-FFF2-40B4-BE49-F238E27FC236}">
                      <a16:creationId xmlns:a16="http://schemas.microsoft.com/office/drawing/2014/main" id="{6ACED8FE-554B-882E-CAF4-8CC2DE758586}"/>
                    </a:ext>
                  </a:extLst>
                </p:cNvPr>
                <p:cNvPicPr/>
                <p:nvPr/>
              </p:nvPicPr>
              <p:blipFill>
                <a:blip r:embed="rId32"/>
                <a:stretch>
                  <a:fillRect/>
                </a:stretch>
              </p:blipFill>
              <p:spPr>
                <a:xfrm>
                  <a:off x="4530971" y="6222149"/>
                  <a:ext cx="93240" cy="99360"/>
                </a:xfrm>
                <a:prstGeom prst="rect">
                  <a:avLst/>
                </a:prstGeom>
              </p:spPr>
            </p:pic>
          </mc:Fallback>
        </mc:AlternateContent>
        <mc:AlternateContent xmlns:mc="http://schemas.openxmlformats.org/markup-compatibility/2006">
          <mc:Choice xmlns:p14="http://schemas.microsoft.com/office/powerpoint/2010/main" Requires="p14">
            <p:contentPart p14:bwMode="auto" r:id="rId33">
              <p14:nvContentPartPr>
                <p14:cNvPr id="45" name="Ink 44">
                  <a:extLst>
                    <a:ext uri="{FF2B5EF4-FFF2-40B4-BE49-F238E27FC236}">
                      <a16:creationId xmlns:a16="http://schemas.microsoft.com/office/drawing/2014/main" id="{50406DAF-9AD6-0810-97E9-B6770EF00883}"/>
                    </a:ext>
                  </a:extLst>
                </p14:cNvPr>
                <p14:cNvContentPartPr/>
                <p14:nvPr/>
              </p14:nvContentPartPr>
              <p14:xfrm>
                <a:off x="4632491" y="6192269"/>
                <a:ext cx="129960" cy="81360"/>
              </p14:xfrm>
            </p:contentPart>
          </mc:Choice>
          <mc:Fallback>
            <p:pic>
              <p:nvPicPr>
                <p:cNvPr id="45" name="Ink 44">
                  <a:extLst>
                    <a:ext uri="{FF2B5EF4-FFF2-40B4-BE49-F238E27FC236}">
                      <a16:creationId xmlns:a16="http://schemas.microsoft.com/office/drawing/2014/main" id="{50406DAF-9AD6-0810-97E9-B6770EF00883}"/>
                    </a:ext>
                  </a:extLst>
                </p:cNvPr>
                <p:cNvPicPr/>
                <p:nvPr/>
              </p:nvPicPr>
              <p:blipFill>
                <a:blip r:embed="rId34"/>
                <a:stretch>
                  <a:fillRect/>
                </a:stretch>
              </p:blipFill>
              <p:spPr>
                <a:xfrm>
                  <a:off x="4626371" y="6186149"/>
                  <a:ext cx="142200" cy="93600"/>
                </a:xfrm>
                <a:prstGeom prst="rect">
                  <a:avLst/>
                </a:prstGeom>
              </p:spPr>
            </p:pic>
          </mc:Fallback>
        </mc:AlternateContent>
        <mc:AlternateContent xmlns:mc="http://schemas.openxmlformats.org/markup-compatibility/2006">
          <mc:Choice xmlns:p14="http://schemas.microsoft.com/office/powerpoint/2010/main" Requires="p14">
            <p:contentPart p14:bwMode="auto" r:id="rId35">
              <p14:nvContentPartPr>
                <p14:cNvPr id="46" name="Ink 45">
                  <a:extLst>
                    <a:ext uri="{FF2B5EF4-FFF2-40B4-BE49-F238E27FC236}">
                      <a16:creationId xmlns:a16="http://schemas.microsoft.com/office/drawing/2014/main" id="{65A1A4EE-794B-5458-8F71-963E24504914}"/>
                    </a:ext>
                  </a:extLst>
                </p14:cNvPr>
                <p14:cNvContentPartPr/>
                <p14:nvPr/>
              </p14:nvContentPartPr>
              <p14:xfrm>
                <a:off x="4757771" y="6192989"/>
                <a:ext cx="65520" cy="89640"/>
              </p14:xfrm>
            </p:contentPart>
          </mc:Choice>
          <mc:Fallback>
            <p:pic>
              <p:nvPicPr>
                <p:cNvPr id="46" name="Ink 45">
                  <a:extLst>
                    <a:ext uri="{FF2B5EF4-FFF2-40B4-BE49-F238E27FC236}">
                      <a16:creationId xmlns:a16="http://schemas.microsoft.com/office/drawing/2014/main" id="{65A1A4EE-794B-5458-8F71-963E24504914}"/>
                    </a:ext>
                  </a:extLst>
                </p:cNvPr>
                <p:cNvPicPr/>
                <p:nvPr/>
              </p:nvPicPr>
              <p:blipFill>
                <a:blip r:embed="rId36"/>
                <a:stretch>
                  <a:fillRect/>
                </a:stretch>
              </p:blipFill>
              <p:spPr>
                <a:xfrm>
                  <a:off x="4751651" y="6186869"/>
                  <a:ext cx="77760" cy="101880"/>
                </a:xfrm>
                <a:prstGeom prst="rect">
                  <a:avLst/>
                </a:prstGeom>
              </p:spPr>
            </p:pic>
          </mc:Fallback>
        </mc:AlternateContent>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04800" y="304800"/>
            <a:ext cx="8130367" cy="7417415"/>
          </a:xfrm>
          <a:prstGeom prst="rect">
            <a:avLst/>
          </a:prstGeom>
          <a:noFill/>
        </p:spPr>
        <p:txBody>
          <a:bodyPr wrap="none" rtlCol="0">
            <a:spAutoFit/>
          </a:bodyPr>
          <a:lstStyle/>
          <a:p>
            <a:r>
              <a:rPr lang="en-US" sz="1400" dirty="0">
                <a:solidFill>
                  <a:srgbClr val="FF0000"/>
                </a:solidFill>
              </a:rPr>
              <a:t>HINTS:</a:t>
            </a:r>
          </a:p>
          <a:p>
            <a:endParaRPr lang="en-US" sz="1400" dirty="0"/>
          </a:p>
          <a:p>
            <a:r>
              <a:rPr lang="en-US" sz="1400" dirty="0"/>
              <a:t>Watch your x-axis and y-axis scales here…</a:t>
            </a:r>
          </a:p>
          <a:p>
            <a:endParaRPr lang="en-US" sz="1400" dirty="0"/>
          </a:p>
          <a:p>
            <a:r>
              <a:rPr lang="en-US" sz="1400" dirty="0"/>
              <a:t>Make sure all your curves are evaluated on the same set of x sequences.</a:t>
            </a:r>
          </a:p>
          <a:p>
            <a:endParaRPr lang="en-US" sz="1400" dirty="0"/>
          </a:p>
          <a:p>
            <a:r>
              <a:rPr lang="en-US" sz="1400" dirty="0"/>
              <a:t>If </a:t>
            </a:r>
            <a:r>
              <a:rPr lang="en-US" sz="1400" dirty="0" err="1"/>
              <a:t>someDistribution</a:t>
            </a:r>
            <a:r>
              <a:rPr lang="en-US" sz="1400" dirty="0"/>
              <a:t> holds the results of your Metropolis walks, you can use..</a:t>
            </a:r>
          </a:p>
          <a:p>
            <a:endParaRPr lang="en-US" sz="1400" dirty="0"/>
          </a:p>
          <a:p>
            <a:r>
              <a:rPr lang="en-US" sz="1400" dirty="0">
                <a:solidFill>
                  <a:srgbClr val="FF0000"/>
                </a:solidFill>
              </a:rPr>
              <a:t>	</a:t>
            </a:r>
            <a:r>
              <a:rPr lang="en-US" sz="1400" dirty="0" err="1">
                <a:solidFill>
                  <a:srgbClr val="FF0000"/>
                </a:solidFill>
              </a:rPr>
              <a:t>myHist</a:t>
            </a:r>
            <a:r>
              <a:rPr lang="en-US" sz="1400" dirty="0">
                <a:solidFill>
                  <a:srgbClr val="FF0000"/>
                </a:solidFill>
              </a:rPr>
              <a:t> &lt;- </a:t>
            </a:r>
            <a:r>
              <a:rPr lang="en-US" sz="1400" dirty="0" err="1">
                <a:solidFill>
                  <a:srgbClr val="FF0000"/>
                </a:solidFill>
              </a:rPr>
              <a:t>hist</a:t>
            </a:r>
            <a:r>
              <a:rPr lang="en-US" sz="1400" dirty="0">
                <a:solidFill>
                  <a:srgbClr val="FF0000"/>
                </a:solidFill>
              </a:rPr>
              <a:t>(</a:t>
            </a:r>
            <a:r>
              <a:rPr lang="en-US" sz="1400" dirty="0" err="1">
                <a:solidFill>
                  <a:srgbClr val="FF0000"/>
                </a:solidFill>
              </a:rPr>
              <a:t>someDistribution,breaks</a:t>
            </a:r>
            <a:r>
              <a:rPr lang="en-US" sz="1400" dirty="0">
                <a:solidFill>
                  <a:srgbClr val="FF0000"/>
                </a:solidFill>
              </a:rPr>
              <a:t>=200,plot=FALSE)</a:t>
            </a:r>
          </a:p>
          <a:p>
            <a:endParaRPr lang="en-US" sz="1400" dirty="0"/>
          </a:p>
          <a:p>
            <a:r>
              <a:rPr lang="en-US" sz="1400" dirty="0"/>
              <a:t>to bin those results and then </a:t>
            </a:r>
            <a:r>
              <a:rPr lang="en-US" sz="1400" dirty="0" err="1"/>
              <a:t>myHist$mids</a:t>
            </a:r>
            <a:r>
              <a:rPr lang="en-US" sz="1400" dirty="0"/>
              <a:t> will hold the values for the x-axis for all your graphs.</a:t>
            </a:r>
          </a:p>
          <a:p>
            <a:endParaRPr lang="en-US" sz="1400" dirty="0"/>
          </a:p>
          <a:p>
            <a:r>
              <a:rPr lang="en-US" sz="1400" dirty="0"/>
              <a:t>Make sure the sum of each curve is equal to 1 when you graph them…</a:t>
            </a:r>
          </a:p>
          <a:p>
            <a:endParaRPr lang="en-US" sz="1400" dirty="0"/>
          </a:p>
          <a:p>
            <a:r>
              <a:rPr lang="en-US" sz="1400" dirty="0"/>
              <a:t>So for the above histogram, you could plot…</a:t>
            </a:r>
          </a:p>
          <a:p>
            <a:endParaRPr lang="en-US" sz="1400" dirty="0"/>
          </a:p>
          <a:p>
            <a:r>
              <a:rPr lang="en-US" sz="1400" dirty="0">
                <a:solidFill>
                  <a:srgbClr val="FF0000"/>
                </a:solidFill>
              </a:rPr>
              <a:t>plot( </a:t>
            </a:r>
            <a:r>
              <a:rPr lang="en-US" sz="1400" dirty="0" err="1">
                <a:solidFill>
                  <a:srgbClr val="FF0000"/>
                </a:solidFill>
              </a:rPr>
              <a:t>myHist$</a:t>
            </a:r>
            <a:r>
              <a:rPr lang="en-US" sz="1400" u="sng" dirty="0" err="1">
                <a:solidFill>
                  <a:srgbClr val="FF0000"/>
                </a:solidFill>
              </a:rPr>
              <a:t>mids</a:t>
            </a:r>
            <a:r>
              <a:rPr lang="en-US" sz="1400" u="sng" dirty="0">
                <a:solidFill>
                  <a:srgbClr val="FF0000"/>
                </a:solidFill>
              </a:rPr>
              <a:t>, </a:t>
            </a:r>
            <a:r>
              <a:rPr lang="en-US" sz="1400" u="sng" dirty="0" err="1">
                <a:solidFill>
                  <a:srgbClr val="FF0000"/>
                </a:solidFill>
              </a:rPr>
              <a:t>myHist$counts</a:t>
            </a:r>
            <a:r>
              <a:rPr lang="en-US" sz="1400" u="sng" dirty="0">
                <a:solidFill>
                  <a:srgbClr val="FF0000"/>
                </a:solidFill>
              </a:rPr>
              <a:t>/length(</a:t>
            </a:r>
            <a:r>
              <a:rPr lang="en-US" sz="1400" dirty="0" err="1">
                <a:solidFill>
                  <a:srgbClr val="FF0000"/>
                </a:solidFill>
              </a:rPr>
              <a:t>someDistribution</a:t>
            </a:r>
            <a:r>
              <a:rPr lang="en-US" sz="1400" u="sng" dirty="0">
                <a:solidFill>
                  <a:srgbClr val="FF0000"/>
                </a:solidFill>
              </a:rPr>
              <a:t>),main=“Plot title here”)</a:t>
            </a:r>
          </a:p>
          <a:p>
            <a:endParaRPr lang="en-US" sz="1400" u="sng" dirty="0">
              <a:solidFill>
                <a:srgbClr val="FF0000"/>
              </a:solidFill>
            </a:endParaRPr>
          </a:p>
          <a:p>
            <a:r>
              <a:rPr lang="en-US" sz="1400" dirty="0"/>
              <a:t>You can add </a:t>
            </a:r>
            <a:r>
              <a:rPr lang="en-US" sz="1400" dirty="0" err="1"/>
              <a:t>ylim</a:t>
            </a:r>
            <a:r>
              <a:rPr lang="en-US" sz="1400" dirty="0"/>
              <a:t>() and </a:t>
            </a:r>
            <a:r>
              <a:rPr lang="en-US" sz="1400" dirty="0" err="1"/>
              <a:t>xlim</a:t>
            </a:r>
            <a:r>
              <a:rPr lang="en-US" sz="1400" dirty="0"/>
              <a:t>() as parameters to zoom in or zoom out as appropriate for that graph</a:t>
            </a:r>
          </a:p>
          <a:p>
            <a:endParaRPr lang="en-US" sz="1400" dirty="0"/>
          </a:p>
          <a:p>
            <a:r>
              <a:rPr lang="en-US" sz="1400" dirty="0"/>
              <a:t>Then to add another distribution (that can be evaluated as a function ranging from 0 to 1) to the same graph:</a:t>
            </a:r>
            <a:endParaRPr lang="en-US" sz="1400" u="sng" dirty="0">
              <a:solidFill>
                <a:srgbClr val="FF0000"/>
              </a:solidFill>
            </a:endParaRPr>
          </a:p>
          <a:p>
            <a:endParaRPr lang="en-US" sz="1400" u="sng" dirty="0">
              <a:solidFill>
                <a:srgbClr val="FF0000"/>
              </a:solidFill>
            </a:endParaRPr>
          </a:p>
          <a:p>
            <a:r>
              <a:rPr lang="en-US" sz="1400" u="sng" dirty="0" err="1">
                <a:solidFill>
                  <a:srgbClr val="FF0000"/>
                </a:solidFill>
              </a:rPr>
              <a:t>aSum</a:t>
            </a:r>
            <a:r>
              <a:rPr lang="en-US" sz="1400" u="sng" dirty="0">
                <a:solidFill>
                  <a:srgbClr val="FF0000"/>
                </a:solidFill>
              </a:rPr>
              <a:t> &lt;- sum(</a:t>
            </a:r>
            <a:r>
              <a:rPr lang="en-US" sz="1400" u="sng" dirty="0" err="1">
                <a:solidFill>
                  <a:srgbClr val="FF0000"/>
                </a:solidFill>
              </a:rPr>
              <a:t>nextDistribution</a:t>
            </a:r>
            <a:r>
              <a:rPr lang="en-US" sz="1400" u="sng" dirty="0">
                <a:solidFill>
                  <a:srgbClr val="FF0000"/>
                </a:solidFill>
              </a:rPr>
              <a:t>(</a:t>
            </a:r>
            <a:r>
              <a:rPr lang="en-US" sz="1400" u="sng" dirty="0" err="1">
                <a:solidFill>
                  <a:srgbClr val="FF0000"/>
                </a:solidFill>
              </a:rPr>
              <a:t>myHist$mids</a:t>
            </a:r>
            <a:r>
              <a:rPr lang="en-US" sz="1400" u="sng" dirty="0">
                <a:solidFill>
                  <a:srgbClr val="FF0000"/>
                </a:solidFill>
              </a:rPr>
              <a:t>))</a:t>
            </a:r>
          </a:p>
          <a:p>
            <a:r>
              <a:rPr lang="en-US" sz="1400" u="sng" dirty="0">
                <a:solidFill>
                  <a:srgbClr val="FF0000"/>
                </a:solidFill>
              </a:rPr>
              <a:t>lines( </a:t>
            </a:r>
            <a:r>
              <a:rPr lang="en-US" sz="1400" u="sng" dirty="0" err="1">
                <a:solidFill>
                  <a:srgbClr val="FF0000"/>
                </a:solidFill>
              </a:rPr>
              <a:t>myHist$mids</a:t>
            </a:r>
            <a:r>
              <a:rPr lang="en-US" sz="1400" u="sng" dirty="0">
                <a:solidFill>
                  <a:srgbClr val="FF0000"/>
                </a:solidFill>
              </a:rPr>
              <a:t>, </a:t>
            </a:r>
            <a:r>
              <a:rPr lang="en-US" sz="1400" u="sng" dirty="0" err="1">
                <a:solidFill>
                  <a:srgbClr val="FF0000"/>
                </a:solidFill>
              </a:rPr>
              <a:t>nextDistribution</a:t>
            </a:r>
            <a:r>
              <a:rPr lang="en-US" sz="1400" u="sng" dirty="0">
                <a:solidFill>
                  <a:srgbClr val="FF0000"/>
                </a:solidFill>
              </a:rPr>
              <a:t>(</a:t>
            </a:r>
            <a:r>
              <a:rPr lang="en-US" sz="1400" u="sng" dirty="0" err="1">
                <a:solidFill>
                  <a:srgbClr val="FF0000"/>
                </a:solidFill>
              </a:rPr>
              <a:t>myHist$mids</a:t>
            </a:r>
            <a:r>
              <a:rPr lang="en-US" sz="1400" u="sng" dirty="0">
                <a:solidFill>
                  <a:srgbClr val="FF0000"/>
                </a:solidFill>
              </a:rPr>
              <a:t>)/</a:t>
            </a:r>
            <a:r>
              <a:rPr lang="en-US" sz="1400" u="sng" dirty="0" err="1">
                <a:solidFill>
                  <a:srgbClr val="FF0000"/>
                </a:solidFill>
              </a:rPr>
              <a:t>aSum,col</a:t>
            </a:r>
            <a:r>
              <a:rPr lang="en-US" sz="1400" u="sng" dirty="0">
                <a:solidFill>
                  <a:srgbClr val="FF0000"/>
                </a:solidFill>
              </a:rPr>
              <a:t>="red") </a:t>
            </a:r>
          </a:p>
          <a:p>
            <a:endParaRPr lang="en-US" sz="1400" u="sng" dirty="0">
              <a:solidFill>
                <a:srgbClr val="FF0000"/>
              </a:solidFill>
            </a:endParaRPr>
          </a:p>
          <a:p>
            <a:endParaRPr lang="en-US" sz="1400" u="sng" dirty="0">
              <a:solidFill>
                <a:srgbClr val="FF0000"/>
              </a:solidFill>
            </a:endParaRPr>
          </a:p>
          <a:p>
            <a:r>
              <a:rPr lang="en-US" sz="1400" u="sng" dirty="0">
                <a:solidFill>
                  <a:srgbClr val="FF0000"/>
                </a:solidFill>
              </a:rPr>
              <a:t>(See </a:t>
            </a:r>
            <a:r>
              <a:rPr lang="en-US" sz="1400" u="sng">
                <a:solidFill>
                  <a:srgbClr val="FF0000"/>
                </a:solidFill>
              </a:rPr>
              <a:t>lecture 8, </a:t>
            </a:r>
            <a:r>
              <a:rPr lang="en-US" sz="1400" u="sng" dirty="0">
                <a:solidFill>
                  <a:srgbClr val="FF0000"/>
                </a:solidFill>
              </a:rPr>
              <a:t>slide 5 for an example of scaling….)</a:t>
            </a:r>
          </a:p>
          <a:p>
            <a:endParaRPr lang="en-US" sz="1400" u="sng" dirty="0">
              <a:solidFill>
                <a:srgbClr val="FF0000"/>
              </a:solidFill>
            </a:endParaRPr>
          </a:p>
          <a:p>
            <a:endParaRPr lang="en-US" sz="1400" u="sng" dirty="0">
              <a:solidFill>
                <a:srgbClr val="FF0000"/>
              </a:solidFill>
            </a:endParaRPr>
          </a:p>
          <a:p>
            <a:endParaRPr lang="en-US" sz="1400" u="sng" dirty="0">
              <a:solidFill>
                <a:srgbClr val="FF0000"/>
              </a:solidFill>
            </a:endParaRPr>
          </a:p>
          <a:p>
            <a:endParaRPr lang="en-US" sz="1400" u="sng" dirty="0">
              <a:solidFill>
                <a:srgbClr val="FF0000"/>
              </a:solidFill>
            </a:endParaRPr>
          </a:p>
          <a:p>
            <a:endParaRPr lang="en-US" sz="1400" u="sng" dirty="0">
              <a:solidFill>
                <a:srgbClr val="FF0000"/>
              </a:solidFill>
            </a:endParaRPr>
          </a:p>
          <a:p>
            <a:endParaRPr lang="en-US" sz="1400" u="sng" dirty="0">
              <a:solidFill>
                <a:srgbClr val="FF0000"/>
              </a:solidFill>
            </a:endParaRPr>
          </a:p>
          <a:p>
            <a:endParaRPr lang="en-US" sz="1400" dirty="0">
              <a:solidFill>
                <a:srgbClr val="FF0000"/>
              </a:solidFill>
            </a:endParaRPr>
          </a:p>
        </p:txBody>
      </p:sp>
    </p:spTree>
    <p:extLst>
      <p:ext uri="{BB962C8B-B14F-4D97-AF65-F5344CB8AC3E}">
        <p14:creationId xmlns:p14="http://schemas.microsoft.com/office/powerpoint/2010/main" val="239194843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647</TotalTime>
  <Words>527</Words>
  <Application>Microsoft Office PowerPoint</Application>
  <PresentationFormat>On-screen Show (4:3)</PresentationFormat>
  <Paragraphs>56</Paragraphs>
  <Slides>3</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Anthony</dc:creator>
  <cp:lastModifiedBy>Flemister, Abeoseh</cp:lastModifiedBy>
  <cp:revision>64</cp:revision>
  <dcterms:created xsi:type="dcterms:W3CDTF">2006-08-16T00:00:00Z</dcterms:created>
  <dcterms:modified xsi:type="dcterms:W3CDTF">2026-02-12T16:09:28Z</dcterms:modified>
</cp:coreProperties>
</file>