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8" r:id="rId3"/>
    <p:sldId id="260"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1" d="100"/>
          <a:sy n="51" d="100"/>
        </p:scale>
        <p:origin x="40" y="3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8:18.661"/>
    </inkml:context>
    <inkml:brush xml:id="br0">
      <inkml:brushProperty name="width" value="0.025" units="cm"/>
      <inkml:brushProperty name="height" value="0.025" units="cm"/>
    </inkml:brush>
  </inkml:definitions>
  <inkml:trace contextRef="#ctx0" brushRef="#br0">40 18 1736 0 0,'-2'-1'6802'0'0,"-6"-3"-6114"0"0,1 3-392 0 0,3-3 24 0 0,-1 3-432 0 0,0 1 176 0 0,1 0-24 0 0,3-2-32 0 0,-2 2-160 0 0,3-2-448 0 0,0 1 344 0 0,3-1-3873 0 0,2 2 2793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4.320"/>
    </inkml:context>
    <inkml:brush xml:id="br0">
      <inkml:brushProperty name="width" value="0.035" units="cm"/>
      <inkml:brushProperty name="height" value="0.035" units="cm"/>
    </inkml:brush>
  </inkml:definitions>
  <inkml:trace contextRef="#ctx0" brushRef="#br0">444 120 512 0 0,'-2'-3'240'0'0,"1"1"1"0"0,0-1-1 0 0,-1 1 1 0 0,1-1-1 0 0,-1 1 0 0 0,0 0 1 0 0,0-1-1 0 0,0 1 0 0 0,0 0 1 0 0,0 0-1 0 0,0 0 0 0 0,-1 1 1 0 0,1-1-1 0 0,0 1 1 0 0,-1-1-1 0 0,0 1 0 0 0,1 0 1 0 0,-1 0-1 0 0,0 0 0 0 0,1 0 1 0 0,-1 0-1 0 0,0 1 0 0 0,0-1 1 0 0,0 1-1 0 0,0 0 0 0 0,0-1 1 0 0,0 1-1 0 0,0 1 1 0 0,1-1-1 0 0,-1 0 0 0 0,-4 2 1 0 0,-2 0-98 0 0,1 0 1 0 0,0 1 0 0 0,-1 0-1 0 0,1 0 1 0 0,1 1 0 0 0,-1 0 0 0 0,0 0-1 0 0,1 1 1 0 0,-9 7 0 0 0,-101 106 2074 0 0,73-71-1558 0 0,35-38-580 0 0,-12 12 425 0 0,1 2 0 0 0,-30 43 0 0 0,48-63-477 0 0,0 1 1 0 0,0 0 0 0 0,0 0 0 0 0,1 0-1 0 0,0 0 1 0 0,0 0 0 0 0,0 0-1 0 0,0 0 1 0 0,0 0 0 0 0,1 0 0 0 0,0 7-1 0 0,0-10-27 0 0,0 0 0 0 0,0 1 0 0 0,1-1 0 0 0,-1 0 0 0 0,0 0 0 0 0,1 0 0 0 0,-1 1 0 0 0,1-1 0 0 0,-1 0 0 0 0,1 0 0 0 0,0 0 0 0 0,-1 0-1 0 0,1 0 1 0 0,0 0 0 0 0,0 0 0 0 0,0 0 0 0 0,0 0 0 0 0,0 0 0 0 0,0 0 0 0 0,0-1 0 0 0,0 1 0 0 0,0 0 0 0 0,0-1 0 0 0,0 1 0 0 0,0-1 0 0 0,0 1 0 0 0,1-1 0 0 0,-1 1 0 0 0,0-1-1 0 0,0 0 1 0 0,1 0 0 0 0,-1 0 0 0 0,0 1 0 0 0,1-1 0 0 0,-1-1 0 0 0,0 1 0 0 0,0 0 0 0 0,1 0 0 0 0,-1 0 0 0 0,0-1 0 0 0,2 1 0 0 0,6-3 4 0 0,0 1 1 0 0,0-1 0 0 0,0-1-1 0 0,0 1 1 0 0,0-1-1 0 0,-1-1 1 0 0,14-9 0 0 0,52-44-46 0 0,32-33-51 0 0,165-107 1 0 0,-236 175 95 0 0,44-26-46 0 0,-70 44 41 0 0,0 0-1 0 0,1 1 1 0 0,0 1-1 0 0,-1-1 1 0 0,1 2-1 0 0,17-4 1 0 0,-25 6 2 0 0,0 0 0 0 0,0-1 0 0 0,0 1 0 0 0,0 0 0 0 0,0 0 0 0 0,0 0 0 0 0,0 1 0 0 0,0-1 0 0 0,0 0 0 0 0,0 1 0 0 0,-1-1 0 0 0,1 1 0 0 0,0-1-1 0 0,0 1 1 0 0,0 0 0 0 0,-1 0 0 0 0,1 0 0 0 0,0 0 0 0 0,2 2 0 0 0,-3-1 3 0 0,0 0 1 0 0,0-1-1 0 0,0 1 0 0 0,0 0 0 0 0,0-1 1 0 0,-1 1-1 0 0,1 0 0 0 0,-1 0 0 0 0,1-1 1 0 0,-1 1-1 0 0,0 0 0 0 0,1 0 0 0 0,-1 0 1 0 0,0 0-1 0 0,0 0 0 0 0,-1 2 0 0 0,-1 8 13 0 0,0-1 1 0 0,-2 1-1 0 0,1-1 0 0 0,-10 21 0 0 0,-1-1 108 0 0,-2-1 0 0 0,0 0 0 0 0,-2-1 0 0 0,-1-1 0 0 0,-2-1 0 0 0,0 0 0 0 0,-2-2 1 0 0,-31 28-1 0 0,39-37 238 0 0,14-16-344 0 0,1 0-1 0 0,-1 1 1 0 0,1-1 0 0 0,-1 0 0 0 0,1 1 0 0 0,0-1-1 0 0,-1 1 1 0 0,1-1 0 0 0,-1 1 0 0 0,1-1 0 0 0,0 1 0 0 0,-1-1-1 0 0,1 1 1 0 0,0-1 0 0 0,0 1 0 0 0,0-1 0 0 0,-1 1-1 0 0,1 0 1 0 0,0-1 0 0 0,0 1 0 0 0,0-1 0 0 0,0 1-1 0 0,0 0 1 0 0,0-1 0 0 0,0 1 0 0 0,0-1 0 0 0,0 2 0 0 0,2-2 7 0 0,0-1 1 0 0,1 1 0 0 0,-1-1-1 0 0,0 0 1 0 0,0 0 0 0 0,0 1-1 0 0,0-1 1 0 0,0 0 0 0 0,-1-1-1 0 0,3-1 1 0 0,3-1-15 0 0,19-10 0 0 0,-1-2-1 0 0,0 0 1 0 0,-2-2 0 0 0,32-29 0 0 0,33-26-66 0 0,-35 34 16 0 0,-12 8 14 0 0,50-28 1 0 0,-78 51 15 0 0,0 2-1 0 0,0 0 1 0 0,0 0 0 0 0,0 1-1 0 0,1 1 1 0 0,0 1-1 0 0,0-1 1 0 0,26-1 0 0 0,-35 5 4 0 0,0 0 1 0 0,0 0 0 0 0,0 1 0 0 0,0-1-1 0 0,0 1 1 0 0,0 0 0 0 0,0 1 0 0 0,-1-1 0 0 0,1 1-1 0 0,0 0 1 0 0,-1 0 0 0 0,1 1 0 0 0,-1-1 0 0 0,0 1-1 0 0,0 0 1 0 0,0 0 0 0 0,0 0 0 0 0,6 7-1 0 0,0 3 40 0 0,0 1 0 0 0,0 0-1 0 0,-2 0 1 0 0,10 20-1 0 0,-10-17 2 0 0,1-1 0 0 0,19 27 0 0 0,-26-40-118 0 0,1-1 0 0 0,0 1-1 0 0,0 0 1 0 0,0-1 0 0 0,0 0-1 0 0,1 1 1 0 0,-1-1 0 0 0,1-1-1 0 0,-1 1 1 0 0,1 0 0 0 0,-1-1-1 0 0,1 0 1 0 0,0 0 0 0 0,0 0-1 0 0,5 1 1 0 0,-5-2-647 0 0,-1 0 0 0 0,0 0 0 0 0,0 0 0 0 0,1 0 0 0 0,-1-1 0 0 0,0 1 0 0 0,0-1 0 0 0,0 0 0 0 0,1 1 0 0 0,-1-2 0 0 0,5-2 0 0 0,-1 0-957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4.858"/>
    </inkml:context>
    <inkml:brush xml:id="br0">
      <inkml:brushProperty name="width" value="0.035" units="cm"/>
      <inkml:brushProperty name="height" value="0.035" units="cm"/>
    </inkml:brush>
  </inkml:definitions>
  <inkml:trace contextRef="#ctx0" brushRef="#br0">263 50 128 0 0,'-3'-4'258'0'0,"1"0"0"0"0,-1 1 0 0 0,0-1 0 0 0,0 1 0 0 0,0 0 0 0 0,-1 0 0 0 0,1 0 0 0 0,-1 0 0 0 0,1 1 0 0 0,-1-1 0 0 0,0 1 0 0 0,0 0 0 0 0,0 0 0 0 0,-1 0 0 0 0,1 1 0 0 0,0-1 0 0 0,-1 1 0 0 0,1 0 0 0 0,0 1 0 0 0,-1-1 0 0 0,1 1 0 0 0,-6 0 0 0 0,-5-1 616 0 0,-1 1 0 0 0,0 1-1 0 0,0 1 1 0 0,0 0 0 0 0,-16 5 0 0 0,26-6-699 0 0,4 0-65 0 0,0-1-1 0 0,1 0 0 0 0,-1 1 0 0 0,0-1 0 0 0,0 1 0 0 0,1 0 1 0 0,-1-1-1 0 0,0 1 0 0 0,1 0 0 0 0,-3 2 0 0 0,4-3-83 0 0,0 1 0 0 0,-1 0 0 0 0,1 0 0 0 0,0-1 0 0 0,0 1 0 0 0,0 0 0 0 0,0 0 0 0 0,0-1 0 0 0,0 1 0 0 0,0 0 0 0 0,0 0 0 0 0,0-1 0 0 0,0 1 0 0 0,0 0 0 0 0,0 0 0 0 0,1-1 0 0 0,-1 1 0 0 0,0 0 0 0 0,1 0 0 0 0,-1-1 0 0 0,0 1 0 0 0,1 0 0 0 0,-1-1 0 0 0,1 1 0 0 0,-1-1 0 0 0,1 1 1 0 0,-1 0-1 0 0,1-1 0 0 0,0 1 0 0 0,45 50 919 0 0,-35-40-785 0 0,0 1 0 0 0,-1-1 0 0 0,0 1-1 0 0,-1 1 1 0 0,0 0 0 0 0,11 23 0 0 0,-19-35-139 0 0,-1 0-1 0 0,1 0 1 0 0,-1 0-1 0 0,1 0 1 0 0,-1 0 0 0 0,1 1-1 0 0,-1-1 1 0 0,0 0-1 0 0,0 0 1 0 0,1 1-1 0 0,-1-1 1 0 0,0 0 0 0 0,0 0-1 0 0,0 1 1 0 0,-1-1-1 0 0,1 0 1 0 0,0 0 0 0 0,0 1-1 0 0,-1-1 1 0 0,1 0-1 0 0,0 0 1 0 0,-1 0 0 0 0,1 1-1 0 0,-1-1 1 0 0,0 0-1 0 0,1 0 1 0 0,-1 0 0 0 0,0 0-1 0 0,0 0 1 0 0,0 0-1 0 0,1 0 1 0 0,-1 0-1 0 0,0-1 1 0 0,0 1 0 0 0,0 0-1 0 0,0-1 1 0 0,-1 1-1 0 0,1 0 1 0 0,0-1 0 0 0,0 1-1 0 0,0-1 1 0 0,0 1-1 0 0,-1-1 1 0 0,1 0 0 0 0,0 0-1 0 0,0 0 1 0 0,-1 1-1 0 0,1-1 1 0 0,-3-1 0 0 0,-3 2 0 0 0,0-1 0 0 0,-1 0 1 0 0,1-1-1 0 0,0 0 0 0 0,0 0 1 0 0,0-1-1 0 0,-11-3 0 0 0,14 4-43 0 0,1 0 0 0 0,-1-1 0 0 0,1 2-1 0 0,-1-1 1 0 0,0 0 0 0 0,1 1 0 0 0,-1-1 0 0 0,0 1-1 0 0,0 0 1 0 0,1 1 0 0 0,-1-1 0 0 0,0 0 0 0 0,1 1-1 0 0,-1 0 1 0 0,0 0 0 0 0,-6 3 0 0 0,11-4-30 0 0,-1 0 1 0 0,0 0-1 0 0,0 0 0 0 0,0 0 1 0 0,1 0-1 0 0,-1 0 0 0 0,0 0 1 0 0,0 0-1 0 0,0 0 1 0 0,0 0-1 0 0,1 0 0 0 0,-1 0 1 0 0,0 0-1 0 0,0 1 0 0 0,0-1 1 0 0,0 0-1 0 0,1 0 0 0 0,-1 0 1 0 0,0 0-1 0 0,0 0 1 0 0,0 1-1 0 0,0-1 0 0 0,0 0 1 0 0,0 0-1 0 0,1 0 0 0 0,-1 0 1 0 0,0 1-1 0 0,0-1 1 0 0,0 0-1 0 0,0 0 0 0 0,0 0 1 0 0,0 1-1 0 0,0-1 0 0 0,0 0 1 0 0,0 0-1 0 0,0 0 0 0 0,0 1 1 0 0,0-1-1 0 0,0 0 1 0 0,0 0-1 0 0,0 0 0 0 0,0 1 1 0 0,0-1-1 0 0,0 0 0 0 0,0 0 1 0 0,0 0-1 0 0,0 0 1 0 0,-1 1-1 0 0,1-1 0 0 0,0 0 1 0 0,0 0-1 0 0,0 0 0 0 0,0 0 1 0 0,0 1-1 0 0,0-1 0 0 0,-1 0 1 0 0,1 0-1 0 0,19 1-2568 0 0,-13-3 1776 0 0,1 0 0 0 0,-1 0-1 0 0,0-1 1 0 0,0 0 0 0 0,11-6-1 0 0,-5 2-393 0 0,7-4-880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5.159"/>
    </inkml:context>
    <inkml:brush xml:id="br0">
      <inkml:brushProperty name="width" value="0.035" units="cm"/>
      <inkml:brushProperty name="height" value="0.035" units="cm"/>
    </inkml:brush>
  </inkml:definitions>
  <inkml:trace contextRef="#ctx0" brushRef="#br0">142 13 8 0 0,'-17'4'3107'0'0,"10"-1"-2493"0"0,0 1-1 0 0,0-1 1 0 0,0 2-1 0 0,1-1 1 0 0,-1 1-1 0 0,1 0 1 0 0,0 0-1 0 0,-9 11 1 0 0,7-6 215 0 0,0 0 1 0 0,0 1 0 0 0,1-1 0 0 0,-11 21-1 0 0,17-29-740 0 0,0 0-1 0 0,0 1 0 0 0,0-1 0 0 0,0 0 1 0 0,1 1-1 0 0,-1-1 0 0 0,0 1 0 0 0,1-1 0 0 0,0 1 1 0 0,0-1-1 0 0,-1 1 0 0 0,2-1 0 0 0,-1 1 1 0 0,0-1-1 0 0,0 1 0 0 0,1-1 0 0 0,-1 1 0 0 0,1-1 1 0 0,0 0-1 0 0,1 4 0 0 0,-1-5-58 0 0,1 1 0 0 0,-1-1 1 0 0,0 1-1 0 0,1-1 0 0 0,0 0 0 0 0,-1 0 0 0 0,1 1 0 0 0,0-1 0 0 0,-1 0 1 0 0,1-1-1 0 0,0 1 0 0 0,0 0 0 0 0,0 0 0 0 0,0-1 0 0 0,0 1 0 0 0,0-1 1 0 0,0 0-1 0 0,0 1 0 0 0,0-1 0 0 0,0 0 0 0 0,0 0 0 0 0,0 0 1 0 0,0-1-1 0 0,0 1 0 0 0,3-1 0 0 0,6-1-7 0 0,0-1 1 0 0,0-1-1 0 0,0 1 0 0 0,0-2 1 0 0,0 1-1 0 0,-1-2 0 0 0,0 1 1 0 0,18-14-1 0 0,4-6-56 0 0,32-33 0 0 0,-57 52 26 0 0,60-63 62 0 0,-72 74 15 0 0,0 0 0 0 0,1 1-1 0 0,0-1 1 0 0,0 1 0 0 0,1 0 0 0 0,-1 0-1 0 0,1 0 1 0 0,1 0 0 0 0,-1 0 0 0 0,1 1-1 0 0,-3 11 1 0 0,5-15-73 0 0,-1 1 1 0 0,1-1-1 0 0,0 0 0 0 0,0 1 1 0 0,0-1-1 0 0,0 0 0 0 0,1 1 0 0 0,-1-1 1 0 0,1 0-1 0 0,0 0 0 0 0,0 0 1 0 0,0 0-1 0 0,1 0 0 0 0,-1 0 1 0 0,1 0-1 0 0,-1 0 0 0 0,1 0 0 0 0,0 0 1 0 0,0-1-1 0 0,0 1 0 0 0,0-1 1 0 0,1 0-1 0 0,-1 1 0 0 0,1-1 1 0 0,-1 0-1 0 0,1 0 0 0 0,0-1 1 0 0,3 3-1 0 0,-1-2-520 0 0,1 1 0 0 0,-1-1-1 0 0,0-1 1 0 0,0 1 0 0 0,1-1 0 0 0,-1 0 0 0 0,1 0 0 0 0,-1 0 0 0 0,1-1 0 0 0,-1 1 0 0 0,8-2-1 0 0,0-2-1601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5.560"/>
    </inkml:context>
    <inkml:brush xml:id="br0">
      <inkml:brushProperty name="width" value="0.035" units="cm"/>
      <inkml:brushProperty name="height" value="0.035" units="cm"/>
    </inkml:brush>
  </inkml:definitions>
  <inkml:trace contextRef="#ctx0" brushRef="#br0">120 5 1304 0 0,'-1'0'292'0'0,"-1"-1"0"0"0,1 0-1 0 0,-1 1 1 0 0,1-1 0 0 0,-1 1-1 0 0,1-1 1 0 0,-1 1 0 0 0,0 0-1 0 0,1 0 1 0 0,-1 0 0 0 0,0 0-1 0 0,1 0 1 0 0,-1 0 0 0 0,0 0 0 0 0,1 0-1 0 0,-1 1 1 0 0,1-1 0 0 0,-1 1-1 0 0,-2 0 1 0 0,1 1-87 0 0,0 0 0 0 0,0 0 1 0 0,1 0-1 0 0,-1 0 0 0 0,1 0 0 0 0,0 0 1 0 0,-1 0-1 0 0,1 1 0 0 0,-3 4 0 0 0,0 2 266 0 0,0 0 0 0 0,0 1 0 0 0,1-1 0 0 0,0 1 0 0 0,-3 13 0 0 0,-1 7 424 0 0,1 0 0 0 0,2 1 0 0 0,-2 51 1 0 0,7-82-883 0 0,0 1 1 0 0,0-1-1 0 0,0 0 0 0 0,0 0 1 0 0,0 1-1 0 0,0-1 1 0 0,0 0-1 0 0,0 0 1 0 0,0 1-1 0 0,0-1 0 0 0,0 0 1 0 0,0 0-1 0 0,0 1 1 0 0,0-1-1 0 0,0 0 1 0 0,0 0-1 0 0,0 1 0 0 0,0-1 1 0 0,1 0-1 0 0,-1 0 1 0 0,0 1-1 0 0,0-1 1 0 0,0 0-1 0 0,0 0 0 0 0,1 1 1 0 0,-1-1-1 0 0,0 0 1 0 0,0 0-1 0 0,0 0 1 0 0,1 0-1 0 0,-1 1 0 0 0,0-1 1 0 0,0 0-1 0 0,1 0 1 0 0,-1 0-1 0 0,0 0 1 0 0,0 0-1 0 0,1 0 0 0 0,-1 0 1 0 0,12-6 211 0 0,15-23-251 0 0,-22 23 2 0 0,10-10 37 0 0,0 1 0 0 0,1 1 1 0 0,0 0-1 0 0,25-16 0 0 0,-34 27-16 0 0,0-1 0 0 0,-1 1 0 0 0,2-1 0 0 0,-1 2 0 0 0,0-1 0 0 0,14-2 0 0 0,-16 5 11 0 0,-1-1 0 0 0,0 1 0 0 0,1 0 0 0 0,-1 0-1 0 0,0 0 1 0 0,1 1 0 0 0,-1 0 0 0 0,0 0 0 0 0,1 0-1 0 0,-1 0 1 0 0,0 0 0 0 0,0 1 0 0 0,4 2 0 0 0,-5-2-2 0 0,-1 0 1 0 0,1 0 0 0 0,-1 0 0 0 0,1 0 0 0 0,-1 0 0 0 0,0 1 0 0 0,0-1 0 0 0,0 1 0 0 0,0 0 0 0 0,0-1 0 0 0,-1 1 0 0 0,1 0 0 0 0,-1 0 0 0 0,1 0 0 0 0,-1 0 0 0 0,0 0 0 0 0,-1 1 0 0 0,1-1 0 0 0,0 0 0 0 0,-1 0 0 0 0,0 0 0 0 0,0 1 0 0 0,0-1 0 0 0,0 0 0 0 0,0 1 0 0 0,-2 4 0 0 0,1 0 68 0 0,-1-1 1 0 0,1 0-1 0 0,-1 0 0 0 0,-1 0 1 0 0,0 0-1 0 0,0 0 1 0 0,0 0-1 0 0,0-1 0 0 0,-1 0 1 0 0,-9 11-1 0 0,9-12-37 0 0,0-2 1 0 0,-1 1-1 0 0,0 0 0 0 0,0-1 0 0 0,0 0 0 0 0,0 0 1 0 0,0 0-1 0 0,-1-1 0 0 0,1 0 0 0 0,-1 0 1 0 0,0 0-1 0 0,1-1 0 0 0,-1 1 0 0 0,0-1 0 0 0,-11 0 1 0 0,-5-1-129 0 0,0 0 1 0 0,-39-7 0 0 0,61 7 84 0 0,-7-2-1891 0 0,10 0 19 0 0,16-2-1747 0 0,-5 2 975 0 0,-3-2 1348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6.112"/>
    </inkml:context>
    <inkml:brush xml:id="br0">
      <inkml:brushProperty name="width" value="0.035" units="cm"/>
      <inkml:brushProperty name="height" value="0.035" units="cm"/>
    </inkml:brush>
  </inkml:definitions>
  <inkml:trace contextRef="#ctx0" brushRef="#br0">50 78 408 0 0,'1'-19'3330'0'0,"-2"34"2218"0"0,-1 2-4801 0 0,0 0-1 0 0,0 0 1 0 0,-2 0 0 0 0,0-1-1 0 0,-7 18 1 0 0,4-14 78 0 0,1 1 1 0 0,-5 33-1 0 0,10-42-271 0 0,6-26-221 0 0,3-10-268 0 0,10-9-69 0 0,44-60 0 0 0,-52 80-11 0 0,1 1 0 0 0,0 0 0 0 0,0 1 1 0 0,1 0-1 0 0,0 1 0 0 0,1 1 0 0 0,19-11 1 0 0,-31 18 13 0 0,1 1 1 0 0,-1 1 0 0 0,1-1 0 0 0,-1 0 0 0 0,1 0-1 0 0,0 0 1 0 0,-1 1 0 0 0,1-1 0 0 0,0 1 0 0 0,-1 0 0 0 0,1-1-1 0 0,0 1 1 0 0,0 0 0 0 0,0 0 0 0 0,-1 0 0 0 0,1 0-1 0 0,0 0 1 0 0,0 0 0 0 0,-1 1 0 0 0,1-1 0 0 0,0 1-1 0 0,0-1 1 0 0,2 2 0 0 0,-3 0 2 0 0,1-1 1 0 0,-1 1-1 0 0,0-1 0 0 0,0 1 0 0 0,0 0 1 0 0,0-1-1 0 0,0 1 0 0 0,0 0 0 0 0,-1 0 1 0 0,1 0-1 0 0,0 0 0 0 0,-1 0 0 0 0,0 0 1 0 0,1 0-1 0 0,-1 0 0 0 0,0 0 0 0 0,0 0 1 0 0,0 0-1 0 0,0 0 0 0 0,-1 3 0 0 0,-18 94 857 0 0,17-54-215 0 0,24-76-350 0 0,-12 11-325 0 0,0 1 0 0 0,2 0 0 0 0,1 0 0 0 0,0 1 0 0 0,16-17 0 0 0,-27 33 40 0 0,32-33-22 0 0,-32 33 10 0 0,0 0 1 0 0,0 0-1 0 0,1 0 0 0 0,-1 0 0 0 0,1 1 1 0 0,-1-1-1 0 0,1 1 0 0 0,-1 0 0 0 0,1 0 1 0 0,0 0-1 0 0,0 0 0 0 0,-1 0 0 0 0,7 0 1 0 0,-9 1 3 0 0,1 0 0 0 0,-1 0 0 0 0,1 1-1 0 0,-1-1 1 0 0,0 0 0 0 0,1 0 0 0 0,-1 0 0 0 0,1 1 0 0 0,-1-1 0 0 0,1 0 0 0 0,-1 0 0 0 0,0 1 0 0 0,1-1 0 0 0,-1 0 0 0 0,0 1 0 0 0,1-1 0 0 0,-1 1 0 0 0,0-1 0 0 0,1 0 0 0 0,-1 1 0 0 0,0-1 0 0 0,0 1 0 0 0,1-1 0 0 0,-1 1-1 0 0,0-1 1 0 0,0 1 0 0 0,0-1 0 0 0,0 0 0 0 0,0 1 0 0 0,0-1 0 0 0,0 1 0 0 0,0-1 0 0 0,0 1 0 0 0,0-1 0 0 0,0 1 0 0 0,0-1 0 0 0,0 1 0 0 0,0 0 0 0 0,-5 23 108 0 0,4-20-114 0 0,-8 33 117 0 0,3-18-93 0 0,2 1 1 0 0,0-1-1 0 0,-2 37 0 0 0,6-55-86 0 0,0-1 0 0 0,0 1-1 0 0,0-1 1 0 0,-1 1 0 0 0,1-1-1 0 0,0 1 1 0 0,0-1 0 0 0,0 1-1 0 0,0-1 1 0 0,0 1-1 0 0,0-1 1 0 0,1 1 0 0 0,-1-1-1 0 0,0 0 1 0 0,0 1 0 0 0,0-1-1 0 0,0 1 1 0 0,1-1 0 0 0,-1 1-1 0 0,0-1 1 0 0,0 1 0 0 0,1-1-1 0 0,-1 0 1 0 0,0 1 0 0 0,0-1-1 0 0,1 0 1 0 0,-1 1-1 0 0,1-1 1 0 0,-1 0 0 0 0,0 1-1 0 0,1-1 1 0 0,-1 0 0 0 0,1 0-1 0 0,-1 1 1 0 0,1-1 0 0 0,-1 0-1 0 0,0 0 1 0 0,1 0 0 0 0,-1 0-1 0 0,1 0 1 0 0,-1 0-1 0 0,1 0 1 0 0,-1 0 0 0 0,1 0-1 0 0,-1 0 1 0 0,1 0 0 0 0,-1 0-1 0 0,1 0 1 0 0,-1 0 0 0 0,1 0-1 0 0,-1 0 1 0 0,1 0 0 0 0,-1 0-1 0 0,1-1 1 0 0,-1 1-1 0 0,3-2-767 0 0,0 1 0 0 0,0-1-1 0 0,-1 1 1 0 0,1-1-1 0 0,-1 0 1 0 0,1 0-1 0 0,2-3 1 0 0,2-3-1598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6.285"/>
    </inkml:context>
    <inkml:brush xml:id="br0">
      <inkml:brushProperty name="width" value="0.035" units="cm"/>
      <inkml:brushProperty name="height" value="0.035" units="cm"/>
    </inkml:brush>
  </inkml:definitions>
  <inkml:trace contextRef="#ctx0" brushRef="#br0">105 1 472 0 0,'-16'11'5998'0'0,"-7"5"-4905"0"0,18-10-568 0 0,-1 0 0 0 0,1 0-1 0 0,1 1 1 0 0,-1-1 0 0 0,1 1 0 0 0,0 0-1 0 0,1 0 1 0 0,-6 14 0 0 0,3-1-336 0 0,1 0 0 0 0,-4 24 0 0 0,9-44-214 0 0,0 0 0 0 0,0 0 0 0 0,-1 1-1 0 0,1-1 1 0 0,0 0 0 0 0,0 1 0 0 0,0-1-1 0 0,0 0 1 0 0,0 1 0 0 0,0-1-1 0 0,0 0 1 0 0,0 1 0 0 0,0-1 0 0 0,0 0-1 0 0,0 1 1 0 0,0-1 0 0 0,0 0 0 0 0,0 1-1 0 0,1-1 1 0 0,-1 0 0 0 0,0 0-1 0 0,0 1 1 0 0,0-1 0 0 0,0 0 0 0 0,1 1-1 0 0,-1-1 1 0 0,0 0 0 0 0,0 0 0 0 0,0 1-1 0 0,1-1 1 0 0,-1 0 0 0 0,0 0-1 0 0,1 1 1 0 0,10-5-1910 0 0,12-14-2647 0 0,-13 9 3426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6.475"/>
    </inkml:context>
    <inkml:brush xml:id="br0">
      <inkml:brushProperty name="width" value="0.035" units="cm"/>
      <inkml:brushProperty name="height" value="0.035" units="cm"/>
    </inkml:brush>
  </inkml:definitions>
  <inkml:trace contextRef="#ctx0" brushRef="#br0">112 1 440 0 0,'-3'0'430'0'0,"1"1"1"0"0,-1-1-1 0 0,1 1 0 0 0,0 0 1 0 0,-1 0-1 0 0,1 0 0 0 0,0 1 0 0 0,-1-1 1 0 0,1 1-1 0 0,0-1 0 0 0,0 1 1 0 0,0 0-1 0 0,0-1 0 0 0,1 1 1 0 0,-4 4-1 0 0,-22 32 2721 0 0,22-29-2834 0 0,1 0 0 0 0,0 0 0 0 0,0 1 0 0 0,0 0 1 0 0,2 0-1 0 0,-1 0 0 0 0,1 0 0 0 0,-1 16 1 0 0,2-1 455 0 0,1 0 1 0 0,5 33-1 0 0,-4-33-4630 0 0,-1-25 3773 0 0,0 1 0 0 0,0-1 0 0 0,0 0 0 0 0,0 1 0 0 0,-1-1-1 0 0,1 0 1 0 0,0 1 0 0 0,0-1 0 0 0,0 0 0 0 0,0 1 0 0 0,0-1 0 0 0,0 0 0 0 0,-1 0-1 0 0,1 1 1 0 0,0-1 0 0 0,0 0 0 0 0,0 1 0 0 0,-1-1 0 0 0,1 0 0 0 0,0 0 0 0 0,0 0 0 0 0,-1 1-1 0 0,1-1 1 0 0,0 0 0 0 0,-1 0 0 0 0,1 0 0 0 0,0 0 0 0 0,-1 1 0 0 0,1-1 0 0 0,0 0-1 0 0,-1 0 1 0 0,1 0 0 0 0,0 0 0 0 0,-1 0 0 0 0,1 0 0 0 0,0 0 0 0 0,-1 0 0 0 0,1 0-1 0 0,0 0 1 0 0,-1 0 0 0 0,1 0 0 0 0,0 0 0 0 0,-1 0 0 0 0,1 0 0 0 0,0-1 0 0 0,-1 1 0 0 0,1 0-1 0 0,0 0 1 0 0,0 0 0 0 0,-1 0 0 0 0,1-1 0 0 0,0 1 0 0 0,-1 0 0 0 0,1 0 0 0 0,0 0-1 0 0,0-1 1 0 0,0 1 0 0 0,-1 0 0 0 0,1-1 0 0 0,0 1 0 0 0,0-1 0 0 0,-5-2-2662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6.601"/>
    </inkml:context>
    <inkml:brush xml:id="br0">
      <inkml:brushProperty name="width" value="0.035" units="cm"/>
      <inkml:brushProperty name="height" value="0.035" units="cm"/>
    </inkml:brush>
  </inkml:definitions>
  <inkml:trace contextRef="#ctx0" brushRef="#br0">1 66 680 0 0,'-1'-12'1870'0'0,"3"-2"1463"0"0,15 4-1860 0 0,2 3-1446 0 0,1 2-1 0 0,0 0 1 0 0,0 2 0 0 0,0 0-1 0 0,37 0 1 0 0,-24 1-1788 0 0,-22 0 71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7.985"/>
    </inkml:context>
    <inkml:brush xml:id="br0">
      <inkml:brushProperty name="width" value="0.035" units="cm"/>
      <inkml:brushProperty name="height" value="0.035" units="cm"/>
    </inkml:brush>
  </inkml:definitions>
  <inkml:trace contextRef="#ctx0" brushRef="#br0">158 97 8 0 0,'2'-19'163'0'0,"-2"11"57"0"0,1 1 1 0 0,0-1 0 0 0,1 1-1 0 0,-1-1 1 0 0,1 1 0 0 0,1-1-1 0 0,-1 1 1 0 0,7-10-1 0 0,-62 102 8046 0 0,-18 56-5792 0 0,60-111-2116 0 0,1 0 1 0 0,2 0-1 0 0,-7 56 0 0 0,3-19-225 0 0,13-54-1118 0 0,0-13 845 0 0,-1 0 1 0 0,0 1 0 0 0,0-1 0 0 0,0 0 0 0 0,0 0-1 0 0,1 0 1 0 0,-1 0 0 0 0,0 1 0 0 0,0-1-1 0 0,0 0 1 0 0,1 0 0 0 0,-1 0 0 0 0,0 0 0 0 0,0 0-1 0 0,0 0 1 0 0,1 0 0 0 0,-1 0 0 0 0,0 1 0 0 0,0-1-1 0 0,1 0 1 0 0,-1 0 0 0 0,0 0 0 0 0,0 0-1 0 0,1 0 1 0 0,-1 0 0 0 0,0-1 0 0 0,0 1 0 0 0,1 0-1 0 0,-1 0 1 0 0,0 0 0 0 0,0 0 0 0 0,1 0-1 0 0,-1 0 1 0 0,0 0 0 0 0,0 0 0 0 0,0 0 0 0 0,1-1-1 0 0,-1 1 1 0 0,0 0 0 0 0,0 0 0 0 0,0 0 0 0 0,0 0-1 0 0,1-1 1 0 0,-1 1 0 0 0,0 0 0 0 0,0-1-1 0 0,2-1-1992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8.381"/>
    </inkml:context>
    <inkml:brush xml:id="br0">
      <inkml:brushProperty name="width" value="0.035" units="cm"/>
      <inkml:brushProperty name="height" value="0.035" units="cm"/>
    </inkml:brush>
  </inkml:definitions>
  <inkml:trace contextRef="#ctx0" brushRef="#br0">30 199 280 0 0,'-2'-1'257'0'0,"0"0"1"0"0,0-1-1 0 0,-1 1 0 0 0,1-1 1 0 0,1 1-1 0 0,-1-1 0 0 0,0 0 1 0 0,0 0-1 0 0,1 1 0 0 0,-1-1 0 0 0,1 0 1 0 0,-1-1-1 0 0,1 1 0 0 0,0 0 1 0 0,0 0-1 0 0,-1-4 0 0 0,25-7 37 0 0,40-20 53 0 0,59-28 831 0 0,-106 55-947 0 0,0 0-1 0 0,0 1 1 0 0,1 0-1 0 0,-1 2 1 0 0,32-4-1 0 0,-46 7-188 0 0,1 0-1 0 0,-1 0 1 0 0,1 0-1 0 0,0 0 1 0 0,-1 0-1 0 0,1 1 1 0 0,-1-1-1 0 0,0 1 1 0 0,1-1-1 0 0,-1 1 1 0 0,1 0-1 0 0,-1 0 1 0 0,0 0-1 0 0,0 0 1 0 0,1 1-1 0 0,-1-1 1 0 0,0 0-1 0 0,0 1 1 0 0,0 0-1 0 0,0-1 1 0 0,-1 1-1 0 0,1 0 1 0 0,0 0-1 0 0,-1 0 1 0 0,1 0-1 0 0,-1 0 1 0 0,0 0-1 0 0,0 1 1 0 0,0-1-1 0 0,0 0 1 0 0,0 1-1 0 0,0-1 0 0 0,-1 0 1 0 0,1 1-1 0 0,-1-1 1 0 0,1 6-1 0 0,0 8 369 0 0,-1 0-1 0 0,-1-1 1 0 0,0 1-1 0 0,-6 28 0 0 0,4-25-58 0 0,1-8-192 0 0,-1 5 232 0 0,1-1-1 0 0,0 24 1 0 0,2-36-316 0 0,0 0 0 0 0,1 0 0 0 0,-1 1 0 0 0,0-1 1 0 0,1 0-1 0 0,0 0 0 0 0,-1 0 0 0 0,1 0 0 0 0,1 0 1 0 0,-1 0-1 0 0,0 0 0 0 0,1 0 0 0 0,-1 0 0 0 0,1-1 1 0 0,0 1-1 0 0,0 0 0 0 0,0-1 0 0 0,4 4 0 0 0,-5-5-47 0 0,1 0-1 0 0,0-1 0 0 0,-1 1 1 0 0,1 0-1 0 0,0-1 0 0 0,0 1 1 0 0,0-1-1 0 0,0 1 0 0 0,0-1 1 0 0,-1 0-1 0 0,1 0 0 0 0,0 0 1 0 0,0 0-1 0 0,0 0 0 0 0,0 0 1 0 0,0-1-1 0 0,0 1 0 0 0,0-1 1 0 0,-1 1-1 0 0,1-1 0 0 0,0 0 1 0 0,0 1-1 0 0,-1-1 0 0 0,1 0 1 0 0,0 0-1 0 0,1-2 0 0 0,4-2 4 0 0,0 0-1 0 0,-1 0 1 0 0,0-1 0 0 0,9-10-1 0 0,-10 11-13 0 0,-1-1-1 0 0,1 0 1 0 0,-1 0-1 0 0,-1-1 0 0 0,1 1 1 0 0,-1-1-1 0 0,0 0 1 0 0,-1 0-1 0 0,1 0 0 0 0,-1 0 1 0 0,-1 0-1 0 0,1-1 1 0 0,0-12-1 0 0,-3 8-20 0 0,1 0 1 0 0,-1 0-1 0 0,-1 0 0 0 0,0 0 0 0 0,-1 1 1 0 0,0-1-1 0 0,-8-18 0 0 0,6 19-19 0 0,1 0-1 0 0,-2 1 0 0 0,-7-11 0 0 0,12 18-108 0 0,-1 0-1 0 0,0 1 0 0 0,0-1 1 0 0,0 1-1 0 0,0 0 0 0 0,0 0 0 0 0,-1 0 1 0 0,1 0-1 0 0,-1 0 0 0 0,1 0 0 0 0,-1 0 1 0 0,0 1-1 0 0,0 0 0 0 0,0-1 1 0 0,0 1-1 0 0,-5-1 0 0 0,8 2 8 0 0,0 0 0 0 0,-1-1 0 0 0,1 1 0 0 0,0 0 1 0 0,-1 0-1 0 0,1 0 0 0 0,0 0 0 0 0,-1 0 0 0 0,1 0 0 0 0,-1 0 0 0 0,1 0 0 0 0,0 0 0 0 0,-1 0 0 0 0,1 0 0 0 0,-1 0 0 0 0,1 0 0 0 0,0 0 0 0 0,-1 0 1 0 0,1 0-1 0 0,-1 0 0 0 0,1 0 0 0 0,0 1 0 0 0,-1-1 0 0 0,1 0 0 0 0,0 0 0 0 0,-1 0 0 0 0,1 1 0 0 0,0-1 0 0 0,0 0 0 0 0,-1 1 0 0 0,1-1 1 0 0,0 0-1 0 0,-1 0 0 0 0,1 1 0 0 0,0-1 0 0 0,0 0 0 0 0,0 1 0 0 0,-1-1 0 0 0,1 1 0 0 0,0 5-1629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8.742"/>
    </inkml:context>
    <inkml:brush xml:id="br0">
      <inkml:brushProperty name="width" value="0.035" units="cm"/>
      <inkml:brushProperty name="height" value="0.035" units="cm"/>
    </inkml:brush>
  </inkml:definitions>
  <inkml:trace contextRef="#ctx0" brushRef="#br0">231 111 8 0 0,'1'-7'66'0'0,"2"-43"2157"0"0,-3 47-2031 0 0,-1-1 0 0 0,1 1 1 0 0,0-1-1 0 0,-1 1 0 0 0,0 0 1 0 0,0-1-1 0 0,0 1 1 0 0,0 0-1 0 0,-1-1 0 0 0,1 1 1 0 0,-4-5-1 0 0,4 7-37 0 0,0 0 0 0 0,0 1 0 0 0,0-1 0 0 0,0 0 0 0 0,-1 0 0 0 0,1 1 0 0 0,0-1 0 0 0,0 1 0 0 0,-1-1 0 0 0,1 1 0 0 0,0-1 0 0 0,-1 1 0 0 0,1 0 0 0 0,0 0 0 0 0,-1 0 0 0 0,1 0 0 0 0,-1 0 0 0 0,1 0-1 0 0,0 0 1 0 0,-1 0 0 0 0,1 0 0 0 0,0 1 0 0 0,-1-1 0 0 0,1 0 0 0 0,0 1 0 0 0,-3 1 0 0 0,-33 17 1637 0 0,21-8-1289 0 0,0 1-1 0 0,0 1 1 0 0,1 0 0 0 0,0 1 0 0 0,2 1-1 0 0,-14 16 1 0 0,24-25-439 0 0,-1 0 0 0 0,1-1 0 0 0,0 1 0 0 0,0 0 0 0 0,0 1 0 0 0,1-1 0 0 0,0 0 0 0 0,0 1 0 0 0,-1 10 0 0 0,3-12-61 0 0,0 0 0 0 0,0-1 1 0 0,0 1-1 0 0,1 0 0 0 0,-1 0 0 0 0,1-1 1 0 0,1 1-1 0 0,-1-1 0 0 0,0 1 0 0 0,1-1 1 0 0,0 1-1 0 0,0-1 0 0 0,1 0 0 0 0,5 8 0 0 0,-5-8-223 0 0,0 0 0 0 0,1 0-1 0 0,0-1 1 0 0,0 0-1 0 0,0 1 1 0 0,0-1 0 0 0,0 0-1 0 0,1-1 1 0 0,-1 1-1 0 0,1-1 1 0 0,0 0 0 0 0,6 2-1 0 0,-2-2-791 0 0,0 1-1 0 0,0-2 1 0 0,0 1-1 0 0,0-1 1 0 0,1 0-1 0 0,8-1 1 0 0,2-2-495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9.073"/>
    </inkml:context>
    <inkml:brush xml:id="br0">
      <inkml:brushProperty name="width" value="0.035" units="cm"/>
      <inkml:brushProperty name="height" value="0.035" units="cm"/>
    </inkml:brush>
  </inkml:definitions>
  <inkml:trace contextRef="#ctx0" brushRef="#br0">250 17 8 0 0,'-3'-2'189'0'0,"0"0"0"0"0,0 0-1 0 0,0 0 1 0 0,0 1 0 0 0,0 0 0 0 0,0-1-1 0 0,0 1 1 0 0,-1 0 0 0 0,1 0 0 0 0,-1 1-1 0 0,1-1 1 0 0,-1 1 0 0 0,1 0 0 0 0,-6 0 0 0 0,3 1 186 0 0,-1 0 0 0 0,1 0 0 0 0,0 0 0 0 0,-1 1 0 0 0,1 0 0 0 0,0 1 1 0 0,-7 3-1 0 0,-5 5 661 0 0,1 0 0 0 0,0 1 0 0 0,1 0 0 0 0,-15 16 0 0 0,26-24-812 0 0,-21 22 1118 0 0,26-25-1297 0 0,-1-1-1 0 0,0 1 1 0 0,0 0 0 0 0,1 0-1 0 0,-1 0 1 0 0,1-1-1 0 0,-1 1 1 0 0,1 0 0 0 0,-1 0-1 0 0,1 0 1 0 0,-1 0-1 0 0,1 0 1 0 0,0 0 0 0 0,-1 0-1 0 0,1 0 1 0 0,0 0 0 0 0,0 0-1 0 0,0 0 1 0 0,0 0-1 0 0,0 0 1 0 0,0 0 0 0 0,0 0-1 0 0,0 0 1 0 0,0 0-1 0 0,1 1 1 0 0,-1-1 0 0 0,1 1-1 0 0,0-1-22 0 0,0 0-1 0 0,1 0 0 0 0,-1 0 0 0 0,0 0 1 0 0,1-1-1 0 0,-1 1 0 0 0,1 0 1 0 0,-1-1-1 0 0,0 1 0 0 0,1-1 0 0 0,0 0 1 0 0,-1 1-1 0 0,1-1 0 0 0,-1 0 1 0 0,1 0-1 0 0,-1 0 0 0 0,1 0 0 0 0,-1 0 1 0 0,1 0-1 0 0,0-1 0 0 0,-1 1 1 0 0,1 0-1 0 0,-1-1 0 0 0,3 0 1 0 0,38-17 95 0 0,-40 17-99 0 0,29-16-49 0 0,42-32 0 0 0,15-8 107 0 0,-88 57-76 0 0,1-1 0 0 0,-1 1 0 0 0,0 0 1 0 0,1-1-1 0 0,-1 1 0 0 0,1 0 0 0 0,-1 0 1 0 0,1 0-1 0 0,-1-1 0 0 0,1 1 0 0 0,-1 0 1 0 0,1 0-1 0 0,0 0 0 0 0,-1 0 0 0 0,1 0 0 0 0,-1 0 1 0 0,1 0-1 0 0,-1 0 0 0 0,1 0 0 0 0,-1 0 1 0 0,1 0-1 0 0,-1 1 0 0 0,1-1 0 0 0,-1 0 0 0 0,1 0 1 0 0,-1 0-1 0 0,2 1 0 0 0,-2 0 9 0 0,1 0 0 0 0,0 0 0 0 0,-1 0 1 0 0,1 0-1 0 0,-1 0 0 0 0,1 0 0 0 0,-1 0 0 0 0,1 0 0 0 0,-1 0 0 0 0,0 0 0 0 0,0 0 0 0 0,1 0 0 0 0,-1 2 1 0 0,-2 45 298 0 0,1-31-279 0 0,-1 6-46 0 0,1 20 151 0 0,1-40-243 0 0,0-1-1 0 0,0 0 1 0 0,0 0-1 0 0,1 1 1 0 0,-1-1-1 0 0,1 0 1 0 0,-1 0-1 0 0,1 0 1 0 0,0 0 0 0 0,0 1-1 0 0,0-1 1 0 0,0-1-1 0 0,0 1 1 0 0,2 2-1 0 0,-2-3-244 0 0,0 0 1 0 0,0 0-1 0 0,0-1 0 0 0,0 1 0 0 0,0 0 1 0 0,1-1-1 0 0,-1 1 0 0 0,0-1 1 0 0,0 1-1 0 0,1-1 0 0 0,-1 1 0 0 0,0-1 1 0 0,0 0-1 0 0,1 0 0 0 0,-1 0 0 0 0,0 0 1 0 0,1 0-1 0 0,-1 0 0 0 0,0 0 0 0 0,1 0 1 0 0,-1 0-1 0 0,0 0 0 0 0,0-1 0 0 0,1 1 1 0 0,-1-1-1 0 0,0 1 0 0 0,2-2 0 0 0,5 0-756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9.421"/>
    </inkml:context>
    <inkml:brush xml:id="br0">
      <inkml:brushProperty name="width" value="0.035" units="cm"/>
      <inkml:brushProperty name="height" value="0.035" units="cm"/>
    </inkml:brush>
  </inkml:definitions>
  <inkml:trace contextRef="#ctx0" brushRef="#br0">81 34 8 0 0,'0'-1'51'0'0,"0"0"-1"0"0,1 0 1 0 0,-1 0-1 0 0,0 0 1 0 0,0 0-1 0 0,0 0 1 0 0,0 0-1 0 0,0 0 1 0 0,0 0-1 0 0,0 0 1 0 0,0 0-1 0 0,-1 0 1 0 0,1 0 0 0 0,-1-1-1 0 0,1 2 5 0 0,0 0 0 0 0,0-1 0 0 0,-1 1 1 0 0,1 0-1 0 0,0 0 0 0 0,0 0 0 0 0,0 0 0 0 0,-1-1 0 0 0,1 1 0 0 0,0 0 0 0 0,0 0 0 0 0,-1 0 0 0 0,1 0 1 0 0,0 0-1 0 0,0 0 0 0 0,-1 0 0 0 0,1 0 0 0 0,0 0 0 0 0,0 0 0 0 0,-1 0 0 0 0,1 0 0 0 0,0 0 1 0 0,-1 0-1 0 0,1 0 0 0 0,0 0 0 0 0,0 0 0 0 0,-1 0 0 0 0,1 0 0 0 0,0 0 0 0 0,0 0 0 0 0,-1 1 1 0 0,-1 0 189 0 0,1-1 0 0 0,-1 1 0 0 0,1 1 1 0 0,0-1-1 0 0,-1 0 0 0 0,1 0 1 0 0,0 0-1 0 0,0 1 0 0 0,0-1 1 0 0,0 1-1 0 0,0-1 0 0 0,0 1 1 0 0,0-1-1 0 0,0 1 0 0 0,0 1 1 0 0,-17 64 3227 0 0,14-47-2619 0 0,-1 0 0 0 0,-1-1 0 0 0,-11 26 0 0 0,14-42-165 0 0,7-12-411 0 0,8-16-230 0 0,4 0-21 0 0,2 2 0 0 0,30-32 0 0 0,-39 46-30 0 0,0 1 0 0 0,0 0 0 0 0,0 0 0 0 0,1 1 0 0 0,0 1 1 0 0,1-1-1 0 0,0 2 0 0 0,21-9 0 0 0,-31 13 7 0 0,0 1 0 0 0,1-1 1 0 0,-1 1-1 0 0,0-1 0 0 0,1 1 1 0 0,-1 0-1 0 0,0 0 0 0 0,1 0 1 0 0,-1 0-1 0 0,1 0 0 0 0,-1 0 1 0 0,0 0-1 0 0,1 0 0 0 0,-1 0 1 0 0,0 1-1 0 0,1-1 0 0 0,-1 0 1 0 0,0 1-1 0 0,1-1 0 0 0,-1 1 1 0 0,0 0-1 0 0,0-1 0 0 0,0 1 1 0 0,1 0-1 0 0,-1 0 0 0 0,0 0 1 0 0,0 0-1 0 0,0 0 0 0 0,0 0 1 0 0,-1 0-1 0 0,1 0 0 0 0,0 0 1 0 0,0 0-1 0 0,-1 0 0 0 0,1 1 1 0 0,0-1-1 0 0,-1 0 0 0 0,1 1 1 0 0,-1-1-1 0 0,0 0 0 0 0,1 1 0 0 0,-1-1 1 0 0,0 0-1 0 0,0 3 0 0 0,1 8 151 0 0,0 0-1 0 0,-1 0 0 0 0,-1 0 0 0 0,-2 15 0 0 0,1-9 105 0 0,-6 81-148 0 0,7-97 127 0 0,0 9-2875 0 0,2-11 2502 0 0,-1 1 1 0 0,0-1-1 0 0,0 0 1 0 0,0 0 0 0 0,1 0-1 0 0,-1 0 1 0 0,0 0-1 0 0,0 0 1 0 0,1 0 0 0 0,-1 0-1 0 0,0 0 1 0 0,0 0-1 0 0,0 0 1 0 0,1 0 0 0 0,-1 0-1 0 0,0 0 1 0 0,0 0-1 0 0,1 0 1 0 0,-1 0 0 0 0,0 0-1 0 0,0 0 1 0 0,1 0-1 0 0,-1 0 1 0 0,0 0 0 0 0,0-1-1 0 0,0 1 1 0 0,1 0-1 0 0,-1 0 1 0 0,0 0 0 0 0,0 0-1 0 0,0 0 1 0 0,0-1-1 0 0,1 1 1 0 0,-1 0 0 0 0,0 0-1 0 0,0 0 1 0 0,0-1-1 0 0,0 1 1 0 0,0 0 0 0 0,0 0-1 0 0,0 0 1 0 0,0-1-1 0 0,1 1 1 0 0,-1 0 0 0 0,4-5-1599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19.658"/>
    </inkml:context>
    <inkml:brush xml:id="br0">
      <inkml:brushProperty name="width" value="0.035" units="cm"/>
      <inkml:brushProperty name="height" value="0.035" units="cm"/>
    </inkml:brush>
  </inkml:definitions>
  <inkml:trace contextRef="#ctx0" brushRef="#br0">0 76 32 0 0,'4'-7'1815'0'0,"-4"15"1149"0"0,1 11-433 0 0,8 20 59 0 0,-8-30-2151 0 0,1 0 1 0 0,0 0 0 0 0,1-1-1 0 0,-1 0 1 0 0,1 1 0 0 0,1-1-1 0 0,0 0 1 0 0,0 0 0 0 0,6 8-1 0 0,-9-15-382 0 0,0 0 0 0 0,0 0 0 0 0,0 0-1 0 0,0 0 1 0 0,0 0 0 0 0,0 0-1 0 0,0 0 1 0 0,0 0 0 0 0,0 0-1 0 0,0 0 1 0 0,0-1 0 0 0,1 1 0 0 0,-1-1-1 0 0,0 1 1 0 0,0-1 0 0 0,1 1-1 0 0,-1-1 1 0 0,0 0 0 0 0,1 1 0 0 0,-1-1-1 0 0,1 0 1 0 0,1 0 0 0 0,-1-1-22 0 0,-1 1 1 0 0,1-1-1 0 0,0 1 0 0 0,-1-1 1 0 0,1 0-1 0 0,-1 0 1 0 0,1 0-1 0 0,-1 0 1 0 0,1 0-1 0 0,-1 0 1 0 0,0 0-1 0 0,1-1 1 0 0,-1 1-1 0 0,0 0 0 0 0,1-2 1 0 0,5-7-6 0 0,-1-1-1 0 0,-1 1 1 0 0,0-1-1 0 0,5-13 1 0 0,-6 14 12 0 0,9-27-168 0 0,13-25-254 0 0,-2 24-2952 0 0,-9 29-2092 0 0,-8 7 4049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20.039"/>
    </inkml:context>
    <inkml:brush xml:id="br0">
      <inkml:brushProperty name="width" value="0.035" units="cm"/>
      <inkml:brushProperty name="height" value="0.035" units="cm"/>
    </inkml:brush>
  </inkml:definitions>
  <inkml:trace contextRef="#ctx0" brushRef="#br0">205 83 1104 0 0,'-8'-1'476'0'0,"-1"0"-1"0"0,1 0 1 0 0,-1 1-1 0 0,1 1 1 0 0,-1-1-1 0 0,1 1 1 0 0,0 1 0 0 0,-1 0-1 0 0,1 0 1 0 0,0 0-1 0 0,0 1 1 0 0,0 0-1 0 0,0 1 1 0 0,1 0-1 0 0,0 0 1 0 0,-1 1-1 0 0,1-1 1 0 0,1 2-1 0 0,-1-1 1 0 0,1 1 0 0 0,0 0-1 0 0,0 0 1 0 0,1 0-1 0 0,-1 1 1 0 0,-6 11-1 0 0,11-16-413 0 0,1-1 0 0 0,-1 0 0 0 0,0 1 0 0 0,1-1 0 0 0,-1 0 0 0 0,1 1 0 0 0,-1-1 0 0 0,1 1 0 0 0,0-1 1 0 0,0 0-1 0 0,-1 1 0 0 0,1-1 0 0 0,0 1 0 0 0,0-1 0 0 0,0 1 0 0 0,1-1 0 0 0,-1 1 0 0 0,0-1 0 0 0,0 1 0 0 0,1-1 0 0 0,0 2 0 0 0,0-1-30 0 0,0-1 1 0 0,0 0-1 0 0,0 0 1 0 0,0 0 0 0 0,0 0-1 0 0,0 0 1 0 0,1-1-1 0 0,-1 1 1 0 0,0 0-1 0 0,0 0 1 0 0,1-1-1 0 0,-1 1 1 0 0,0-1-1 0 0,1 1 1 0 0,-1-1 0 0 0,1 0-1 0 0,1 1 1 0 0,4-1-6 0 0,-1 1 0 0 0,0-1 1 0 0,1 0-1 0 0,-1-1 0 0 0,0 0 1 0 0,1 0-1 0 0,-1 0 0 0 0,10-4 1 0 0,0-2-33 0 0,0 0 0 0 0,-1-1 0 0 0,1-1 0 0 0,-2-1 0 0 0,0 0 0 0 0,0-1 0 0 0,-1 0 0 0 0,0-1 0 0 0,-1 0 0 0 0,0-1 0 0 0,-1-1 0 0 0,0 0 0 0 0,8-15 0 0 0,16-20 44 0 0,-41 52 31 0 0,-4 6 9 0 0,-20 49 489 0 0,28-51-550 0 0,1-1-1 0 0,0 1 0 0 0,0 0 1 0 0,1 0-1 0 0,0 1 0 0 0,0-1 0 0 0,1 0 1 0 0,0 0-1 0 0,3 9 0 0 0,-1 9-312 0 0,-3-24 136 0 0,0 1 0 0 0,1-1 0 0 0,-1 1 0 0 0,0-1 1 0 0,1 1-1 0 0,-1-1 0 0 0,1 0 0 0 0,-1 1 0 0 0,1-1 0 0 0,0 0 1 0 0,-1 1-1 0 0,1-1 0 0 0,0 0 0 0 0,0 0 0 0 0,0 0 0 0 0,0 0 0 0 0,0 0 1 0 0,0 0-1 0 0,0 0 0 0 0,0 0 0 0 0,1 0 0 0 0,-1 0 0 0 0,0 0 1 0 0,1-1-1 0 0,1 1 0 0 0,1 1-578 0 0,0-1 0 0 0,1 0 0 0 0,-1-1 0 0 0,1 1 1 0 0,-1-1-1 0 0,0 0 0 0 0,7-1 0 0 0,2 0-1194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6:09:20.265"/>
    </inkml:context>
    <inkml:brush xml:id="br0">
      <inkml:brushProperty name="width" value="0.035" units="cm"/>
      <inkml:brushProperty name="height" value="0.035" units="cm"/>
    </inkml:brush>
  </inkml:definitions>
  <inkml:trace contextRef="#ctx0" brushRef="#br0">182 46 8 0 0,'-3'-5'351'0'0,"-1"0"1"0"0,1 0-1 0 0,-1 0 0 0 0,-7-7 0 0 0,9 11-128 0 0,0-1 0 0 0,1 1-1 0 0,-1 0 1 0 0,0-1 0 0 0,-1 1 0 0 0,1 0-1 0 0,0 1 1 0 0,0-1 0 0 0,0 0-1 0 0,0 0 1 0 0,-1 1 0 0 0,1-1 0 0 0,0 1-1 0 0,-1 0 1 0 0,-2 0 0 0 0,5 0-89 0 0,-1 0 1 0 0,1 0 0 0 0,-1 0-1 0 0,0 0 1 0 0,1 0 0 0 0,-1 0-1 0 0,1 0 1 0 0,-1 0 0 0 0,1 0-1 0 0,-1 0 1 0 0,1 0 0 0 0,-1 1-1 0 0,1-1 1 0 0,-1 0 0 0 0,1 0-1 0 0,-1 1 1 0 0,1-1 0 0 0,-1 0-1 0 0,1 0 1 0 0,-1 1 0 0 0,0 0-1 0 0,1 0-49 0 0,0 0-1 0 0,0-1 1 0 0,0 1 0 0 0,-1 0-1 0 0,1 0 1 0 0,0 0-1 0 0,0 0 1 0 0,1-1 0 0 0,-1 1-1 0 0,0 0 1 0 0,0 0-1 0 0,0 0 1 0 0,0-1-1 0 0,1 1 1 0 0,-1 0 0 0 0,0 0-1 0 0,1 1 1 0 0,5 10 457 0 0,-2 0 1 0 0,0 0-1 0 0,0 1 1 0 0,-1 0-1 0 0,-1 0 1 0 0,0 0 0 0 0,-1 0-1 0 0,0 0 1 0 0,-1 0-1 0 0,-2 21 1 0 0,1-31-497 0 0,0 0 1 0 0,0 0 0 0 0,0 0 0 0 0,-1 0 0 0 0,1 0-1 0 0,-1 0 1 0 0,0-1 0 0 0,0 1 0 0 0,0 0 0 0 0,0-1-1 0 0,0 0 1 0 0,0 1 0 0 0,-1-1 0 0 0,1 0-1 0 0,-1 0 1 0 0,0 0 0 0 0,-4 2 0 0 0,2-1-35 0 0,0-1-1 0 0,0 1 1 0 0,0-1 0 0 0,-1 0 0 0 0,1 0 0 0 0,-1-1-1 0 0,1 0 1 0 0,-1 0 0 0 0,-8 1 0 0 0,-7-5-330 0 0,9-6-6376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39.863"/>
    </inkml:context>
    <inkml:brush xml:id="br0">
      <inkml:brushProperty name="width" value="0.025" units="cm"/>
      <inkml:brushProperty name="height" value="0.025" units="cm"/>
    </inkml:brush>
  </inkml:definitions>
  <inkml:trace contextRef="#ctx0" brushRef="#br0">265 140 14371 0 0,'-7'16'145'0'0,"-1"0"0"0"0,-1-1-1 0 0,0 0 1 0 0,-1 0 0 0 0,-1-1 0 0 0,0 0 0 0 0,-1-1-1 0 0,0 0 1 0 0,-1-1 0 0 0,0 0 0 0 0,-1-1 0 0 0,-1-1-1 0 0,-18 10 1 0 0,31-18-101 0 0,-1-1 0 0 0,0 0 1 0 0,0 1-1 0 0,0-1 0 0 0,0-1 0 0 0,0 1 0 0 0,0 0 0 0 0,0-1 1 0 0,0 0-1 0 0,0 1 0 0 0,-1-1 0 0 0,1 0 0 0 0,0-1 0 0 0,0 1 1 0 0,0 0-1 0 0,0-1 0 0 0,-4-1 0 0 0,4 1-33 0 0,2 0-1 0 0,-1-1 1 0 0,0 1 0 0 0,0 0-1 0 0,0-1 1 0 0,0 1 0 0 0,1-1-1 0 0,-1 0 1 0 0,1 1 0 0 0,-1-1-1 0 0,1 0 1 0 0,0 0 0 0 0,0 0-1 0 0,0 0 1 0 0,0 0 0 0 0,0 0-1 0 0,0 0 1 0 0,0 0 0 0 0,1-1-1 0 0,-1 1 1 0 0,1 0 0 0 0,0 0-1 0 0,-1-1 1 0 0,1-2 0 0 0,0-11-1 0 0,0-1 1 0 0,2 1-1 0 0,-1-1 1 0 0,2 1 0 0 0,0 0-1 0 0,1 0 1 0 0,1 0-1 0 0,0 0 1 0 0,1 1 0 0 0,1-1-1 0 0,0 2 1 0 0,1-1-1 0 0,1 1 1 0 0,0 0 0 0 0,16-18-1 0 0,-22 30 1 0 0,-1-1 0 0 0,1 1 0 0 0,-1 0 0 0 0,1 0-1 0 0,0 0 1 0 0,0 0 0 0 0,0 0 0 0 0,0 1 0 0 0,1-1 0 0 0,-1 1 0 0 0,0 0-1 0 0,0 0 1 0 0,1 0 0 0 0,-1 0 0 0 0,1 1 0 0 0,-1-1 0 0 0,1 1 0 0 0,-1 0 0 0 0,1 0-1 0 0,-1 0 1 0 0,1 1 0 0 0,-1-1 0 0 0,1 1 0 0 0,-1-1 0 0 0,0 1 0 0 0,4 2-1 0 0,8 3 124 0 0,-1 1 0 0 0,1 1-1 0 0,-2 0 1 0 0,21 16 0 0 0,6 2 30 0 0,85 41 87 0 0,-108-59-519 0 0,1-1-1 0 0,1-1 1 0 0,-1-1 0 0 0,1 0-1 0 0,25 2 1 0 0,-40-6-156 0 0,0-1 0 0 0,-1 0 0 0 0,1 0 0 0 0,0 0 0 0 0,0-1 0 0 0,7-1 0 0 0,-8 1-488 0 0,0 0-1 0 0,0-1 1 0 0,0 1 0 0 0,0-1-1 0 0,0 1 1 0 0,0-1 0 0 0,-1 0 0 0 0,5-4-1 0 0,0 0-991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40.703"/>
    </inkml:context>
    <inkml:brush xml:id="br0">
      <inkml:brushProperty name="width" value="0.025" units="cm"/>
      <inkml:brushProperty name="height" value="0.025" units="cm"/>
    </inkml:brush>
  </inkml:definitions>
  <inkml:trace contextRef="#ctx0" brushRef="#br0">31 701 8 0 0,'-1'1'236'0'0,"0"0"1"0"0,0-1-1 0 0,0 1 1 0 0,0 0-1 0 0,0-1 1 0 0,0 1-1 0 0,0-1 1 0 0,0 1-1 0 0,0-1 1 0 0,0 1-1 0 0,0-1 1 0 0,0 0-1 0 0,-1 1 1 0 0,1-1-1 0 0,0 0 0 0 0,0 0 1 0 0,0 0-1 0 0,-1 0 1 0 0,1 0-1 0 0,-2-1 1 0 0,3 1-170 0 0,-1 0 1 0 0,1-1 0 0 0,-1 1-1 0 0,1-1 1 0 0,-1 0 0 0 0,1 1-1 0 0,0-1 1 0 0,-1 1 0 0 0,1-1-1 0 0,0 0 1 0 0,-1 1-1 0 0,1-1 1 0 0,0 1 0 0 0,0-1-1 0 0,0 0 1 0 0,-1 1 0 0 0,1-1-1 0 0,0 0 1 0 0,0 0 0 0 0,0 1-1 0 0,0-1 1 0 0,0 0 0 0 0,0 1-1 0 0,0-1 1 0 0,1 0-1 0 0,-1 1 1 0 0,0-1 0 0 0,0 0-1 0 0,0 1 1 0 0,1-1 0 0 0,-1 0-1 0 0,0 1 1 0 0,1-2 0 0 0,97-212 6545 0 0,-6 14-6209 0 0,-47 75-309 0 0,0-4-5212 0 0,-40 119 3118 0 0,0 2 778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41.642"/>
    </inkml:context>
    <inkml:brush xml:id="br0">
      <inkml:brushProperty name="width" value="0.025" units="cm"/>
      <inkml:brushProperty name="height" value="0.025" units="cm"/>
    </inkml:brush>
  </inkml:definitions>
  <inkml:trace contextRef="#ctx0" brushRef="#br0">123 780 1112 0 0,'0'1'192'0'0,"-1"0"-1"0"0,0 0 0 0 0,1 0 0 0 0,-1 0 1 0 0,0 0-1 0 0,0 0 0 0 0,0 0 1 0 0,1 0-1 0 0,-1-1 0 0 0,0 1 1 0 0,0 0-1 0 0,0-1 0 0 0,0 1 0 0 0,-1 0 1 0 0,1-1-1 0 0,0 1 0 0 0,0-1 1 0 0,0 0-1 0 0,0 1 0 0 0,0-1 0 0 0,-1 0 1 0 0,-1 0-1 0 0,2 0-70 0 0,0-1 0 0 0,0 1 0 0 0,-1-1 0 0 0,1 1 0 0 0,0-1 0 0 0,0 1 0 0 0,0-1 0 0 0,0 0 0 0 0,0 0 0 0 0,0 0 0 0 0,0 0 0 0 0,0 1 0 0 0,0-1 0 0 0,0 0 0 0 0,1-1 0 0 0,-1 1 0 0 0,-1-2 0 0 0,-2-6 175 0 0,-1-1 0 0 0,1-1 0 0 0,-5-20-1 0 0,6 22-66 0 0,-10-38 626 0 0,2-1-1 0 0,3-1 1 0 0,1 0 0 0 0,0-54-1 0 0,6 63-739 0 0,3 0-1 0 0,1 1 1 0 0,2-1 0 0 0,2 1-1 0 0,18-60 1 0 0,-24 97-113 0 0,21-58 49 0 0,-20 55-31 0 0,0 1 1 0 0,0-1-1 0 0,0 1 1 0 0,1 0-1 0 0,0 0 1 0 0,0 0 0 0 0,0 0-1 0 0,0 1 1 0 0,1-1-1 0 0,6-5 1 0 0,-10 9-15 0 0,1 0 1 0 0,-1-1-1 0 0,1 1 1 0 0,-1 0-1 0 0,0 0 1 0 0,1-1-1 0 0,-1 1 1 0 0,1 0 0 0 0,-1 0-1 0 0,1-1 1 0 0,-1 1-1 0 0,1 0 1 0 0,-1 0-1 0 0,1 0 1 0 0,-1 0-1 0 0,1 0 1 0 0,-1 0-1 0 0,1 0 1 0 0,-1 0-1 0 0,1 0 1 0 0,-1 0 0 0 0,1 0-1 0 0,-1 0 1 0 0,1 0-1 0 0,-1 1 1 0 0,1-1-1 0 0,-1 0 1 0 0,1 0-1 0 0,-1 0 1 0 0,1 1-1 0 0,-1-1 1 0 0,1 0-1 0 0,-1 1 1 0 0,1-1 0 0 0,0 2-1 0 0,-1-1 0 0 0,1 0 1 0 0,0 1-1 0 0,-1-1 0 0 0,1 1 1 0 0,-1-1-1 0 0,0 1 1 0 0,1-1-1 0 0,-1 1 0 0 0,0-1 1 0 0,0 3-1 0 0,0 4 11 0 0,-1-1-1 0 0,1 0 1 0 0,-2 0-1 0 0,-1 8 1 0 0,-4 4-17 0 0,-2 0 0 0 0,0-1 1 0 0,-13 21-1 0 0,0-3 216 0 0,94-101-86 0 0,-58 53-113 0 0,0 0 0 0 0,26-15 0 0 0,-36 24-18 0 0,1 1-1 0 0,0-1 1 0 0,-1 1-1 0 0,1 0 1 0 0,0 1 0 0 0,0-1-1 0 0,0 1 1 0 0,0 0 0 0 0,1 0-1 0 0,-1 0 1 0 0,0 1-1 0 0,0 0 1 0 0,1 0 0 0 0,4 1-1 0 0,-9-1-6 0 0,0 0 1 0 0,0 0-1 0 0,1 0 0 0 0,-1 1 0 0 0,0-1 0 0 0,0 0 0 0 0,0 1 1 0 0,0-1-1 0 0,0 1 0 0 0,-1-1 0 0 0,1 1 0 0 0,0 0 0 0 0,0-1 0 0 0,0 1 1 0 0,0 0-1 0 0,-1 0 0 0 0,1 0 0 0 0,0-1 0 0 0,-1 1 0 0 0,1 0 1 0 0,0 0-1 0 0,-1 0 0 0 0,1 0 0 0 0,-1 0 0 0 0,1 1 0 0 0,-1 1-1 0 0,1-1 0 0 0,-1 1 0 0 0,0 0-1 0 0,0-1 1 0 0,0 1 0 0 0,0-1-1 0 0,-1 1 1 0 0,1-1 0 0 0,0 1 0 0 0,-2 3-1 0 0,-2 4 6 0 0,0 1-1 0 0,-1-1 1 0 0,-11 18-1 0 0,4-10 63 0 0,-1 0 0 0 0,-1-1 1 0 0,-1-1-1 0 0,-23 19 0 0 0,6-8 270 0 0,-47 30 0 0 0,77-55-383 0 0,-1-1 0 0 0,1 0 0 0 0,0 1 0 0 0,-1-1-1 0 0,1 0 1 0 0,-1 0 0 0 0,0-1 0 0 0,1 1 0 0 0,-1 0 0 0 0,0-1 0 0 0,-5 0 0 0 0,7 0-144 0 0,0 0 1 0 0,0 0 0 0 0,-1 0 0 0 0,1-1-1 0 0,0 1 1 0 0,0 0 0 0 0,-1-1 0 0 0,1 1-1 0 0,0-1 1 0 0,0 1 0 0 0,0-1 0 0 0,0 0-1 0 0,0 1 1 0 0,0-1 0 0 0,0 0 0 0 0,0 0-1 0 0,0 0 1 0 0,0 0 0 0 0,1 0 0 0 0,-1 0-1 0 0,0 0 1 0 0,0 0 0 0 0,1 0 0 0 0,-1 0-1 0 0,1 0 1 0 0,-1 0 0 0 0,1-1 0 0 0,-1 0-1 0 0,0-5-1806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1.806"/>
    </inkml:context>
    <inkml:brush xml:id="br0">
      <inkml:brushProperty name="width" value="0.025" units="cm"/>
      <inkml:brushProperty name="height" value="0.025" units="cm"/>
    </inkml:brush>
  </inkml:definitions>
  <inkml:trace contextRef="#ctx0" brushRef="#br0">10 1 512 0 0,'5'85'-504'0'0,"-17"-78"504"0"0,10-6 0 0 0,7-2 0 0 0,-2 1 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2.655"/>
    </inkml:context>
    <inkml:brush xml:id="br0">
      <inkml:brushProperty name="width" value="0.025" units="cm"/>
      <inkml:brushProperty name="height" value="0.025" units="cm"/>
    </inkml:brush>
  </inkml:definitions>
  <inkml:trace contextRef="#ctx0" brushRef="#br0">13 174 8 0 0,'-5'-10'-359'0'0,"-1"3"4986"0"0,4 11-22 0 0,6 9-3188 0 0,6 13-696 0 0,2-1-1 0 0,2 0 0 0 0,0-1 1 0 0,22 29-1 0 0,-18-27-254 0 0,4 10-32 0 0,18 26 39 0 0,-37-57-436 0 0,1-1 0 0 0,0 1 0 0 0,0-1-1 0 0,0 0 1 0 0,1 0 0 0 0,-1-1 0 0 0,1 1-1 0 0,0-1 1 0 0,8 4 0 0 0,-12-7-29 0 0,-1 1 0 0 0,1-1-1 0 0,0 0 1 0 0,-1 0 0 0 0,1 1 0 0 0,-1-1 0 0 0,1 0 0 0 0,-1 0 0 0 0,1 0 0 0 0,0 0 0 0 0,-1 0 0 0 0,1 0 0 0 0,-1 0 0 0 0,1 0 0 0 0,0 0 0 0 0,-1 0 0 0 0,1 0 0 0 0,-1 0-1 0 0,1 0 1 0 0,0-1 0 0 0,-1 1 0 0 0,1 0 0 0 0,-1 0 0 0 0,1-1 0 0 0,-1 1 0 0 0,1 0 0 0 0,-1-1 0 0 0,1 1 0 0 0,0-1 0 0 0,0-1 0 0 0,0 1 1 0 0,-1 0 0 0 0,1-1-1 0 0,0 1 1 0 0,-1-1-1 0 0,1 1 1 0 0,-1-1 0 0 0,1 0-1 0 0,-1 1 1 0 0,0-1-1 0 0,0-2 1 0 0,-4-44-38 0 0,4 45 18 0 0,-8-39 77 0 0,-15-43 0 0 0,12 46-58 0 0,5 11 1 0 0,6 26-11 0 0,-1 1 0 0 0,1-1 0 0 0,0 0 0 0 0,0 1 0 0 0,0-1-1 0 0,0 0 1 0 0,0 0 0 0 0,0 1 0 0 0,1-1 0 0 0,-1 0 0 0 0,0 1 0 0 0,1-1 0 0 0,1-3 0 0 0,-2 5 6 0 0,0 0-1 0 0,1 0 0 0 0,-1 0 1 0 0,1 0-1 0 0,-1 0 1 0 0,0-1-1 0 0,1 1 1 0 0,-1 0-1 0 0,0 0 0 0 0,1 0 1 0 0,-1 0-1 0 0,1 0 1 0 0,-1 1-1 0 0,0-1 1 0 0,1 0-1 0 0,-1 0 1 0 0,0 0-1 0 0,1 0 0 0 0,-1 0 1 0 0,0 0-1 0 0,1 1 1 0 0,-1-1-1 0 0,0 0 1 0 0,1 0-1 0 0,-1 0 0 0 0,0 1 1 0 0,0-1-1 0 0,1 0 1 0 0,-1 0-1 0 0,0 1 1 0 0,0-1-1 0 0,1 1 1 0 0,10 11-13 0 0,-10-11 1 0 0,53 65 172 0 0,36 41-99 0 0,-77-93-19 0 0,1-1 0 0 0,0-1 0 0 0,1 0 0 0 0,1-1 0 0 0,21 12 0 0 0,-37-23-33 0 0,1 1 0 0 0,0 0 0 0 0,0-1 0 0 0,0 1 0 0 0,0-1 1 0 0,-1 1-1 0 0,1-1 0 0 0,0 1 0 0 0,0-1 0 0 0,0 0 0 0 0,0 1 0 0 0,0-1 1 0 0,0 0-1 0 0,0 0 0 0 0,0 0 0 0 0,0 0 0 0 0,0 0 0 0 0,0 0 1 0 0,0 0-1 0 0,0 0 0 0 0,0 0 0 0 0,0-1 0 0 0,0 1 0 0 0,0 0 0 0 0,0-1 1 0 0,0 1-1 0 0,2-1 0 0 0,-3-1 7 0 0,1 1 0 0 0,-1 0 1 0 0,1-1-1 0 0,-1 1 0 0 0,0 0 0 0 0,0-1 1 0 0,0 1-1 0 0,1 0 0 0 0,-1-1 0 0 0,-1 1 1 0 0,1-1-1 0 0,0 1 0 0 0,0 0 0 0 0,0-1 1 0 0,-1 1-1 0 0,1 0 0 0 0,-1-1 0 0 0,1 1 1 0 0,-1 0-1 0 0,0-2 0 0 0,-14-28-32 0 0,-2 1-1 0 0,-1 1 1 0 0,-23-31 0 0 0,-10-14-323 0 0,45 63 60 0 0,-1 1 0 0 0,-1 0 0 0 0,-8-10 0 0 0,24 44-71 0 0,-3-17 357 0 0,0 0-1 0 0,0 0 0 0 0,1-1 0 0 0,0 0 1 0 0,0 0-1 0 0,0-1 0 0 0,1 1 1 0 0,12 6-1 0 0,-17-11-2 0 0,0 1 1 0 0,1-1-1 0 0,-1 0 1 0 0,0 0-1 0 0,0-1 1 0 0,1 1-1 0 0,-1 0 1 0 0,0-1-1 0 0,1 1 1 0 0,-1-1-1 0 0,0 0 1 0 0,1 0-1 0 0,-1 0 1 0 0,1 0 0 0 0,-1 0-1 0 0,0 0 1 0 0,1-1-1 0 0,-1 1 1 0 0,1-1-1 0 0,-1 0 1 0 0,0 0-1 0 0,0 0 1 0 0,0 0-1 0 0,1 0 1 0 0,-1 0-1 0 0,0 0 1 0 0,0-1-1 0 0,0 1 1 0 0,-1-1-1 0 0,1 1 1 0 0,0-1-1 0 0,0 0 1 0 0,-1 0-1 0 0,0 0 1 0 0,3-3-1 0 0,-1-1 5 0 0,1 0 0 0 0,-1 0 0 0 0,0-1 0 0 0,0 0-1 0 0,-1 0 1 0 0,0 1 0 0 0,0-1 0 0 0,0 0 0 0 0,-1-1 0 0 0,0 1 0 0 0,-1 0 0 0 0,0 0 0 0 0,0 0-1 0 0,0-1 1 0 0,-1 1 0 0 0,0 0 0 0 0,0 0 0 0 0,-1 0 0 0 0,0 0 0 0 0,0 0 0 0 0,0 0-1 0 0,-1 1 1 0 0,0-1 0 0 0,-1 1 0 0 0,0 0 0 0 0,1 0 0 0 0,-2 0 0 0 0,1 0 0 0 0,-1 1-1 0 0,0-1 1 0 0,0 1 0 0 0,0 0 0 0 0,-1 1 0 0 0,-11-8 0 0 0,16 11-15 0 0,0 1 1 0 0,0-1-1 0 0,0 0 1 0 0,0 1-1 0 0,0-1 1 0 0,-1 1-1 0 0,1-1 1 0 0,0 1-1 0 0,0 0 1 0 0,0-1 0 0 0,-1 1-1 0 0,1 0 1 0 0,0 0-1 0 0,0 0 1 0 0,-1 0-1 0 0,1 0 1 0 0,0 0-1 0 0,0 0 1 0 0,-1 1-1 0 0,-1-1 1 0 0,2 1 4 0 0,1 0 1 0 0,-1-1-1 0 0,0 1 1 0 0,1 0-1 0 0,-1-1 1 0 0,1 1 0 0 0,-1 0-1 0 0,1 0 1 0 0,0 0-1 0 0,-1-1 1 0 0,1 1-1 0 0,0 0 1 0 0,-1 0-1 0 0,1 0 1 0 0,0 0-1 0 0,0 0 1 0 0,0 0 0 0 0,0 0-1 0 0,0-1 1 0 0,0 1-1 0 0,0 1 1 0 0,1 8 40 0 0,1-1 0 0 0,0 0 1 0 0,0 0-1 0 0,4 9 1 0 0,-6-18-42 0 0,11 34 115 0 0,2-2-1 0 0,19 37 1 0 0,-27-59-103 0 0,1-1 0 0 0,0 1 0 0 0,0-1 1 0 0,1-1-1 0 0,0 1 0 0 0,0-1 0 0 0,1 0 0 0 0,0-1 0 0 0,1 1 0 0 0,-1-2 1 0 0,12 7-1 0 0,-17-11-15 0 0,1 0 0 0 0,0 0 1 0 0,0-1-1 0 0,0 1 0 0 0,-1-1 0 0 0,1 0 1 0 0,0-1-1 0 0,0 1 0 0 0,1 0 0 0 0,-1-1 1 0 0,0 0-1 0 0,0 0 0 0 0,4-1 0 0 0,-6 1-171 0 0,1-1-1 0 0,-1 0 1 0 0,0 1-1 0 0,0-1 1 0 0,0 0-1 0 0,1 0 1 0 0,-1 0-1 0 0,0-1 1 0 0,3-2-1 0 0,-3 2-490 0 0,0 0 0 0 0,0 0 0 0 0,0 0 0 0 0,0 0-1 0 0,0-1 1 0 0,-1 1 0 0 0,1-1 0 0 0,2-5 0 0 0,-1-1-2551 0 0,0 0-226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3.231"/>
    </inkml:context>
    <inkml:brush xml:id="br0">
      <inkml:brushProperty name="width" value="0.025" units="cm"/>
      <inkml:brushProperty name="height" value="0.025" units="cm"/>
    </inkml:brush>
  </inkml:definitions>
  <inkml:trace contextRef="#ctx0" brushRef="#br0">3 43 8 0 0,'0'-1'60'0'0,"0"0"0"0"0,-1 0 0 0 0,1 0 1 0 0,-1 0-1 0 0,1 0 0 0 0,0 0 0 0 0,0 0 0 0 0,0 0 0 0 0,0 0 1 0 0,-1 0-1 0 0,1 0 0 0 0,1 0 0 0 0,-1 0 0 0 0,0 0 0 0 0,0 0 1 0 0,0-1-1 0 0,10 12 3147 0 0,13 29 787 0 0,-22-37-4271 0 0,113 176 4538 0 0,-22-38-2215 0 0,-88-136-1605 0 0,-3-5-139 0 0,-1-12-10 0 0,-6-19-227 0 0,-25-81 56 0 0,19 76-114 0 0,2 0 1 0 0,2-1-1 0 0,-6-49 1 0 0,14 83-7 0 0,0 1 1 0 0,0 0-1 0 0,0 0 1 0 0,0 0-1 0 0,1 0 1 0 0,-1 0 0 0 0,1 0-1 0 0,1-5 1 0 0,-1 7 3 0 0,-1 1-1 0 0,0-1 1 0 0,0 1 0 0 0,0 0 0 0 0,1-1 0 0 0,-1 1 0 0 0,0 0 0 0 0,0-1 0 0 0,1 1 0 0 0,-1 0 0 0 0,0 0 0 0 0,1-1 0 0 0,-1 1-1 0 0,0 0 1 0 0,1 0 0 0 0,-1-1 0 0 0,1 1 0 0 0,-1 0 0 0 0,0 0 0 0 0,1 0 0 0 0,-1 0 0 0 0,1 0 0 0 0,-1 0 0 0 0,0-1 0 0 0,1 1-1 0 0,1 1 6 0 0,-1-1-1 0 0,0 0 0 0 0,0 1 0 0 0,0-1 0 0 0,0 1 0 0 0,0-1 0 0 0,0 1 0 0 0,0-1 1 0 0,0 1-1 0 0,0 0 0 0 0,0-1 0 0 0,0 1 0 0 0,-1 0 0 0 0,2 1 0 0 0,11 12 121 0 0,-1 1 1 0 0,-1 1-1 0 0,19 33 0 0 0,-24-35-192 0 0,2-1 1 0 0,0 0 0 0 0,1-1-1 0 0,0 0 1 0 0,1 0-1 0 0,0-1 1 0 0,18 16 0 0 0,-27-26-146 0 0,1 0 0 0 0,-1 0 0 0 0,1 0 0 0 0,0 0 0 0 0,0 0 1 0 0,-1-1-1 0 0,1 1 0 0 0,0 0 0 0 0,4 0 0 0 0,-5-1-135 0 0,0 0 0 0 0,0 0 0 0 0,0 0-1 0 0,0 0 1 0 0,0 0 0 0 0,0-1 0 0 0,0 1 0 0 0,0 0 0 0 0,0 0 0 0 0,0-1-1 0 0,0 1 1 0 0,0 0 0 0 0,0-1 0 0 0,-1 1 0 0 0,1-1 0 0 0,0 0-1 0 0,0 1 1 0 0,0-1 0 0 0,0 1 0 0 0,0-2 0 0 0,4-4-1128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3.629"/>
    </inkml:context>
    <inkml:brush xml:id="br0">
      <inkml:brushProperty name="width" value="0.025" units="cm"/>
      <inkml:brushProperty name="height" value="0.025" units="cm"/>
    </inkml:brush>
  </inkml:definitions>
  <inkml:trace contextRef="#ctx0" brushRef="#br0">27 1 48 0 0,'-1'0'256'0'0,"0"0"0"0"0,0-1 0 0 0,1 1-1 0 0,-1 0 1 0 0,0 0 0 0 0,0 0 0 0 0,1 0 0 0 0,-1 0 0 0 0,0 0 0 0 0,0 1 0 0 0,0-1-1 0 0,1 0 1 0 0,-1 0 0 0 0,0 0 0 0 0,1 1 0 0 0,-1-1 0 0 0,0 0 0 0 0,1 1-1 0 0,-1-1 1 0 0,0 1 0 0 0,1-1 0 0 0,-1 1 0 0 0,1-1 0 0 0,-1 1 0 0 0,0-1-1 0 0,1 1 1 0 0,-1 0 0 0 0,0 1 68 0 0,0 0 1 0 0,0 1-1 0 0,0-1 0 0 0,0 0 0 0 0,1 0 1 0 0,-1 1-1 0 0,1-1 0 0 0,0 0 0 0 0,-1 4 1 0 0,1 6 288 0 0,1 1 0 0 0,3 20 0 0 0,-3-29-303 0 0,22 111 1509 0 0,-19-102-1665 0 0,0 0 0 0 0,1 0 0 0 0,0-1 0 0 0,1 0 0 0 0,0 0 0 0 0,13 18 0 0 0,-18-29-129 0 0,0 1 0 0 0,0-1 1 0 0,0 0-1 0 0,1 1 1 0 0,-1-1-1 0 0,0 0 1 0 0,1 0-1 0 0,-1 0 0 0 0,1 0 1 0 0,-1 0-1 0 0,1 0 1 0 0,-1 0-1 0 0,1 0 0 0 0,0 0 1 0 0,-1-1-1 0 0,3 1 1 0 0,-3-1-16 0 0,-1 0 0 0 0,0 0 0 0 0,1 0 0 0 0,-1 0 0 0 0,1 0 0 0 0,-1 0 0 0 0,1 0 0 0 0,-1 0 0 0 0,0-1 1 0 0,1 1-1 0 0,-1 0 0 0 0,1 0 0 0 0,-1 0 0 0 0,0-1 0 0 0,1 1 0 0 0,-1 0 0 0 0,0-1 0 0 0,1 1 0 0 0,-1 0 0 0 0,0-1 0 0 0,0 1 1 0 0,1 0-1 0 0,-1-1 0 0 0,4-18 50 0 0,-5 2-8 0 0,-2-1 0 0 0,1 1-1 0 0,-2 0 1 0 0,0 0 0 0 0,-9-21-1 0 0,7 22-20 0 0,1-1 0 0 0,0 0 1 0 0,1 0-1 0 0,1 0 0 0 0,-1-22 0 0 0,4 39-22 0 0,0 0 0 0 0,0-1 0 0 0,0 1 0 0 0,0 0 0 0 0,0 0 0 0 0,0 0 1 0 0,0-1-1 0 0,0 1 0 0 0,0 0 0 0 0,0 0 0 0 0,0-1 0 0 0,0 1 0 0 0,0 0 1 0 0,0 0-1 0 0,0 0 0 0 0,0-1 0 0 0,0 1 0 0 0,0 0 0 0 0,0 0 0 0 0,0-1 1 0 0,1 1-1 0 0,-1 0 0 0 0,0 0 0 0 0,0 0 0 0 0,0 0 0 0 0,0-1 1 0 0,0 1-1 0 0,1 0 0 0 0,-1 0 0 0 0,0 0 0 0 0,0 0 0 0 0,0 0 0 0 0,1-1 1 0 0,-1 1-1 0 0,0 0 0 0 0,0 0 0 0 0,0 0 0 0 0,1 0 0 0 0,-1 0 0 0 0,0 0 1 0 0,1 0-1 0 0,9 6 240 0 0,12 17-5 0 0,-21-21-223 0 0,41 55 391 0 0,6 7-326 0 0,-42-56-107 0 0,0-1 0 0 0,1-1 0 0 0,0 1 1 0 0,0-1-1 0 0,1-1 0 0 0,9 6 1 0 0,-15-9-89 0 0,0-1 0 0 0,0 0 0 0 0,0 0 0 0 0,1 0 1 0 0,-1-1-1 0 0,0 1 0 0 0,1 0 0 0 0,-1-1 0 0 0,1 0 1 0 0,-1 1-1 0 0,0-1 0 0 0,1 0 0 0 0,3-1 1 0 0,-5 1-103 0 0,0 0 1 0 0,0 0 0 0 0,0-1 0 0 0,-1 1 0 0 0,1-1 0 0 0,0 1 0 0 0,0-1 0 0 0,0 1 0 0 0,0-1-1 0 0,0 0 1 0 0,-1 1 0 0 0,1-1 0 0 0,0 0 0 0 0,0 0 0 0 0,-1 1 0 0 0,1-1 0 0 0,-1 0 0 0 0,1 0 0 0 0,-1 0-1 0 0,1 0 1 0 0,-1 0 0 0 0,1 0 0 0 0,-1 0 0 0 0,0 0 0 0 0,0 0 0 0 0,1 0 0 0 0,-1 0 0 0 0,0 0-1 0 0,0 0 1 0 0,0 0 0 0 0,0 0 0 0 0,0-2 0 0 0,0-4-1730 0 0,0-2-149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4.159"/>
    </inkml:context>
    <inkml:brush xml:id="br0">
      <inkml:brushProperty name="width" value="0.025" units="cm"/>
      <inkml:brushProperty name="height" value="0.025" units="cm"/>
    </inkml:brush>
  </inkml:definitions>
  <inkml:trace contextRef="#ctx0" brushRef="#br0">1 142 8 0 0,'5'16'2179'0'0,"1"1"0"0"0,1-1 0 0 0,10 16 0 0 0,-7-12-1108 0 0,23 38 1340 0 0,-29-53-2279 0 0,-1 0-1 0 0,1 1 1 0 0,1-1-1 0 0,-1-1 1 0 0,1 1-1 0 0,0-1 1 0 0,0 0-1 0 0,6 4 1 0 0,-11-7-124 0 0,1-1 0 0 0,-1 0 0 0 0,0 0 0 0 0,1 1 0 0 0,-1-1 0 0 0,0 0 0 0 0,1 0 0 0 0,-1 0 1 0 0,1 1-1 0 0,-1-1 0 0 0,0 0 0 0 0,1 0 0 0 0,-1 0 0 0 0,1 0 0 0 0,-1 0 0 0 0,1 0 1 0 0,-1 0-1 0 0,0 0 0 0 0,1 0 0 0 0,-1 0 0 0 0,1 0 0 0 0,-1 0 0 0 0,1 0 0 0 0,-1-1 0 0 0,0 1 1 0 0,1 0-1 0 0,-1 0 0 0 0,1 0 0 0 0,-1-1 0 0 0,0 1 0 0 0,1 0 0 0 0,-1 0 0 0 0,0-1 1 0 0,1 1-1 0 0,-1 0 0 0 0,0-1 0 0 0,1 1 0 0 0,3-21 136 0 0,-8-23-15 0 0,4 44-126 0 0,-8-37 46 0 0,5 27-48 0 0,0-1 1 0 0,1 1-1 0 0,0-1 0 0 0,1 0 1 0 0,1 0-1 0 0,0-17 0 0 0,0 28 5 0 0,0-1 0 0 0,0 1 0 0 0,0-1 0 0 0,0 1 0 0 0,0-1 0 0 0,1 1 0 0 0,-1 0 0 0 0,0-1 0 0 0,0 1 1 0 0,0-1-1 0 0,0 1 0 0 0,1 0 0 0 0,-1-1 0 0 0,0 1 0 0 0,1 0 0 0 0,-1-1 0 0 0,0 1 0 0 0,0 0 0 0 0,1-1 0 0 0,-1 1 0 0 0,1 0 0 0 0,-1 0 0 0 0,0-1 0 0 0,1 1 0 0 0,-1 0 0 0 0,0 0 0 0 0,1 0 0 0 0,-1 0 0 0 0,1 0 0 0 0,-1-1 0 0 0,1 1 0 0 0,-1 0 0 0 0,0 0 0 0 0,1 0 0 0 0,-1 0 0 0 0,1 0 0 0 0,-1 0 0 0 0,1 0 0 0 0,-1 1 0 0 0,1-1 0 0 0,-1 0 0 0 0,0 0 0 0 0,1 0 0 0 0,-1 0 0 0 0,1 0 0 0 0,-1 1 0 0 0,0-1 0 0 0,1 0 0 0 0,-1 0 0 0 0,0 1 0 0 0,1-1 0 0 0,-1 0 0 0 0,1 1 0 0 0,25 20 124 0 0,-15-12-89 0 0,-10-8-30 0 0,0-1-1 0 0,0 1 0 0 0,-1-1 0 0 0,1 1 1 0 0,1 0-1 0 0,-1-1 0 0 0,0 1 0 0 0,0-1 1 0 0,0 0-1 0 0,0 1 0 0 0,0-1 0 0 0,0 0 1 0 0,0 0-1 0 0,0 0 0 0 0,1 0 0 0 0,-1 0 1 0 0,0 0-1 0 0,0 0 0 0 0,0 0 0 0 0,0 0 1 0 0,0 0-1 0 0,1-1 0 0 0,-1 1 0 0 0,0 0 1 0 0,0-1-1 0 0,1 0 0 0 0,0 0 19 0 0,-1-1 0 0 0,0 1 0 0 0,0-1 0 0 0,0 1-1 0 0,0-1 1 0 0,0 1 0 0 0,0-1 0 0 0,0 1 0 0 0,-1-1 0 0 0,1 0 0 0 0,-1 0-1 0 0,1 1 1 0 0,-1-1 0 0 0,1-3 0 0 0,0-4 75 0 0,-1 1 0 0 0,0-1 1 0 0,0 1-1 0 0,-1-1 0 0 0,0 1 0 0 0,-2-10 0 0 0,-1 4-38 0 0,4 8-43 0 0,-2 0 0 0 0,1 1-1 0 0,0-1 1 0 0,-1 0-1 0 0,0 1 1 0 0,-1 0 0 0 0,1 0-1 0 0,-1-1 1 0 0,0 1 0 0 0,-6-8-1 0 0,8 16 23 0 0,0 0-1 0 0,1 0 1 0 0,0 0 0 0 0,0 0-1 0 0,0 0 1 0 0,0 0-1 0 0,0 0 1 0 0,2 5 0 0 0,0 9 100 0 0,2 1 0 0 0,0-1 0 0 0,1 0 0 0 0,13 28 0 0 0,-16-40-99 0 0,0 0 0 0 0,0 0 0 0 0,1 0 0 0 0,0 0 0 0 0,0-1-1 0 0,0 1 1 0 0,1-1 0 0 0,-1 0 0 0 0,1 0 0 0 0,0 0 0 0 0,0-1 0 0 0,0 1-1 0 0,1-1 1 0 0,-1 0 0 0 0,1 0 0 0 0,0 0 0 0 0,0-1 0 0 0,0 0 0 0 0,8 3 0 0 0,-11-5-32 0 0,1 0 0 0 0,-1 1 1 0 0,0-1-1 0 0,1 0 1 0 0,-1 0-1 0 0,1 0 1 0 0,-1-1-1 0 0,0 1 0 0 0,1 0 1 0 0,-1-1-1 0 0,0 0 1 0 0,1 1-1 0 0,-1-1 1 0 0,0 0-1 0 0,0 0 0 0 0,1 0 1 0 0,-1-1-1 0 0,0 1 1 0 0,0 0-1 0 0,-1-1 0 0 0,1 0 1 0 0,0 1-1 0 0,0-1 1 0 0,-1 0-1 0 0,1 0 1 0 0,-1 0-1 0 0,1 0 0 0 0,-1 0 1 0 0,0 0-1 0 0,1-3 1 0 0,12-35-1343 0 0,-6 0-4247 0 0,-6 28 2224 0 0,0 1 1504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4.767"/>
    </inkml:context>
    <inkml:brush xml:id="br0">
      <inkml:brushProperty name="width" value="0.025" units="cm"/>
      <inkml:brushProperty name="height" value="0.025" units="cm"/>
    </inkml:brush>
  </inkml:definitions>
  <inkml:trace contextRef="#ctx0" brushRef="#br0">15 234 8 0 0,'-1'3'2642'0'0,"0"-5"-587"0"0,-2-14 630 0 0,-2-26-674 0 0,4 34-1667 0 0,-2-74 1941 0 0,3 73-2071 0 0,0 1 0 0 0,1-1-1 0 0,0 0 1 0 0,1 1 0 0 0,0-1 0 0 0,0 1 0 0 0,5-10-1 0 0,-7 18-188 0 0,0-1 0 0 0,0 1-1 0 0,0-1 1 0 0,0 1-1 0 0,1-1 1 0 0,-1 1 0 0 0,0 0-1 0 0,0-1 1 0 0,1 1-1 0 0,-1-1 1 0 0,0 1 0 0 0,1 0-1 0 0,-1-1 1 0 0,0 1 0 0 0,1 0-1 0 0,-1-1 1 0 0,1 1-1 0 0,-1 0 1 0 0,1-1 0 0 0,-1 1-1 0 0,1 0 1 0 0,-1 0-1 0 0,1 0 1 0 0,-1 0 0 0 0,1-1-1 0 0,-1 1 1 0 0,1 0 0 0 0,-1 0-1 0 0,1 0 1 0 0,0 0 20 0 0,0 1 0 0 0,0-1 1 0 0,0 1-1 0 0,0-1 0 0 0,0 1 1 0 0,0-1-1 0 0,0 1 0 0 0,0 0 1 0 0,-1-1-1 0 0,1 1 0 0 0,0 0 1 0 0,0-1-1 0 0,0 3 0 0 0,17 27 648 0 0,-1 16-519 0 0,-3-1 0 0 0,-2 2 0 0 0,8 56 0 0 0,-9-43-138 0 0,23 72-1 0 0,-34-131-31 0 0,0 0 0 0 0,0 0-1 0 0,1 0 1 0 0,-1-1 0 0 0,0 1 0 0 0,1 0 0 0 0,-1 0 0 0 0,1 0-1 0 0,-1 0 1 0 0,1 0 0 0 0,-1-1 0 0 0,1 1 0 0 0,0 0 0 0 0,-1 0 0 0 0,1-1-1 0 0,0 1 1 0 0,0-1 0 0 0,-1 1 0 0 0,2 0 0 0 0,-1-1 3 0 0,0 0 1 0 0,-1 0-1 0 0,1 0 1 0 0,0 0 0 0 0,-1 0-1 0 0,1 0 1 0 0,-1 0-1 0 0,1 0 1 0 0,0-1-1 0 0,-1 1 1 0 0,1 0 0 0 0,-1 0-1 0 0,1-1 1 0 0,-1 1-1 0 0,1 0 1 0 0,-1-1-1 0 0,1 1 1 0 0,-1-1 0 0 0,1 1-1 0 0,-1 0 1 0 0,1-1-1 0 0,0 0 1 0 0,4-6 78 0 0,-1 0 1 0 0,1-1 0 0 0,5-12-1 0 0,-3 6-54 0 0,14-21 134 0 0,-11 21-169 0 0,-1 0-1 0 0,-1-1 0 0 0,0 1 0 0 0,9-30 0 0 0,-17 31-1267 0 0,-3 12-1483 0 0,-2 6-1312 0 0,2 1 2410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5.157"/>
    </inkml:context>
    <inkml:brush xml:id="br0">
      <inkml:brushProperty name="width" value="0.025" units="cm"/>
      <inkml:brushProperty name="height" value="0.025" units="cm"/>
    </inkml:brush>
  </inkml:definitions>
  <inkml:trace contextRef="#ctx0" brushRef="#br0">54 74 168 0 0,'-32'-44'4947'0'0,"11"15"1192"0"0,35 50-2096 0 0,7 17-2638 0 0,2 3-989 0 0,136 178-621 0 0,-155-215-3261 0 0,-6-8-188 0 0,-7-10-1135 0 0,3 7 3514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5.434"/>
    </inkml:context>
    <inkml:brush xml:id="br0">
      <inkml:brushProperty name="width" value="0.025" units="cm"/>
      <inkml:brushProperty name="height" value="0.025" units="cm"/>
    </inkml:brush>
  </inkml:definitions>
  <inkml:trace contextRef="#ctx0" brushRef="#br0">7 145 8 0 0,'-1'0'206'0'0,"1"0"-1"0"0,-1-1 1 0 0,1 1-1 0 0,-1-1 1 0 0,1 1-1 0 0,0-1 1 0 0,-1 1-1 0 0,1-1 1 0 0,0 0-1 0 0,-1 1 1 0 0,1-1-1 0 0,0 1 1 0 0,0-1-1 0 0,-1 0 1 0 0,1 1-1 0 0,0-1 1 0 0,0 1-1 0 0,0-1 1 0 0,0 0-1 0 0,0 1 1 0 0,0-1-1 0 0,0 0 1 0 0,0 1-1 0 0,0-1 1 0 0,0 0-1 0 0,0 1 1 0 0,1-1-1 0 0,-1 1 1 0 0,0-1-1 0 0,0 0 1 0 0,1 1 0 0 0,-1-1-1 0 0,0 1 1 0 0,1-1-1 0 0,-1 1 1 0 0,0-1-1 0 0,1 1 1 0 0,0-2-1 0 0,20-24 2686 0 0,-17 20-2357 0 0,6-5 79 0 0,0-1 1 0 0,1 2-1 0 0,0-1 1 0 0,17-11-1 0 0,-24 19-510 0 0,0 1 0 0 0,0-1 0 0 0,0 1 0 0 0,1-1 0 0 0,-1 1 0 0 0,1 0 0 0 0,0 1 1 0 0,-1-1-1 0 0,1 1 0 0 0,0 0 0 0 0,0 0 0 0 0,0 1 0 0 0,0-1 0 0 0,0 1 0 0 0,0 0 0 0 0,0 0 0 0 0,5 2 0 0 0,-7-1-84 0 0,0 0 0 0 0,-1 0-1 0 0,1 0 1 0 0,0 1 0 0 0,-1-1-1 0 0,1 1 1 0 0,-1 0 0 0 0,0 0-1 0 0,1 0 1 0 0,-1 0 0 0 0,0 0 0 0 0,0 1-1 0 0,-1-1 1 0 0,1 0 0 0 0,0 1-1 0 0,-1 0 1 0 0,1-1 0 0 0,-1 1-1 0 0,0 0 1 0 0,0 0 0 0 0,0-1-1 0 0,0 1 1 0 0,0 5 0 0 0,2 3-22 0 0,-2 0 1 0 0,1 0-1 0 0,-2 0 1 0 0,1 1-1 0 0,-2 11 1 0 0,0-15 13 0 0,-1 1 1 0 0,1-1-1 0 0,-2 0 1 0 0,1 0 0 0 0,-7 14-1 0 0,8-19-55 0 0,0-1 0 0 0,-1 1-1 0 0,1 0 1 0 0,0-1 0 0 0,-1 1 0 0 0,0-1-1 0 0,0 0 1 0 0,1 1 0 0 0,-2-1-1 0 0,1 0 1 0 0,0 0 0 0 0,0-1 0 0 0,0 1-1 0 0,-1 0 1 0 0,1-1 0 0 0,-1 1 0 0 0,0-1-1 0 0,1 0 1 0 0,-1 0 0 0 0,-3 1-1 0 0,5-2-74 0 0,1 1 0 0 0,-1-1 1 0 0,1 0-1 0 0,-1 0 0 0 0,1 0 0 0 0,-1 0 0 0 0,1 0 0 0 0,-1 0 0 0 0,1 0 0 0 0,-1-1 0 0 0,1 1 0 0 0,-1 0 0 0 0,1 0 0 0 0,-1 0 0 0 0,1 0 0 0 0,0-1 0 0 0,-1 1 0 0 0,1 0 0 0 0,-1 0 0 0 0,1-1 0 0 0,0 1 0 0 0,-1 0 0 0 0,1-1 0 0 0,-1 1 0 0 0,1-1 0 0 0,0 1 0 0 0,0 0 1 0 0,-1-1-1 0 0,1 1 0 0 0,0-1 0 0 0,0 1 0 0 0,-1-1 0 0 0,1 0 0 0 0,-2-17-5691 0 0,2 14 4965 0 0,0-2-230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5.730"/>
    </inkml:context>
    <inkml:brush xml:id="br0">
      <inkml:brushProperty name="width" value="0.025" units="cm"/>
      <inkml:brushProperty name="height" value="0.025" units="cm"/>
    </inkml:brush>
  </inkml:definitions>
  <inkml:trace contextRef="#ctx0" brushRef="#br0">0 106 8 0 0,'4'1'251'0'0,"-1"0"0"0"0,0 1 0 0 0,0-1-1 0 0,0 1 1 0 0,-1 0 0 0 0,1 0 0 0 0,0 0 0 0 0,-1 0 0 0 0,1 1-1 0 0,-1-1 1 0 0,1 0 0 0 0,1 4 0 0 0,25 38 4304 0 0,-22-34-3640 0 0,16 28 1375 0 0,-1 1 0 0 0,-1 1 0 0 0,17 51-1 0 0,-48-186-1728 0 0,2 57-754 0 0,0 7-410 0 0,3 0 1 0 0,0 0-1 0 0,2 0 0 0 0,1-42 1 0 0,2 69-93 0 0,1 0 0 0 0,-1 0 0 0 0,1 1 1 0 0,0-1-1 0 0,0 0 0 0 0,0 0 1 0 0,0 0-1 0 0,1 1 0 0 0,0-1 0 0 0,-1 1 1 0 0,1-1-1 0 0,0 1 0 0 0,1 0 0 0 0,4-6 1 0 0,0 4-233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5.842"/>
    </inkml:context>
    <inkml:brush xml:id="br0">
      <inkml:brushProperty name="width" value="0.025" units="cm"/>
      <inkml:brushProperty name="height" value="0.025" units="cm"/>
    </inkml:brush>
  </inkml:definitions>
  <inkml:trace contextRef="#ctx0" brushRef="#br0">0 1 8 0 0,'18'34'2060'0'0,"0"-1"0"0"0,3-1 0 0 0,25 33 0 0 0,-41-61-2247 0 0,-1-3-2752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6.004"/>
    </inkml:context>
    <inkml:brush xml:id="br0">
      <inkml:brushProperty name="width" value="0.025" units="cm"/>
      <inkml:brushProperty name="height" value="0.025" units="cm"/>
    </inkml:brush>
  </inkml:definitions>
  <inkml:trace contextRef="#ctx0" brushRef="#br0">18 1 160 0 0,'-5'0'1376'0'0,"1"1"-535"0"0,0 3 1671 0 0,3 0-640 0 0,0 1-1087 0 0,-1 0-177 0 0,2 0 40 0 0,0-1-224 0 0,0 1-304 0 0,2-1-80 0 0,0 0-88 0 0,3 2-216 0 0,1-1-464 0 0,1 0 256 0 0,3 0-2169 0 0,1 2 1609 0 0,2-1-112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6.295"/>
    </inkml:context>
    <inkml:brush xml:id="br0">
      <inkml:brushProperty name="width" value="0.025" units="cm"/>
      <inkml:brushProperty name="height" value="0.025" units="cm"/>
    </inkml:brush>
  </inkml:definitions>
  <inkml:trace contextRef="#ctx0" brushRef="#br0">0 39 664 0 0,'5'46'10578'0'0,"-2"-34"-9495"0"0,-1-1 0 0 0,9 18 0 0 0,-10-24-1011 0 0,1-1-1 0 0,-1 0 1 0 0,1 0-1 0 0,0 0 1 0 0,1 0-1 0 0,-1 0 1 0 0,1-1-1 0 0,0 1 1 0 0,0-1-1 0 0,0 1 1 0 0,0-1-1 0 0,0 0 0 0 0,1 0 1 0 0,0-1-1 0 0,-1 1 1 0 0,1-1-1 0 0,0 1 1 0 0,0-1-1 0 0,9 3 1 0 0,-11-5-24 0 0,0 1 1 0 0,0-1 0 0 0,1 0 0 0 0,-1 0 0 0 0,0 0-1 0 0,0 0 1 0 0,1 0 0 0 0,-1 0 0 0 0,0-1-1 0 0,0 1 1 0 0,0-1 0 0 0,1 0 0 0 0,-1 1-1 0 0,0-1 1 0 0,0 0 0 0 0,0 0 0 0 0,0 0 0 0 0,0-1-1 0 0,0 1 1 0 0,-1 0 0 0 0,3-2 0 0 0,-1 0 25 0 0,-1 0 1 0 0,1-1-1 0 0,-1 1 1 0 0,1 0-1 0 0,-1-1 1 0 0,0 0-1 0 0,-1 1 1 0 0,1-1-1 0 0,-1 0 1 0 0,1 0-1 0 0,0-5 1 0 0,-1 3 19 0 0,0 0 1 0 0,0-1 0 0 0,-1 1 0 0 0,1 0 0 0 0,-2 0 0 0 0,1-1 0 0 0,-2-8 0 0 0,1 12-48 0 0,1 0 1 0 0,-1-1 0 0 0,0 1 0 0 0,0 0-1 0 0,-1 0 1 0 0,1 0 0 0 0,-1 0-1 0 0,1 0 1 0 0,-1 0 0 0 0,0 0 0 0 0,0 0-1 0 0,0 1 1 0 0,-3-4 0 0 0,0 2-158 0 0,0 0-1 0 0,0 0 1 0 0,0 0 0 0 0,-1 0 0 0 0,1 1 0 0 0,-1 0 0 0 0,0 0-1 0 0,0 1 1 0 0,0-1 0 0 0,0 1 0 0 0,0 1 0 0 0,-12-3-1 0 0,18 4-54 0 0,0 0-1 0 0,0 0 0 0 0,1 0 1 0 0,-1 0-1 0 0,0 0 0 0 0,0 0 0 0 0,0 0 1 0 0,0 0-1 0 0,0 0 0 0 0,0 1 0 0 0,0-1 1 0 0,2 2-3648 0 0,-2-2 3648 0 0,0 0-1 0 0,0 0 0 0 0,0 0 1 0 0,0 0-1 0 0,-1 0 0 0 0,1 1 0 0 0,0-1 1 0 0,0 0-1 0 0,0 0 0 0 0,0 0 0 0 0,0 0 1 0 0,0 0-1 0 0,-1 1-1326 0 0,4-1-110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6.738"/>
    </inkml:context>
    <inkml:brush xml:id="br0">
      <inkml:brushProperty name="width" value="0.025" units="cm"/>
      <inkml:brushProperty name="height" value="0.025" units="cm"/>
    </inkml:brush>
  </inkml:definitions>
  <inkml:trace contextRef="#ctx0" brushRef="#br0">0 219 8 0 0,'8'5'1050'0'0,"-1"0"0"0"0,-1 0 0 0 0,1 1 0 0 0,-1 0 0 0 0,0 0 0 0 0,0 0 0 0 0,-1 1 0 0 0,1 0-1 0 0,-2 0 1 0 0,1 0 0 0 0,4 10 0 0 0,-6-10-612 0 0,0 0 0 0 0,0-1-1 0 0,-1 1 1 0 0,0 0 0 0 0,0 0-1 0 0,-1 0 1 0 0,0 1 0 0 0,1 8-1 0 0,-4-82-659 0 0,0 33-559 0 0,2 0-1 0 0,1 0 0 0 0,10-59 0 0 0,19-26 1372 0 0,-31 124-379 0 0,0 0 1 0 0,0 1-1 0 0,1-1 1 0 0,-1 0-1 0 0,1 0 0 0 0,1 0 1 0 0,-1 0-1 0 0,3 8 1 0 0,-3-10-158 0 0,1 1 1 0 0,0-1-1 0 0,1 0 1 0 0,-1 0-1 0 0,1 0 1 0 0,0 0-1 0 0,0 0 1 0 0,0 0-1 0 0,1-1 1 0 0,-1 1-1 0 0,1-1 1 0 0,0 1-1 0 0,0-1 1 0 0,3 3 0 0 0,25 16 437 0 0,-21-16-222 0 0,-1 0 0 0 0,0 1 0 0 0,0 0 0 0 0,0 1 0 0 0,11 13 0 0 0,-18-18-237 0 0,0 0 1 0 0,0 0 0 0 0,0 0 0 0 0,-1 0 0 0 0,1 1 0 0 0,-1-1 0 0 0,0 0 0 0 0,0 1 0 0 0,0-1-1 0 0,0 1 1 0 0,-1-1 0 0 0,1 1 0 0 0,-1-1 0 0 0,0 1 0 0 0,0-1 0 0 0,0 1 0 0 0,-1-1-1 0 0,1 1 1 0 0,-1-1 0 0 0,0 1 0 0 0,0-1 0 0 0,-3 6 0 0 0,4-8-43 0 0,0 0 1 0 0,0 0 0 0 0,-1 0-1 0 0,1 0 1 0 0,0-1-1 0 0,-1 1 1 0 0,1 0-1 0 0,-1-1 1 0 0,1 1 0 0 0,-1 0-1 0 0,1-1 1 0 0,-1 1-1 0 0,1 0 1 0 0,-1-1 0 0 0,0 1-1 0 0,0 0 1 0 0,1-1-42 0 0,-1 0 1 0 0,1 0-1 0 0,0 0 0 0 0,0 0 1 0 0,-1 0-1 0 0,1 0 0 0 0,0 0 1 0 0,-1 0-1 0 0,1-1 0 0 0,0 1 1 0 0,0 0-1 0 0,-1 0 1 0 0,1 0-1 0 0,0 0 0 0 0,0 0 1 0 0,-1-1-1 0 0,1 1 0 0 0,0 0 1 0 0,0 0-1 0 0,-1 0 1 0 0,1-1-1 0 0,0 1 0 0 0,0 0 1 0 0,0 0-1 0 0,0 0 0 0 0,-1-1 1 0 0,1 1-1 0 0,0 0 0 0 0,0-1 1 0 0,-8-27-7745 0 0,7 20 4350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6.924"/>
    </inkml:context>
    <inkml:brush xml:id="br0">
      <inkml:brushProperty name="width" value="0.025" units="cm"/>
      <inkml:brushProperty name="height" value="0.025" units="cm"/>
    </inkml:brush>
  </inkml:definitions>
  <inkml:trace contextRef="#ctx0" brushRef="#br0">27 1 2128 0 0,'0'0'218'0'0,"0"0"-1"0"0,0 0 0 0 0,0-1 1 0 0,0 1-1 0 0,1 0 0 0 0,-1 0 1 0 0,0 0-1 0 0,0 0 0 0 0,0 0 0 0 0,0 0 1 0 0,0 0-1 0 0,1 1 0 0 0,-1-1 1 0 0,0 0-1 0 0,2 1 2825 0 0,-2-1-2825 0 0,0 0 1 0 0,0 0-1 0 0,0 0 0 0 0,0 0 1 0 0,0 1-1 0 0,0-1 0 0 0,0 0 0 0 0,0 0 1 0 0,0 0-1 0 0,0 0 0 0 0,0 1 1 0 0,0-1-1 0 0,0 0 0 0 0,0 0 1 0 0,0 0-1 0 0,0 0 0 0 0,0 0 0 0 0,0 1 1 0 0,-2 12 3713 0 0,-8 11-1304 0 0,6-16-2490 0 0,1-4 63 0 0,1 0 1 0 0,0 0-1 0 0,0 0 1 0 0,0 0-1 0 0,-1 7 1 0 0,3-10-397 0 0,0 0 1 0 0,0 0-1 0 0,0 0 1 0 0,0 0 0 0 0,0 0-1 0 0,0 0 1 0 0,0 0-1 0 0,0 0 1 0 0,0 0-1 0 0,0 0 1 0 0,1 0 0 0 0,-1 0-1 0 0,0 0 1 0 0,1 0-1 0 0,-1 0 1 0 0,0-1 0 0 0,1 1-1 0 0,0 0 1 0 0,-1 0-1 0 0,1 0 1 0 0,-1-1 0 0 0,1 1-1 0 0,0 0 1 0 0,0 0-1 0 0,-1-1 1 0 0,1 1 0 0 0,0-1-1 0 0,0 1 1 0 0,0-1-1 0 0,1 1 1 0 0,4 2-3524 0 0,1 1 1153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7.074"/>
    </inkml:context>
    <inkml:brush xml:id="br0">
      <inkml:brushProperty name="width" value="0.025" units="cm"/>
      <inkml:brushProperty name="height" value="0.025" units="cm"/>
    </inkml:brush>
  </inkml:definitions>
  <inkml:trace contextRef="#ctx0" brushRef="#br0">15 0 1304 0 0,'1'14'2641'0'0,"-1"-3"2568"0"0,0 0-3721 0 0,-2-3-295 0 0,2-1-217 0 0,-1 0-384 0 0,-1-1-40 0 0,0-1-248 0 0,1-3-304 0 0,-2 0-400 0 0,1-2-872 0 0,1-1 456 0 0,0-2-1737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3:59.707"/>
    </inkml:context>
    <inkml:brush xml:id="br0">
      <inkml:brushProperty name="width" value="0.025" units="cm"/>
      <inkml:brushProperty name="height" value="0.025" units="cm"/>
    </inkml:brush>
  </inkml:definitions>
  <inkml:trace contextRef="#ctx0" brushRef="#br0">60 55 512 0 0,'-24'-8'704'0'0,"22"6"-247"0"0,-1 1 0 0 0,1-1 0 0 0,-1 1 0 0 0,1-1 0 0 0,0 0 0 0 0,-1 0-1 0 0,1 0 1 0 0,0-1 0 0 0,0 1 0 0 0,1 0 0 0 0,-1-1 0 0 0,0 1 0 0 0,1-1-1 0 0,0 0 1 0 0,-1 1 0 0 0,1-1 0 0 0,0 0 0 0 0,0-3 0 0 0,1 6-365 0 0,0 0 1 0 0,1-1-1 0 0,-1 1 1 0 0,0 0-1 0 0,1 0 0 0 0,-1 0 1 0 0,1 0-1 0 0,-1 0 1 0 0,0 0-1 0 0,1 0 1 0 0,-1 0-1 0 0,1 0 1 0 0,-1 0-1 0 0,0 1 1 0 0,1-1-1 0 0,-1 0 0 0 0,0 0 1 0 0,1 0-1 0 0,-1 0 1 0 0,1 1-1 0 0,-1-1 1 0 0,0 0-1 0 0,1 0 1 0 0,-1 1-1 0 0,0-1 0 0 0,0 0 1 0 0,1 0-1 0 0,-1 1 1 0 0,0-1-1 0 0,0 0 1 0 0,1 1-1 0 0,13 10 563 0 0,9 12 98 0 0,-2 0 1 0 0,27 38 0 0 0,-30-36-591 0 0,1-1 1 0 0,40 38-1 0 0,-51-54-1619 0 0,-13-9-4237 0 0,-12-5 131 0 0,10 4 3572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0.394"/>
    </inkml:context>
    <inkml:brush xml:id="br0">
      <inkml:brushProperty name="width" value="0.025" units="cm"/>
      <inkml:brushProperty name="height" value="0.025" units="cm"/>
    </inkml:brush>
  </inkml:definitions>
  <inkml:trace contextRef="#ctx0" brushRef="#br0">12 598 8 0 0,'-1'1'115'0'0,"0"0"-1"0"0,0 0 1 0 0,0 0-1 0 0,0 0 1 0 0,0 0 0 0 0,0 0-1 0 0,1 0 1 0 0,-1 0-1 0 0,0 0 1 0 0,1 1 0 0 0,-1-1-1 0 0,1 0 1 0 0,-1 0-1 0 0,1 1 1 0 0,0-1 0 0 0,-1 0-1 0 0,1 1 1 0 0,0-1-1 0 0,0 0 1 0 0,0 1 0 0 0,0-1-1 0 0,0 0 1 0 0,1 1-1 0 0,-1-1 1 0 0,0 0 0 0 0,0 1-1 0 0,1-1 1 0 0,-1 0-1 0 0,1 0 1 0 0,-1 1 0 0 0,1-1-1 0 0,0 0 1 0 0,1 2 0 0 0,-1-1 114 0 0,0 0 0 0 0,0-1 0 0 0,0 1 0 0 0,1 0 0 0 0,-1-1 0 0 0,1 1 1 0 0,-1-1-1 0 0,1 0 0 0 0,-1 1 0 0 0,1-1 0 0 0,0 0 0 0 0,-1 0 1 0 0,1 0-1 0 0,0 0 0 0 0,0 0 0 0 0,0-1 0 0 0,0 1 0 0 0,0 0 1 0 0,0-1-1 0 0,0 0 0 0 0,0 1 0 0 0,3-1 0 0 0,1-1 25 0 0,0-1 1 0 0,0 0-1 0 0,0 0 0 0 0,-1 0 0 0 0,1-1 0 0 0,-1 1 0 0 0,0-1 0 0 0,1-1 0 0 0,-1 1 1 0 0,0-1-1 0 0,-1 0 0 0 0,1 0 0 0 0,-1 0 0 0 0,0-1 0 0 0,0 1 0 0 0,0-1 1 0 0,4-7-1 0 0,7-11 322 0 0,-1-1 1 0 0,15-35 0 0 0,-27 53-528 0 0,11-21 77 0 0,-2-1 0 0 0,-1-1 0 0 0,-2 0-1 0 0,0 0 1 0 0,-2-1 0 0 0,2-30 0 0 0,-6 36-56 0 0,-2 0 0 0 0,0 0 0 0 0,-2 0 0 0 0,0 1 0 0 0,-2-1 0 0 0,-1 1 0 0 0,0 0 0 0 0,-10-25 0 0 0,13 42-85 0 0,-3-6 432 0 0,7 19-14 0 0,16 46-96 0 0,48 95 0 0 0,41 42-175 0 0,-102-182-53 0 0,-4-5-64 0 0,1 1 1 0 0,0-1 0 0 0,0 1-1 0 0,0-1 1 0 0,0 0-1 0 0,0 0 1 0 0,1 0 0 0 0,0 0-1 0 0,-1 0 1 0 0,6 3-1 0 0,-8-6-11 0 0,1 0-1 0 0,-1-1 1 0 0,0 1-1 0 0,1 0 0 0 0,-1-1 1 0 0,0 1-1 0 0,0 0 1 0 0,1-1-1 0 0,-1 1 0 0 0,0 0 1 0 0,0-1-1 0 0,1 1 1 0 0,-1 0-1 0 0,0-1 1 0 0,0 1-1 0 0,0-1 0 0 0,0 1 1 0 0,0 0-1 0 0,0-1 1 0 0,1 1-1 0 0,-1-1 0 0 0,0 1 1 0 0,0 0-1 0 0,0-1 1 0 0,0 1-1 0 0,0-1 0 0 0,-1 1 1 0 0,1-1-1 0 0,0 1 1 0 0,0 0-1 0 0,0-1 0 0 0,0 1 1 0 0,-1-1-1 0 0,-1-17 65 0 0,-27-76 40 0 0,19 66-71 0 0,1 0 0 0 0,-6-32 0 0 0,15 60-35 0 0,0 0-1 0 0,0 0 1 0 0,0-1-1 0 0,0 1 1 0 0,0 0-1 0 0,-1-1 1 0 0,1 1-1 0 0,0 0 1 0 0,0 0-1 0 0,0-1 1 0 0,0 1-1 0 0,0 0 1 0 0,0-1-1 0 0,0 1 1 0 0,0 0-1 0 0,0 0 1 0 0,0-1 0 0 0,0 1-1 0 0,0 0 1 0 0,0-1-1 0 0,0 1 1 0 0,0 0-1 0 0,0 0 1 0 0,1-1-1 0 0,-1 1 1 0 0,0 0-1 0 0,0-1 1 0 0,0 1-1 0 0,0 0 1 0 0,0 0-1 0 0,1 0 1 0 0,-1-1-1 0 0,0 1 1 0 0,0 0-1 0 0,1 0 1 0 0,-1 0-1 0 0,0-1 1 0 0,0 1 0 0 0,1 0-1 0 0,-1 0 1 0 0,12 9-13 0 0,16 27-82 0 0,-25-32 82 0 0,1 1 34 0 0,3 6-1 0 0,1-1-1 0 0,0-1 1 0 0,14 13-1 0 0,-21-20-17 0 0,1-1 0 0 0,0 1 1 0 0,0-1-1 0 0,0 1 0 0 0,0-1 0 0 0,0 0 0 0 0,0 0 0 0 0,1 1 0 0 0,-1-1 0 0 0,0-1 0 0 0,0 1 0 0 0,1 0 0 0 0,-1-1 0 0 0,1 1 0 0 0,-1-1 0 0 0,0 0 0 0 0,1 1 0 0 0,-1-1 0 0 0,1 0 1 0 0,-1-1-1 0 0,1 1 0 0 0,-1 0 0 0 0,0-1 0 0 0,5-1 0 0 0,-4 1 5 0 0,-1-1 1 0 0,0 0-1 0 0,1 1 0 0 0,-1-1 1 0 0,0 0-1 0 0,0 0 1 0 0,0 0-1 0 0,0-1 0 0 0,0 1 1 0 0,0-1-1 0 0,-1 1 0 0 0,1-1 1 0 0,-1 1-1 0 0,0-1 1 0 0,1 0-1 0 0,-1 1 0 0 0,-1-1 1 0 0,1 0-1 0 0,0 0 1 0 0,-1 0-1 0 0,1 0 0 0 0,-1 0 1 0 0,0 0-1 0 0,0 0 1 0 0,0 0-1 0 0,0 1 0 0 0,-1-5 1 0 0,-1-3 25 0 0,1-1 1 0 0,-2 1 0 0 0,1 1 0 0 0,-1-1 0 0 0,-1 0-1 0 0,-6-14 1 0 0,4 14-23 0 0,1 1 0 0 0,-1-1 0 0 0,-1 2 1 0 0,0-1-1 0 0,0 1 0 0 0,-1 0 0 0 0,0 0 0 0 0,0 1 0 0 0,-12-8 0 0 0,20 15-14 0 0,0-1 0 0 0,0 1 0 0 0,0 0 1 0 0,0 0-1 0 0,0 0 0 0 0,0 0 0 0 0,0 0 0 0 0,0 0 0 0 0,0 0 0 0 0,-1 0 1 0 0,1 0-1 0 0,0 0 0 0 0,0 0 0 0 0,0 0 0 0 0,0 0 0 0 0,0 0 0 0 0,0 0 0 0 0,0 0 1 0 0,-1 0-1 0 0,1 0 0 0 0,0 0 0 0 0,0 0 0 0 0,0 0 0 0 0,0 0 0 0 0,0 0 1 0 0,0 0-1 0 0,-1 0 0 0 0,1 0 0 0 0,0 0 0 0 0,0 0 0 0 0,0 0 0 0 0,0 0 1 0 0,0 0-1 0 0,0 0 0 0 0,0 0 0 0 0,0 0 0 0 0,0 0 0 0 0,-1 1 0 0 0,1-1 1 0 0,0 0-1 0 0,0 0 0 0 0,0 0 0 0 0,0 0 0 0 0,0 0 0 0 0,0 0 0 0 0,0 0 1 0 0,0 0-1 0 0,0 1 0 0 0,0-1 0 0 0,0 0 0 0 0,0 0 0 0 0,0 0 0 0 0,0 0 1 0 0,0 0-1 0 0,0 0 0 0 0,0 0 0 0 0,0 1 0 0 0,1 11 47 0 0,7 12 23 0 0,-1-5-68 0 0,2-1-1 0 0,0 0 0 0 0,1-1 0 0 0,13 17 0 0 0,-17-25 0 0 0,1-1 0 0 0,0 0 0 0 0,0 0 1 0 0,1 0-1 0 0,0-1 0 0 0,0-1 0 0 0,1 1 0 0 0,0-1 0 0 0,12 6 0 0 0,-19-11-41 0 0,0 0 0 0 0,0 0 0 0 0,0 0 0 0 0,0 0 0 0 0,0-1 1 0 0,0 1-1 0 0,1-1 0 0 0,-1 1 0 0 0,0-1 0 0 0,0 0 0 0 0,0 0 0 0 0,1 0 1 0 0,-1 0-1 0 0,0 0 0 0 0,0-1 0 0 0,0 1 0 0 0,1-1 0 0 0,-1 1 1 0 0,0-1-1 0 0,0 0 0 0 0,0 0 0 0 0,0 0 0 0 0,0 0 0 0 0,0 0 0 0 0,0 0 1 0 0,-1 0-1 0 0,1-1 0 0 0,0 1 0 0 0,0-1 0 0 0,-1 1 0 0 0,1-1 0 0 0,-1 0 1 0 0,2-3-1 0 0,2-3-1049 0 0,-1 0 0 0 0,0 0 0 0 0,0-1 0 0 0,-1 0 0 0 0,0 0 1 0 0,3-16-1 0 0,-3 9-1108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0.879"/>
    </inkml:context>
    <inkml:brush xml:id="br0">
      <inkml:brushProperty name="width" value="0.025" units="cm"/>
      <inkml:brushProperty name="height" value="0.025" units="cm"/>
    </inkml:brush>
  </inkml:definitions>
  <inkml:trace contextRef="#ctx0" brushRef="#br0">109 290 1336 0 0,'-2'21'12682'0'0,"0"-33"-11399"0"0,-5-42-76 0 0,-10-68-33 0 0,14 106-1055 0 0,-1 1 1 0 0,-1-1 0 0 0,0 1-1 0 0,-1 1 1 0 0,-12-23 0 0 0,17 36-120 0 0,1 1 0 0 0,0-1 0 0 0,0 1 0 0 0,0-1 0 0 0,-1 1 0 0 0,1-1 0 0 0,0 1 0 0 0,-1-1 0 0 0,1 1 0 0 0,0 0 0 0 0,-1-1 0 0 0,1 1 0 0 0,-1-1 0 0 0,1 1 0 0 0,-1 0 0 0 0,1-1 0 0 0,-1 1 0 0 0,1 0 0 0 0,-1 0 0 0 0,1-1 0 0 0,-1 1 1 0 0,1 0-1 0 0,-1 0 0 0 0,1 0 0 0 0,-1 0 0 0 0,1-1 0 0 0,-1 1 0 0 0,0 0 0 0 0,1 0 0 0 0,-1 0 0 0 0,1 0 0 0 0,-2 1 0 0 0,1-1-1 0 0,0 1 0 0 0,0 0 0 0 0,0 0 1 0 0,0 0-1 0 0,0-1 0 0 0,0 1 0 0 0,1 0 0 0 0,-1 0 1 0 0,0 0-1 0 0,0 1 0 0 0,1-1 0 0 0,-1 0 0 0 0,0 2 1 0 0,-2 3-4 0 0,1-1 1 0 0,0 1-1 0 0,1 0 1 0 0,-1 0 0 0 0,0 10-1 0 0,3-2 30 0 0,0 0 0 0 0,1-1 0 0 0,1 1 0 0 0,0-1 0 0 0,1 0 0 0 0,0 0-1 0 0,9 18 1 0 0,-4-13 19 0 0,0 0-1 0 0,1-2 0 0 0,1 1 0 0 0,20 24 0 0 0,-26-36-12 0 0,-1 0 0 0 0,1-1 0 0 0,0 0 0 0 0,0 0-1 0 0,0 0 1 0 0,1 0 0 0 0,-1-1 0 0 0,1 0 0 0 0,0 0 0 0 0,11 4-1 0 0,-15-7-26 0 0,0 1 0 0 0,1-1 0 0 0,-1 0-1 0 0,0 1 1 0 0,0-1 0 0 0,0 0-1 0 0,1 0 1 0 0,-1 0 0 0 0,0-1 0 0 0,0 1-1 0 0,0-1 1 0 0,0 1 0 0 0,0-1-1 0 0,1 1 1 0 0,-1-1 0 0 0,0 0 0 0 0,-1 0-1 0 0,1 0 1 0 0,0 0 0 0 0,0-1 0 0 0,0 1-1 0 0,0 0 1 0 0,-1-1 0 0 0,1 1-1 0 0,-1-1 1 0 0,1 0 0 0 0,-1 1 0 0 0,0-1-1 0 0,0 0 1 0 0,1 0 0 0 0,-1 0 0 0 0,0 0-1 0 0,-1 0 1 0 0,1 0 0 0 0,1-3-1 0 0,1-5-184 0 0,-1 1 0 0 0,0-1 0 0 0,0 0-1 0 0,-1 0 1 0 0,0 0 0 0 0,-1 0-1 0 0,-1-17 1 0 0,-14-73-7274 0 0,11 76 3597 0 0,0 4 1014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1.125"/>
    </inkml:context>
    <inkml:brush xml:id="br0">
      <inkml:brushProperty name="width" value="0.025" units="cm"/>
      <inkml:brushProperty name="height" value="0.025" units="cm"/>
    </inkml:brush>
  </inkml:definitions>
  <inkml:trace contextRef="#ctx0" brushRef="#br0">0 0 8 0 0,'6'13'1610'0'0,"-5"-12"-733"0"0,0 0-1 0 0,0 0 1 0 0,-1 0-1 0 0,1 0 1 0 0,0-1-1 0 0,0 1 1 0 0,0 0-1 0 0,0-1 1 0 0,0 1-1 0 0,0 0 1 0 0,0-1-1 0 0,0 1 1 0 0,0-1-1 0 0,1 1 1 0 0,1-1-1 0 0,12 6 783 0 0,-5 1-1507 0 0,0 1-1 0 0,0-1 1 0 0,-1 2-1 0 0,0-1 0 0 0,-1 1 1 0 0,14 17-1 0 0,-6-6-84 0 0,6 7 11 0 0,16 19 105 0 0,-34-42-169 0 0,-1-1 0 0 0,1 1-1 0 0,0-1 1 0 0,0 0-1 0 0,0-1 1 0 0,1 1 0 0 0,-1-1-1 0 0,0 0 1 0 0,7 3-1 0 0,-11-5-22 0 0,0 0 0 0 0,1 0 0 0 0,-1 0 0 0 0,1 0 0 0 0,-1 0 0 0 0,0 0 0 0 0,1 0 0 0 0,-1 0 0 0 0,1 0 0 0 0,-1 0 0 0 0,0 0 0 0 0,1 0 0 0 0,-1 0 0 0 0,0 0 0 0 0,1 0 0 0 0,-1 0 0 0 0,1-1 0 0 0,-1 1 0 0 0,0 0 0 0 0,1 0 0 0 0,-1 0 0 0 0,0-1 0 0 0,1 1 0 0 0,-1 0 0 0 0,0 0 0 0 0,1-1 0 0 0,-1 1 0 0 0,0 0 0 0 0,0 0 0 0 0,1-1 0 0 0,3-15-683 0 0,-4-19-1384 0 0,-1 31 1729 0 0,-6-64-9141 0 0,5 54 6810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1.321"/>
    </inkml:context>
    <inkml:brush xml:id="br0">
      <inkml:brushProperty name="width" value="0.025" units="cm"/>
      <inkml:brushProperty name="height" value="0.025" units="cm"/>
    </inkml:brush>
  </inkml:definitions>
  <inkml:trace contextRef="#ctx0" brushRef="#br0">17 3 8 0 0,'0'0'73'0'0,"0"0"1"0"0,0 0-1 0 0,0 0 0 0 0,0-1 1 0 0,0 1-1 0 0,0 0 1 0 0,-1 0-1 0 0,1 0 0 0 0,0 0 1 0 0,0 0-1 0 0,0-1 0 0 0,0 1 1 0 0,0 0-1 0 0,0 0 1 0 0,-1 0-1 0 0,1 0 0 0 0,0 0 1 0 0,0 0-1 0 0,0 0 0 0 0,0 0 1 0 0,0 0-1 0 0,-1 0 0 0 0,1 0 1 0 0,0-1-1 0 0,0 1 1 0 0,0 0-1 0 0,-1 0 0 0 0,1 0 1 0 0,0 0-1 0 0,0 0 0 0 0,0 0 1 0 0,0 0-1 0 0,-1 0 0 0 0,1 1 1 0 0,0-1-1 0 0,0 0 1 0 0,0 0-1 0 0,0 0 0 0 0,-1 0 1 0 0,1 0-1 0 0,0 0 0 0 0,0 0 1 0 0,0 0-1 0 0,0 0 1 0 0,0 0-1 0 0,-1 1 0 0 0,1-1 1 0 0,0 0-1 0 0,0 0 0 0 0,0 0 1 0 0,0 0-1 0 0,-5 15 3791 0 0,2 25 1235 0 0,3-35-4874 0 0,-1 137 5013 0 0,15 71-4092 0 0,-13-192-994 0 0,-1-18-220 0 0,5 29 132 0 0,-5-31-131 0 0,0 0-1 0 0,0 0 1 0 0,0 0-1 0 0,1 1 0 0 0,-1-1 1 0 0,0 0-1 0 0,1 0 1 0 0,-1 0-1 0 0,1 0 0 0 0,-1 0 1 0 0,1 0-1 0 0,0 0 1 0 0,-1 0-1 0 0,1 0 0 0 0,0-1 1 0 0,0 1-1 0 0,-1 0 1 0 0,1 0-1 0 0,0-1 1 0 0,0 1-1 0 0,0 0 0 0 0,0-1 1 0 0,1 1-1 0 0,-1-1-127 0 0,-1 0 1 0 0,1 0-1 0 0,-1 0 0 0 0,1-1 1 0 0,0 1-1 0 0,-1 0 0 0 0,1-1 1 0 0,-1 1-1 0 0,1 0 0 0 0,-1-1 0 0 0,0 1 1 0 0,1-1-1 0 0,-1 1 0 0 0,1-1 1 0 0,-1 1-1 0 0,0-1 0 0 0,1 1 0 0 0,-1-1 1 0 0,0 1-1 0 0,0-1 0 0 0,1 1 1 0 0,-1-1-1 0 0,0 0 0 0 0,0 1 0 0 0,0-1 1 0 0,0 1-1 0 0,0-1 0 0 0,1 0 1 0 0,-1-1-531 0 0,3-7-1655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1.706"/>
    </inkml:context>
    <inkml:brush xml:id="br0">
      <inkml:brushProperty name="width" value="0.025" units="cm"/>
      <inkml:brushProperty name="height" value="0.025" units="cm"/>
    </inkml:brush>
  </inkml:definitions>
  <inkml:trace contextRef="#ctx0" brushRef="#br0">0 215 504 0 0,'0'-1'255'0'0,"0"0"0"0"0,0-1 0 0 0,0 1 0 0 0,0 0 0 0 0,1-1 0 0 0,-1 1 0 0 0,0 0 0 0 0,0 0 0 0 0,1-1 0 0 0,-1 1 0 0 0,1 0-1 0 0,-1 0 1 0 0,1 0 0 0 0,0 0 0 0 0,-1 0 0 0 0,1 0 0 0 0,0 0 0 0 0,1-1 0 0 0,-2 1-59 0 0,1 1 0 0 0,-1 0 0 0 0,1 0 0 0 0,0 0 1 0 0,-1 0-1 0 0,1 0 0 0 0,-1 0 0 0 0,1 0 0 0 0,0 0 0 0 0,-1 0 0 0 0,1 0 0 0 0,-1 1 0 0 0,1-1 0 0 0,-1 0 0 0 0,1 0 0 0 0,-1 1 1 0 0,1-1-1 0 0,0 0 0 0 0,-1 0 0 0 0,1 1 0 0 0,-1-1 0 0 0,0 1 0 0 0,1-1 0 0 0,-1 0 0 0 0,1 1 0 0 0,-1 0 0 0 0,7 6 1383 0 0,0 1-1 0 0,-1 1 0 0 0,7 11 1 0 0,-8-12-1863 0 0,171 255 3886 0 0,-169-250-4708 0 0,-18-22-564 0 0,-20-24-1131 0 0,30 31 2694 0 0,-20-21-480 0 0,2-1 0 0 0,1-1 0 0 0,1-1 0 0 0,1-1 0 0 0,-19-42 0 0 0,26 45 873 0 0,0 1 0 0 0,1-1 0 0 0,2 0 1 0 0,0-1-1 0 0,2 0 0 0 0,0 1 0 0 0,0-33 1 0 0,4 54-145 0 0,0 0 0 0 0,1-1 0 0 0,-1 1 0 0 0,1-1 1 0 0,-1 1-1 0 0,1 0 0 0 0,0-1 0 0 0,0 1 1 0 0,0 0-1 0 0,1 0 0 0 0,-1 0 0 0 0,1 0 1 0 0,0 0-1 0 0,2-4 0 0 0,-3 6-62 0 0,0 1-1 0 0,0-1 1 0 0,0 0-1 0 0,0 0 1 0 0,0 1 0 0 0,0-1-1 0 0,0 1 1 0 0,0-1-1 0 0,0 1 1 0 0,0-1 0 0 0,0 1-1 0 0,0-1 1 0 0,0 1-1 0 0,0 0 1 0 0,0 0 0 0 0,1 0-1 0 0,1-1 1 0 0,-1 2 2 0 0,0-1 0 0 0,0 1 0 0 0,0-1 0 0 0,0 1 0 0 0,0-1 0 0 0,0 1 1 0 0,0 0-1 0 0,-1 0 0 0 0,1 0 0 0 0,0 0 0 0 0,0 0 0 0 0,-1 1 0 0 0,3 1 0 0 0,0 1-1 0 0,1 1 0 0 0,-1 1 0 0 0,0-1 0 0 0,0 0 0 0 0,-1 1 0 0 0,1 0 0 0 0,-1 0 0 0 0,-1 0 0 0 0,1 0 0 0 0,-1 0 0 0 0,0 1 0 0 0,0-1 0 0 0,-1 1 0 0 0,1 10 0 0 0,1 13-147 0 0,-3 58 0 0 0,-1-63-45 0 0,-1 23-1527 0 0,0-13-3678 0 0,2-22 1971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2.036"/>
    </inkml:context>
    <inkml:brush xml:id="br0">
      <inkml:brushProperty name="width" value="0.025" units="cm"/>
      <inkml:brushProperty name="height" value="0.025" units="cm"/>
    </inkml:brush>
  </inkml:definitions>
  <inkml:trace contextRef="#ctx0" brushRef="#br0">7 17 8 0 0,'-6'-17'4843'0'0,"9"19"1124"0"0,16 25 1708 0 0,-13-18-8899 0 0,47 69 2552 0 0,47 95 1 0 0,-98-169-2083 0 0,-2-6-1235 0 0,-2-5-2293 0 0,-1 1 1487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2.337"/>
    </inkml:context>
    <inkml:brush xml:id="br0">
      <inkml:brushProperty name="width" value="0.025" units="cm"/>
      <inkml:brushProperty name="height" value="0.025" units="cm"/>
    </inkml:brush>
  </inkml:definitions>
  <inkml:trace contextRef="#ctx0" brushRef="#br0">6 129 1136 0 0,'0'-1'303'0'0,"0"1"0"0"0,-1 0 0 0 0,1-1 0 0 0,-1 1-1 0 0,1 0 1 0 0,0-1 0 0 0,-1 1 0 0 0,1-1 0 0 0,0 1 0 0 0,-1-1 0 0 0,1 1-1 0 0,0 0 1 0 0,0-1 0 0 0,-1 1 0 0 0,1-1 0 0 0,0 1 0 0 0,0-1-1 0 0,0 1 1 0 0,0-1 0 0 0,0 0 0 0 0,-1 1 0 0 0,1-1 0 0 0,0 0 0 0 0,4-17 2334 0 0,10-14-882 0 0,-8 24-1267 0 0,0 0-1 0 0,1 0 0 0 0,0 0 1 0 0,13-10-1 0 0,-19 16-427 0 0,1 1 0 0 0,0-1 0 0 0,-1 1 0 0 0,1-1 0 0 0,0 1 0 0 0,0 0 0 0 0,0 0 0 0 0,1 0 0 0 0,-1 0 1 0 0,0 0-1 0 0,0 1 0 0 0,0-1 0 0 0,1 1 0 0 0,-1-1 0 0 0,0 1 0 0 0,0 0 0 0 0,1 0 0 0 0,-1 0 0 0 0,0 0 0 0 0,1 0 0 0 0,-1 0 0 0 0,0 1 0 0 0,1-1 0 0 0,-1 1 0 0 0,0-1 1 0 0,4 3-1 0 0,-4-2-30 0 0,0 1 1 0 0,0 0-1 0 0,0 0 1 0 0,0 1-1 0 0,0-1 1 0 0,0 0-1 0 0,-1 0 1 0 0,1 1-1 0 0,-1-1 1 0 0,1 1-1 0 0,-1 0 1 0 0,0-1-1 0 0,1 6 1 0 0,9 39 226 0 0,-10-39-211 0 0,2 8-31 0 0,0-1 0 0 0,-2 1 0 0 0,0-1 0 0 0,-1 1 0 0 0,0 0 0 0 0,-1-1 0 0 0,-1 1 0 0 0,0-1 0 0 0,-1 1 0 0 0,-8 23-1 0 0,10-38-110 0 0,1 0-1 0 0,-1 0 0 0 0,1 0 1 0 0,-1 0-1 0 0,0 0 0 0 0,1 0 0 0 0,-1 0 1 0 0,0 0-1 0 0,0 0 0 0 0,0 0 0 0 0,0 0 1 0 0,0 0-1 0 0,-1 1 0 0 0,1-2-82 0 0,1 0 0 0 0,-1 0 1 0 0,1 0-1 0 0,-1 0 0 0 0,1 0 0 0 0,-1 0 0 0 0,1 0 1 0 0,0 0-1 0 0,-1 0 0 0 0,1 0 0 0 0,-1 0 0 0 0,1 0 0 0 0,-1 0 1 0 0,1 0-1 0 0,-1-1 0 0 0,1 1 0 0 0,0 0 0 0 0,-1 0 1 0 0,1 0-1 0 0,-1-1 0 0 0,1 1 0 0 0,0 0 0 0 0,-1-1 0 0 0,1 1 1 0 0,0 0-1 0 0,-1-1 0 0 0,1 1 0 0 0,0 0 0 0 0,0-1 1 0 0,-1 1-1 0 0,1 0 0 0 0,0-1 0 0 0,0 1 0 0 0,0-1 0 0 0,-1 1 1 0 0,1-1-1 0 0,0 1 0 0 0,0 0 0 0 0,0-1 0 0 0,-2-6-1382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2.661"/>
    </inkml:context>
    <inkml:brush xml:id="br0">
      <inkml:brushProperty name="width" value="0.025" units="cm"/>
      <inkml:brushProperty name="height" value="0.025" units="cm"/>
    </inkml:brush>
  </inkml:definitions>
  <inkml:trace contextRef="#ctx0" brushRef="#br0">0 155 480 0 0,'1'-1'268'0'0,"-1"0"0"0"0,1 0 1 0 0,0 1-1 0 0,0-1 0 0 0,0 0 0 0 0,0 0 0 0 0,-1 0 0 0 0,1 1 1 0 0,0-1-1 0 0,0 0 0 0 0,1 1 0 0 0,-1-1 0 0 0,0 1 0 0 0,0-1 0 0 0,0 1 1 0 0,0 0-1 0 0,0-1 0 0 0,1 1 0 0 0,-1 0 0 0 0,0 0 0 0 0,0 0 1 0 0,2 0-1 0 0,-1 0 155 0 0,1 0 0 0 0,0 1 1 0 0,-1 0-1 0 0,1-1 0 0 0,-1 1 1 0 0,1 0-1 0 0,-1 0 0 0 0,0 1 0 0 0,5 2 1 0 0,0 0 143 0 0,-1 2 0 0 0,1-1 0 0 0,-1 1 0 0 0,0 0 0 0 0,7 10 0 0 0,0 4-140 0 0,-1 1 0 0 0,0 0 0 0 0,-2 1 1 0 0,0 0-1 0 0,-2 0 0 0 0,9 36 0 0 0,-20-68-60 0 0,-29-121 727 0 0,26 103-1256 0 0,1 0 1 0 0,2-1-1 0 0,0-33 1 0 0,3 55-52 0 0,1 1 1 0 0,0-1-1 0 0,1 1 1 0 0,-1-1-1 0 0,1 1 1 0 0,3-7-1 0 0,-4 10-228 0 0,0 0-1 0 0,1-1 1 0 0,0 2-1 0 0,-1-1 0 0 0,1 0 1 0 0,0 0-1 0 0,0 0 1 0 0,1 1-1 0 0,-1-1 1 0 0,0 1-1 0 0,1 0 0 0 0,0 0 1 0 0,4-4-1 0 0,-6 6 230 0 0,0 0 0 0 0,0 0 0 0 0,-1-1 0 0 0,1 1 0 0 0,0 0 0 0 0,0 0 0 0 0,0 0-1 0 0,-1 0 1 0 0,1 0 0 0 0,0 0 0 0 0,0 0 0 0 0,0 0 0 0 0,0 0 0 0 0,-1 0 0 0 0,1 0 0 0 0,0 0 0 0 0,0 1-1 0 0,-1-1 1 0 0,1 0 0 0 0,0 1 0 0 0,0-1 0 0 0,-1 0 0 0 0,1 1 0 0 0,0-1 0 0 0,0 2 0 0 0,3 1-1467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2.930"/>
    </inkml:context>
    <inkml:brush xml:id="br0">
      <inkml:brushProperty name="width" value="0.025" units="cm"/>
      <inkml:brushProperty name="height" value="0.025" units="cm"/>
    </inkml:brush>
  </inkml:definitions>
  <inkml:trace contextRef="#ctx0" brushRef="#br0">1 0 2008 0 0,'0'1'7669'0'0,"0"3"-3483"0"0,3 18-1048 0 0,3 5-1402 0 0,20 53 0 0 0,-23-72-1717 0 0,1 0 0 0 0,0 0-1 0 0,0-1 1 0 0,1 1 0 0 0,-1-1 0 0 0,2 0-1 0 0,-1 0 1 0 0,1-1 0 0 0,0 1-1 0 0,12 8 1 0 0,-18-14-55 0 0,1-1 0 0 0,-1 1 0 0 0,1-1 1 0 0,-1 1-1 0 0,1-1 0 0 0,-1 1 0 0 0,1-1 0 0 0,0 0 0 0 0,-1 1 0 0 0,1-1 0 0 0,0 0 1 0 0,-1 0-1 0 0,1 1 0 0 0,0-1 0 0 0,-1 0 0 0 0,1 0 0 0 0,0 0 0 0 0,0 0 0 0 0,-1 0 1 0 0,1 0-1 0 0,0 0 0 0 0,-1 0 0 0 0,1 0 0 0 0,0 0 0 0 0,0 0 0 0 0,-1-1 0 0 0,1 1 1 0 0,0 0-1 0 0,-1 0 0 0 0,1-1 0 0 0,0 1 0 0 0,-1 0 0 0 0,1-1 0 0 0,-1 1 0 0 0,1-1 1 0 0,-1 1-1 0 0,1-1 0 0 0,-1 1 0 0 0,1-1 0 0 0,-1 1 0 0 0,1-1 0 0 0,-1 0 0 0 0,1 1 1 0 0,-1-1-1 0 0,0 1 0 0 0,1-1 0 0 0,-1 0 0 0 0,0 1 0 0 0,0-1 0 0 0,1-1 0 0 0,0-2-826 0 0,0 0 0 0 0,-1 0-1 0 0,1-1 1 0 0,-1 1 0 0 0,0 0-1 0 0,0 0 1 0 0,-1-7 0 0 0,0 2-1607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3.059"/>
    </inkml:context>
    <inkml:brush xml:id="br0">
      <inkml:brushProperty name="width" value="0.025" units="cm"/>
      <inkml:brushProperty name="height" value="0.025" units="cm"/>
    </inkml:brush>
  </inkml:definitions>
  <inkml:trace contextRef="#ctx0" brushRef="#br0">40 14 504 0 0,'-12'-7'512'0'0,"4"3"1865"0"0,1 3-1641 0 0,1-1 544 0 0,5 2 240 0 0,-2 0-303 0 0,1 1-257 0 0,2 2-648 0 0,0 0 96 0 0,1 0-312 0 0,1 0 48 0 0,0 0-128 0 0,2-1-88 0 0,0 0-640 0 0,3 1-688 0 0,1 0 327 0 0,3 0-1095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3.340"/>
    </inkml:context>
    <inkml:brush xml:id="br0">
      <inkml:brushProperty name="width" value="0.025" units="cm"/>
      <inkml:brushProperty name="height" value="0.025" units="cm"/>
    </inkml:brush>
  </inkml:definitions>
  <inkml:trace contextRef="#ctx0" brushRef="#br0">0 0 1224 0 0,'0'18'4799'0'0,"1"41"4503"0"0,5 0-6428 0 0,-4-51-2778 0 0,-1 0 0 0 0,1-1 0 0 0,1 0 1 0 0,-1 1-1 0 0,1-1 0 0 0,1 0 0 0 0,-1 0 0 0 0,1 0 1 0 0,0-1-1 0 0,1 0 0 0 0,-1 1 0 0 0,1-2 0 0 0,7 8 1 0 0,-9-11-25 0 0,0 0 1 0 0,-1-1-1 0 0,1 1 1 0 0,0-1-1 0 0,0 1 1 0 0,0-1 0 0 0,0 0-1 0 0,1 0 1 0 0,-1 0-1 0 0,0-1 1 0 0,0 1 0 0 0,1-1-1 0 0,-1 0 1 0 0,0 0-1 0 0,0 0 1 0 0,1 0 0 0 0,-1 0-1 0 0,0-1 1 0 0,1 0-1 0 0,3-1 1 0 0,-5 2-29 0 0,0-1 0 0 0,0 1-1 0 0,0-1 1 0 0,0 0 0 0 0,-1 0 0 0 0,1 0-1 0 0,0 0 1 0 0,-1 0 0 0 0,1 0 0 0 0,0 0 0 0 0,-1 0-1 0 0,1-1 1 0 0,-1 1 0 0 0,0-1 0 0 0,0 1-1 0 0,1-1 1 0 0,-1 1 0 0 0,0-1 0 0 0,0 0 0 0 0,0 1-1 0 0,-1-1 1 0 0,1 0 0 0 0,0 0 0 0 0,-1 0-1 0 0,1 0 1 0 0,-1 0 0 0 0,1 0 0 0 0,-1 0 0 0 0,0 1-1 0 0,0-1 1 0 0,0 0 0 0 0,0 0 0 0 0,0 0-1 0 0,-1-4 1 0 0,-1 2-36 0 0,0 0 0 0 0,0 1 0 0 0,0-1-1 0 0,0 0 1 0 0,-1 1 0 0 0,0 0 0 0 0,1 0 0 0 0,-1 0-1 0 0,0 0 1 0 0,0 0 0 0 0,-1 0 0 0 0,1 1 0 0 0,-5-3 0 0 0,3 1-434 0 0,-1 0 0 0 0,1-1 0 0 0,0 0 1 0 0,-4-5-1 0 0,-6-15-4830 0 0,9 6-1194 0 0,5 9 2534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3.589"/>
    </inkml:context>
    <inkml:brush xml:id="br0">
      <inkml:brushProperty name="width" value="0.025" units="cm"/>
      <inkml:brushProperty name="height" value="0.025" units="cm"/>
    </inkml:brush>
  </inkml:definitions>
  <inkml:trace contextRef="#ctx0" brushRef="#br0">0 149 8 0 0,'15'13'2283'0'0,"-2"0"0"0"0,0 1 0 0 0,0 1 0 0 0,-1 0 0 0 0,12 21 0 0 0,-18-27-1591 0 0,-1 1 1 0 0,0 0-1 0 0,0 1 1 0 0,-1-1-1 0 0,-1 1 1 0 0,0 0-1 0 0,0 0 1 0 0,-1 0-1 0 0,-1 0 1 0 0,1 14-1 0 0,-2-24-659 0 0,1 0 0 0 0,-1 0-1 0 0,0 0 1 0 0,0-1 0 0 0,0 1-1 0 0,0 0 1 0 0,0 0 0 0 0,0 0-1 0 0,0-1 1 0 0,-1 1 0 0 0,1 0-1 0 0,0 0 1 0 0,0 0 0 0 0,-1-1-1 0 0,1 1 1 0 0,0 0 0 0 0,-1 0-1 0 0,1-1 1 0 0,-1 1 0 0 0,1 0-1 0 0,-1-1 1 0 0,1 1 0 0 0,-1 0-1 0 0,0-1 1 0 0,1 1 0 0 0,-1-1-1 0 0,1 1 1 0 0,-2 0 0 0 0,1-1-15 0 0,0-1 0 0 0,0 1 0 0 0,0 0 0 0 0,1 0 1 0 0,-1-1-1 0 0,0 1 0 0 0,0 0 0 0 0,0-1 0 0 0,1 1 0 0 0,-1-1 1 0 0,0 1-1 0 0,1-1 0 0 0,-1 1 0 0 0,0-1 0 0 0,1 0 0 0 0,-1 1 1 0 0,1-1-1 0 0,-1 0 0 0 0,1 1 0 0 0,-1-1 0 0 0,1 0 1 0 0,0 0-1 0 0,-1 0 0 0 0,1 1 0 0 0,0-1 0 0 0,-1 0 0 0 0,1-1 1 0 0,-6-16-31 0 0,1 0 0 0 0,0 0 1 0 0,-3-37-1 0 0,2-59-690 0 0,6 96-218 0 0,1 0 0 0 0,1-1 0 0 0,3-17 1 0 0,12-23-6395 0 0,-12 42 5574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4.270"/>
    </inkml:context>
    <inkml:brush xml:id="br0">
      <inkml:brushProperty name="width" value="0.025" units="cm"/>
      <inkml:brushProperty name="height" value="0.025" units="cm"/>
    </inkml:brush>
  </inkml:definitions>
  <inkml:trace contextRef="#ctx0" brushRef="#br0">356 395 312 0 0,'15'27'4541'0'0,"-14"-26"-4311"0"0,-1-1-1 0 0,1 1 1 0 0,-1 0 0 0 0,1-1-1 0 0,-1 1 1 0 0,0 0 0 0 0,1 0 0 0 0,-1-1-1 0 0,0 1 1 0 0,0 0 0 0 0,0 0-1 0 0,0-1 1 0 0,1 1 0 0 0,-1 0-1 0 0,0 0 1 0 0,0 0 0 0 0,-1-1-1 0 0,1 1 1 0 0,0 0 0 0 0,0 0-1 0 0,0 0 1 0 0,0-1 0 0 0,-1 1 0 0 0,1 0-1 0 0,0 0 1 0 0,-1-1 0 0 0,1 1-1 0 0,0 0 1 0 0,-1-1 0 0 0,1 1-1 0 0,-1 0 1 0 0,1-1 0 0 0,-1 1-1 0 0,-1 0 1 0 0,0-1-33 0 0,0 0 0 0 0,0 0-1 0 0,0-1 1 0 0,-1 1 0 0 0,1-1-1 0 0,0 1 1 0 0,0-1 0 0 0,0 0 0 0 0,0 0-1 0 0,0 0 1 0 0,0 0 0 0 0,1 0-1 0 0,-1 0 1 0 0,0 0 0 0 0,-3-4 0 0 0,-5-2 102 0 0,-22-11-219 0 0,1-2-1 0 0,0-1 1 0 0,2-2-1 0 0,-39-37 1 0 0,54 45-64 0 0,0 0 1 0 0,1-1 0 0 0,1-1-1 0 0,0 0 1 0 0,2 0-1 0 0,0-1 1 0 0,0 0-1 0 0,2-1 1 0 0,-10-32-1 0 0,17 48 34 0 0,-7-37 257 0 0,7 38-283 0 0,1 0 1 0 0,0 0-1 0 0,0 1 1 0 0,0-1 0 0 0,0 0-1 0 0,0 0 1 0 0,0 0-1 0 0,1 0 1 0 0,-1 0-1 0 0,1 0 1 0 0,-1 0 0 0 0,1 1-1 0 0,-1-1 1 0 0,1 0-1 0 0,0 0 1 0 0,0 1 0 0 0,2-3-1 0 0,-3 3-16 0 0,0 1 1 0 0,1 0-1 0 0,-1 0 0 0 0,0 0 0 0 0,0 0 1 0 0,0-1-1 0 0,1 1 0 0 0,-1 0 0 0 0,0 0 1 0 0,0 0-1 0 0,1 0 0 0 0,-1 0 0 0 0,0 0 0 0 0,0 0 1 0 0,1 0-1 0 0,-1 0 0 0 0,0-1 0 0 0,0 1 1 0 0,1 0-1 0 0,-1 0 0 0 0,0 0 0 0 0,1 1 1 0 0,-1-1-1 0 0,0 0 0 0 0,0 0 0 0 0,1 0 1 0 0,-1 0-1 0 0,0 0 0 0 0,0 0 0 0 0,1 0 1 0 0,-1 0-1 0 0,0 0 0 0 0,0 1 0 0 0,0-1 1 0 0,1 0-1 0 0,7 11 147 0 0,2 13-123 0 0,25 137-276 0 0,-26-106 196 0 0,3 0 0 0 0,31 85 0 0 0,-42-138 63 0 0,-1 0 0 0 0,1-1-1 0 0,-1 1 1 0 0,1-1 0 0 0,0 1-1 0 0,0-1 1 0 0,0 1 0 0 0,0-1 0 0 0,0 1-1 0 0,0-1 1 0 0,0 0 0 0 0,0 0-1 0 0,0 1 1 0 0,1-1 0 0 0,-1 0 0 0 0,1 0-1 0 0,-1 0 1 0 0,0 0 0 0 0,1-1-1 0 0,0 1 1 0 0,-1 0 0 0 0,3 0-1 0 0,-3-1 19 0 0,1 0 0 0 0,0 0 0 0 0,0 0-1 0 0,0-1 1 0 0,0 1 0 0 0,0 0-1 0 0,0-1 1 0 0,0 0 0 0 0,-1 1-1 0 0,1-1 1 0 0,0 0 0 0 0,0 0-1 0 0,-1 0 1 0 0,1 0 0 0 0,-1 0-1 0 0,3-2 1 0 0,4-4 90 0 0,-1 0 0 0 0,0-1 0 0 0,0 0 0 0 0,-1 0 0 0 0,11-19 0 0 0,-11 15-83 0 0,0-1-1 0 0,0 0 0 0 0,-1-1 1 0 0,-1 1-1 0 0,0-1 0 0 0,3-26 0 0 0,-4 11-679 0 0,-2-1-1 0 0,-3-36 0 0 0,2 60-40 0 0,-1-4-4024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4.653"/>
    </inkml:context>
    <inkml:brush xml:id="br0">
      <inkml:brushProperty name="width" value="0.025" units="cm"/>
      <inkml:brushProperty name="height" value="0.025" units="cm"/>
    </inkml:brush>
  </inkml:definitions>
  <inkml:trace contextRef="#ctx0" brushRef="#br0">31 44 1048 0 0,'-30'-43'11361'0'0,"40"62"-7493"0"0,-2-2-3411 0 0,215 305 2226 0 0,-204-305-3973 0 0,-16-18-2405 0 0,-10-11-1568 0 0,3 7 2681 0 0,-1 1 868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05.380"/>
    </inkml:context>
    <inkml:brush xml:id="br0">
      <inkml:brushProperty name="width" value="0.025" units="cm"/>
      <inkml:brushProperty name="height" value="0.025" units="cm"/>
    </inkml:brush>
  </inkml:definitions>
  <inkml:trace contextRef="#ctx0" brushRef="#br0">8 544 8 0 0,'-1'1'291'0'0,"0"0"-1"0"0,0 0 1 0 0,1 0 0 0 0,-1 0-1 0 0,1 0 1 0 0,-1 0 0 0 0,1 0 0 0 0,-1 0-1 0 0,1 0 1 0 0,0 0 0 0 0,-1 0-1 0 0,1 0 1 0 0,0 0 0 0 0,0 1-1 0 0,0-1 1 0 0,0 0 0 0 0,0 0 0 0 0,0 0-1 0 0,0 0 1 0 0,0 0 0 0 0,0 0-1 0 0,0 0 1 0 0,1 1 0 0 0,-1-1-1 0 0,1 1 1 0 0,0-1-136 0 0,-1-1 0 0 0,1 1-1 0 0,0-1 1 0 0,0 1 0 0 0,0-1-1 0 0,0 1 1 0 0,0-1 0 0 0,-1 0 0 0 0,1 1-1 0 0,0-1 1 0 0,0 0 0 0 0,0 0 0 0 0,0 0-1 0 0,0 0 1 0 0,0 1 0 0 0,0-1-1 0 0,0-1 1 0 0,0 1 0 0 0,0 0 0 0 0,0 0-1 0 0,0 0 1 0 0,0 0 0 0 0,0-1 0 0 0,0 1-1 0 0,0 0 1 0 0,-1-1 0 0 0,1 1 0 0 0,2-2-1 0 0,2-1 101 0 0,0 0-1 0 0,0-1 1 0 0,0 1-1 0 0,0-1 1 0 0,-1 0 0 0 0,0-1-1 0 0,1 1 1 0 0,-1-1-1 0 0,-1 0 1 0 0,1 0-1 0 0,2-6 1 0 0,5-7 349 0 0,14-36-1 0 0,-7 3-355 0 0,-1-1-1 0 0,-3-1 0 0 0,9-64 0 0 0,-22 100-109 0 0,0-1 0 0 0,-2-28 0 0 0,0 31 57 0 0,0 0 1 0 0,1 0-1 0 0,4-27 1 0 0,-4 42-191 0 0,0 0 0 0 0,0 0 1 0 0,0 0-1 0 0,0-1 0 0 0,0 1 0 0 0,0 0 0 0 0,0 0 1 0 0,0 0-1 0 0,0 0 0 0 0,0-1 0 0 0,0 1 1 0 0,0 0-1 0 0,0 0 0 0 0,0 0 0 0 0,0 0 0 0 0,0-1 1 0 0,1 1-1 0 0,-1 0 0 0 0,0 0 0 0 0,0 0 1 0 0,0 0-1 0 0,0 0 0 0 0,0-1 0 0 0,0 1 0 0 0,0 0 1 0 0,1 0-1 0 0,-1 0 0 0 0,0 0 0 0 0,0 0 1 0 0,0 0-1 0 0,0 0 0 0 0,1 0 0 0 0,-1 0 0 0 0,0 0 1 0 0,0 0-1 0 0,0-1 0 0 0,0 1 0 0 0,1 0 0 0 0,-1 0 1 0 0,0 0-1 0 0,0 0 0 0 0,7 7 184 0 0,4 13-14 0 0,-11-19-177 0 0,24 46 44 0 0,68 153 25 0 0,-71-150 82 0 0,-3 1-1 0 0,12 57 1 0 0,-25-91-103 0 0,-5-25-67 0 0,-5-29 91 0 0,-8-15 121 0 0,-34-84 1 0 0,23 71-83 0 0,21 51-80 0 0,10 20 9 0 0,11 22-109 0 0,-10-14 55 0 0,1 0 0 0 0,0-1 1 0 0,0 0-1 0 0,12 12 0 0 0,-18-22 20 0 0,0 0 1 0 0,0 0-1 0 0,1 0 0 0 0,-1 0 1 0 0,0-1-1 0 0,1 1 0 0 0,0-1 0 0 0,0 0 1 0 0,0 0-1 0 0,0 0 0 0 0,0-1 0 0 0,0 1 1 0 0,0-1-1 0 0,0 0 0 0 0,1-1 1 0 0,-1 1-1 0 0,0 0 0 0 0,1-1 0 0 0,7-1 1 0 0,-10 1 2 0 0,1-1 0 0 0,-1 0 1 0 0,0 0-1 0 0,0 0 1 0 0,0 0-1 0 0,0 0 0 0 0,0 0 1 0 0,-1 0-1 0 0,1-1 1 0 0,0 1-1 0 0,0-1 0 0 0,-1 0 1 0 0,1 1-1 0 0,-1-1 1 0 0,0 0-1 0 0,1 0 0 0 0,-1 0 1 0 0,0 0-1 0 0,0 0 1 0 0,0 0-1 0 0,1-3 0 0 0,1-3 20 0 0,-1 0 0 0 0,1-1-1 0 0,-1 1 1 0 0,1-11 0 0 0,-3 11 6 0 0,1 0 0 0 0,-1 0 0 0 0,0-1 0 0 0,0 1 0 0 0,-1 0 1 0 0,0 0-1 0 0,-1 0 0 0 0,0 0 0 0 0,0 0 0 0 0,-1 0 0 0 0,0 0 1 0 0,0 1-1 0 0,-1-1 0 0 0,0 1 0 0 0,0 0 0 0 0,0 0 0 0 0,-1 0 0 0 0,0 1 1 0 0,-1 0-1 0 0,1 0 0 0 0,-1 0 0 0 0,0 0 0 0 0,-1 1 0 0 0,1 0 0 0 0,-1 1 1 0 0,0-1-1 0 0,-9-3 0 0 0,16 8-32 0 0,0 0-1 0 0,0 0 1 0 0,0 0 0 0 0,-1 0 0 0 0,1 0 0 0 0,0 0-1 0 0,0 0 1 0 0,0 0 0 0 0,-1 0 0 0 0,1 0-1 0 0,0 0 1 0 0,0 0 0 0 0,0 0 0 0 0,-1 0-1 0 0,1 0 1 0 0,0 0 0 0 0,0 0 0 0 0,0 0 0 0 0,0 0-1 0 0,-1 0 1 0 0,1 0 0 0 0,0 0 0 0 0,0 0-1 0 0,0 0 1 0 0,-1 0 0 0 0,1 0 0 0 0,0 0-1 0 0,0 1 1 0 0,0-1 0 0 0,0 0 0 0 0,-1 0-1 0 0,1 0 1 0 0,0 0 0 0 0,0 0 0 0 0,0 1 0 0 0,0-1-1 0 0,0 0 1 0 0,0 0 0 0 0,0 0 0 0 0,0 0-1 0 0,-1 1 1 0 0,1-1 0 0 0,0 0 0 0 0,0 0-1 0 0,0 0 1 0 0,0 1 0 0 0,0-1 0 0 0,2 16 49 0 0,7 14 12 0 0,-3-17-64 0 0,1 0 0 0 0,0-1 0 0 0,1 0 0 0 0,13 17 0 0 0,-15-23-14 0 0,0 1 0 0 0,0-1 0 0 0,0-1 0 0 0,1 1 0 0 0,0-1 0 0 0,0 0 0 0 0,0 0 0 0 0,14 5 0 0 0,-20-9-42 0 0,0-1 0 0 0,1 1 1 0 0,-1-1-1 0 0,0 1 0 0 0,1-1 0 0 0,-1 0 1 0 0,1 1-1 0 0,-1-1 0 0 0,0 0 1 0 0,1 0-1 0 0,-1 0 0 0 0,1 0 1 0 0,-1 0-1 0 0,1-1 0 0 0,-1 1 1 0 0,0 0-1 0 0,1-1 0 0 0,-1 1 1 0 0,0-1-1 0 0,1 1 0 0 0,-1-1 1 0 0,0 0-1 0 0,0 1 0 0 0,1-1 1 0 0,0-1-1 0 0,10-13-3633 0 0,-5-4-3344 0 0,-4 8 2329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4.137"/>
    </inkml:context>
    <inkml:brush xml:id="br0">
      <inkml:brushProperty name="width" value="0.025" units="cm"/>
      <inkml:brushProperty name="height" value="0.025" units="cm"/>
    </inkml:brush>
  </inkml:definitions>
  <inkml:trace contextRef="#ctx0" brushRef="#br0">47 259 512 0 0,'-46'-64'5579'0'0,"104"127"-1229"0"0,69 100-2631 0 0,-45-43-719 0 0,-102-158-510 0 0,-18-44-1 0 0,21 40-246 0 0,-14-41 67 0 0,29 75-264 0 0,0-1 1 0 0,0 0 0 0 0,1 0 0 0 0,0 0 0 0 0,0 0-1 0 0,1 0 1 0 0,2-14 0 0 0,-2 22-40 0 0,0-1 0 0 0,0 1 0 0 0,0-1 0 0 0,0 1 1 0 0,1 0-1 0 0,-1-1 0 0 0,1 1 0 0 0,-1-1 0 0 0,1 1 0 0 0,-1 0 0 0 0,1-1 1 0 0,0 1-1 0 0,0 0 0 0 0,0 0 0 0 0,-1 0 0 0 0,1-1 0 0 0,0 1 0 0 0,1 0 1 0 0,-1 0-1 0 0,0 0 0 0 0,0 1 0 0 0,0-1 0 0 0,0 0 0 0 0,1 0 0 0 0,-1 1 1 0 0,0-1-1 0 0,1 0 0 0 0,-1 1 0 0 0,1 0 0 0 0,-1-1 0 0 0,3 1 0 0 0,-2 0 8 0 0,1 0 0 0 0,-1 0 0 0 0,1 0 0 0 0,-1 1 0 0 0,1-1 0 0 0,-1 1-1 0 0,1 0 1 0 0,-1 0 0 0 0,0 0 0 0 0,0 0 0 0 0,1 0 0 0 0,-1 0 0 0 0,0 1 0 0 0,0-1-1 0 0,0 1 1 0 0,0-1 0 0 0,2 4 0 0 0,6 6-3 0 0,0 1-1 0 0,-1 0 1 0 0,-1 1-1 0 0,0 0 1 0 0,0 0-1 0 0,-2 1 1 0 0,0 0 0 0 0,0 0-1 0 0,-1 1 1 0 0,-1-1-1 0 0,0 1 1 0 0,-1 0 0 0 0,-1 0-1 0 0,0 0 1 0 0,-1 0-1 0 0,-1 1 1 0 0,0-1-1 0 0,-4 20 1 0 0,4-34-16 0 0,0 1-1 0 0,0-1 1 0 0,-1 0 0 0 0,1 0 0 0 0,-1 1-1 0 0,1-1 1 0 0,-1 0 0 0 0,1 0 0 0 0,-1 0-1 0 0,0 0 1 0 0,1 0 0 0 0,-1 0-1 0 0,0 0 1 0 0,0 0 0 0 0,0 0 0 0 0,0 0-1 0 0,0 0 1 0 0,0 0 0 0 0,0 0-1 0 0,0-1 1 0 0,0 1 0 0 0,-1-1 0 0 0,1 1-1 0 0,0-1 1 0 0,0 1 0 0 0,0-1 0 0 0,-2 1-1 0 0,2-1 1 0 0,0 0 0 0 0,0 0 0 0 0,0 0 1 0 0,0-1-1 0 0,0 1 0 0 0,1 0 0 0 0,-1 0 0 0 0,0-1 0 0 0,0 1 0 0 0,0 0 0 0 0,1-1 0 0 0,-1 1 0 0 0,0-1 1 0 0,0 1-1 0 0,1-1 0 0 0,-1 1 0 0 0,0-1 0 0 0,1 1 0 0 0,-1-1 0 0 0,1 0 0 0 0,-1 1 0 0 0,0-1 0 0 0,1 0 0 0 0,0 0 1 0 0,-1 1-1 0 0,1-1 0 0 0,-1 0 0 0 0,1 0 0 0 0,0 0 0 0 0,0 0 0 0 0,-1 1 0 0 0,1-1 0 0 0,0 0 0 0 0,0 0 1 0 0,0 0-1 0 0,0 0 0 0 0,0 0 0 0 0,0 0 0 0 0,1-1 0 0 0,-1-1 5 0 0,1 1 1 0 0,0-1-1 0 0,0 0 1 0 0,0 1-1 0 0,1-1 1 0 0,-1 1-1 0 0,1 0 0 0 0,-1-1 1 0 0,1 1-1 0 0,0 0 1 0 0,0 0-1 0 0,0 0 1 0 0,0 0-1 0 0,0 0 0 0 0,1 0 1 0 0,3-2-1 0 0,17-17 39 0 0,-13 5-11 0 0,-1 0 0 0 0,-1 0 0 0 0,0 0 0 0 0,-1-1-1 0 0,-1 0 1 0 0,-1-1 0 0 0,0 1 0 0 0,-1-1 0 0 0,-1 0 0 0 0,-1 0 0 0 0,-1 0 0 0 0,0 0 0 0 0,-1-1 0 0 0,-1 1-1 0 0,-1 0 1 0 0,0 0 0 0 0,-6-19 0 0 0,6 29 0 0 0,-1 0-1 0 0,-1 0 0 0 0,1 0 1 0 0,-9-13-1 0 0,11 19-3 0 0,-1-1-1 0 0,0 0 1 0 0,0 1-1 0 0,0-1 1 0 0,0 1-1 0 0,0-1 1 0 0,-1 1-1 0 0,1 0 1 0 0,-1 0 0 0 0,1 0-1 0 0,-1 0 1 0 0,0 1-1 0 0,0-1 1 0 0,0 1-1 0 0,-4-2 1 0 0,7 3-17 0 0,-1 0 0 0 0,1 0 0 0 0,-1 0-1 0 0,1 1 1 0 0,-1-1 0 0 0,1 0 0 0 0,-1 0 0 0 0,1 1 0 0 0,0-1 0 0 0,-1 0 0 0 0,1 0 0 0 0,-1 1-1 0 0,1-1 1 0 0,0 0 0 0 0,-1 1 0 0 0,1-1 0 0 0,0 1 0 0 0,0-1 0 0 0,-1 1 0 0 0,1-1-1 0 0,0 0 1 0 0,0 1 0 0 0,0-1 0 0 0,-1 1 0 0 0,1-1 0 0 0,0 1 0 0 0,0-1 0 0 0,0 1 0 0 0,0-1-1 0 0,0 1 1 0 0,0-1 0 0 0,0 1 0 0 0,0-1 0 0 0,0 1 0 0 0,0-1 0 0 0,0 1 0 0 0,0-1-1 0 0,1 1 1 0 0,1 23 62 0 0,-2-23-58 0 0,5 23 11 0 0,2 0 1 0 0,0-1-1 0 0,1 0 0 0 0,1-1 0 0 0,1 1 0 0 0,1-2 0 0 0,1 1 0 0 0,23 29 0 0 0,-30-44-36 0 0,0-1 0 0 0,0-1 0 0 0,1 1 0 0 0,0-1 1 0 0,1 0-1 0 0,-1 0 0 0 0,14 8 0 0 0,-18-13-10 0 0,-1 1 0 0 0,1 0 0 0 0,-1-1 0 0 0,1 1 0 0 0,-1-1 0 0 0,1 1 1 0 0,0-1-1 0 0,-1 0 0 0 0,1 0 0 0 0,0 0 0 0 0,-1 0 0 0 0,1 0 0 0 0,-1 0 1 0 0,1 0-1 0 0,0-1 0 0 0,-1 1 0 0 0,1 0 0 0 0,1-1 0 0 0,-1-1-57 0 0,-1 1 1 0 0,1 0-1 0 0,-1 0 0 0 0,1-1 0 0 0,-1 1 0 0 0,1-1 0 0 0,-1 1 0 0 0,0-1 0 0 0,0 0 0 0 0,0 1 0 0 0,0-1 0 0 0,0 0 0 0 0,0 0 1 0 0,0 0-1 0 0,-1 1 0 0 0,1-1 0 0 0,-1 0 0 0 0,1-4 0 0 0,1-10-1095 0 0,0 0 1 0 0,-1 0-1 0 0,-1 1 1 0 0,-1-1 0 0 0,0 0-1 0 0,-1 0 1 0 0,-1 0-1 0 0,0 1 1 0 0,-1-1-1 0 0,-1 1 1 0 0,-10-25-1 0 0,9 26 775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4.327"/>
    </inkml:context>
    <inkml:brush xml:id="br0">
      <inkml:brushProperty name="width" value="0.025" units="cm"/>
      <inkml:brushProperty name="height" value="0.025" units="cm"/>
    </inkml:brush>
  </inkml:definitions>
  <inkml:trace contextRef="#ctx0" brushRef="#br0">98 136 208 0 0,'-98'-136'6948'0'0,"143"200"-1462"0"0,114 129-5021 0 0,-147-181-8 0 0,-4-3-4127 0 0,-21-15-2613 0 0,7 3 4456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4.777"/>
    </inkml:context>
    <inkml:brush xml:id="br0">
      <inkml:brushProperty name="width" value="0.025" units="cm"/>
      <inkml:brushProperty name="height" value="0.025" units="cm"/>
    </inkml:brush>
  </inkml:definitions>
  <inkml:trace contextRef="#ctx0" brushRef="#br0">49 375 8 0 0,'-1'-1'-174'0'0,"-5"-1"700"0"0,0-1 1 0 0,0 0 0 0 0,1 0 0 0 0,-11-7 0 0 0,15 9-408 0 0,1 1-1 0 0,-1-1 1 0 0,0 1-1 0 0,1-1 1 0 0,-1 0 0 0 0,1 1-1 0 0,-1-1 1 0 0,1 0-1 0 0,-1 1 1 0 0,1-1 0 0 0,-1 0-1 0 0,1 1 1 0 0,0-1-1 0 0,-1 0 1 0 0,1 0-1 0 0,0 0 1 0 0,0 1 0 0 0,0-1-1 0 0,-1 0 1 0 0,1 0-1 0 0,0 0 1 0 0,0 0 0 0 0,0 1-1 0 0,0-1 1 0 0,0 0-1 0 0,1 0 1 0 0,-1 0 0 0 0,0 0-1 0 0,0 1 1 0 0,1-1-1 0 0,-1 0 1 0 0,0 0 0 0 0,1 1-1 0 0,-1-1 1 0 0,0 0-1 0 0,1 0 1 0 0,-1 1 0 0 0,1-1-1 0 0,0 1 1 0 0,-1-1-1 0 0,1 0 1 0 0,-1 1 0 0 0,1-1-1 0 0,0 1 1 0 0,-1-1-1 0 0,1 1 1 0 0,0 0 0 0 0,0-1-1 0 0,19-14 359 0 0,-2 0 1 0 0,0-1-1 0 0,-1-1 0 0 0,0-1 1 0 0,20-29-1 0 0,-32 39-433 0 0,1 0-1 0 0,-1 0 0 0 0,-1 0 1 0 0,0-1-1 0 0,0 0 1 0 0,0 0-1 0 0,-1 0 0 0 0,-1 0 1 0 0,0-1-1 0 0,0 1 1 0 0,0-1-1 0 0,-1 1 1 0 0,-1-1-1 0 0,0 1 0 0 0,0-1 1 0 0,-3-16-1 0 0,-5 6 717 0 0,5 20-193 0 0,4 12-199 0 0,7 34 10 0 0,2 0 1 0 0,2-1-1 0 0,2 0 0 0 0,28 58 0 0 0,-42-102-368 0 0,0 0 1 0 0,1 0-1 0 0,-1 0 0 0 0,0 0 0 0 0,1 0 0 0 0,-1 0 0 0 0,1 0 0 0 0,-1 0 0 0 0,1 0 1 0 0,0-1-1 0 0,-1 1 0 0 0,1 0 0 0 0,0 0 0 0 0,0-1 0 0 0,-1 1 0 0 0,1 0 0 0 0,0-1 1 0 0,0 1-1 0 0,0-1 0 0 0,0 1 0 0 0,0-1 0 0 0,0 1 0 0 0,1-1 0 0 0,-1 0-4 0 0,0-1-1 0 0,-1 1 0 0 0,1-1 0 0 0,-1 1 0 0 0,1-1 0 0 0,0 1 1 0 0,-1-1-1 0 0,1 1 0 0 0,-1-1 0 0 0,1 0 0 0 0,-1 1 1 0 0,1-1-1 0 0,-1 0 0 0 0,0 0 0 0 0,1 1 0 0 0,-1-1 0 0 0,0 0 1 0 0,0 0-1 0 0,1 0 0 0 0,-1 1 0 0 0,0-1 0 0 0,0 0 1 0 0,0 0-1 0 0,0 0 0 0 0,0 0 0 0 0,0 1 0 0 0,0-1 1 0 0,-1-2-1 0 0,-1-24 150 0 0,-1 0 0 0 0,-1 1 0 0 0,-2-1 1 0 0,-13-41-1 0 0,-6-27 994 0 0,25 95-1141 0 0,0 0 0 0 0,0 0-1 0 0,0 0 1 0 0,0 0-1 0 0,0 0 1 0 0,0 0-1 0 0,0 0 1 0 0,0 0 0 0 0,1 0-1 0 0,-1 0 1 0 0,0 0-1 0 0,0 0 1 0 0,0 0-1 0 0,0 0 1 0 0,0 0-1 0 0,0 0 1 0 0,0 0 0 0 0,0 0-1 0 0,0 0 1 0 0,0 0-1 0 0,0-1 1 0 0,0 1-1 0 0,0 0 1 0 0,0 0 0 0 0,1 0-1 0 0,-1 0 1 0 0,0 0-1 0 0,0 0 1 0 0,0 0-1 0 0,0 0 1 0 0,0 0-1 0 0,0 0 1 0 0,0 0 0 0 0,0 0-1 0 0,0 0 1 0 0,0 0-1 0 0,0-1 1 0 0,0 1-1 0 0,0 0 1 0 0,0 0 0 0 0,0 0-1 0 0,0 0 1 0 0,0 0-1 0 0,0 0 1 0 0,0 0-1 0 0,0 0 1 0 0,0 0-1 0 0,0 0 1 0 0,0 0 0 0 0,0-1-1 0 0,0 1 1 0 0,0 0-1 0 0,0 0 1 0 0,0 0-1 0 0,0 0 1 0 0,0 0 0 0 0,-1 0-1 0 0,1 0 1 0 0,0 0-1 0 0,7 8 154 0 0,7 15-124 0 0,-13-22-14 0 0,10 19 57 0 0,2-2-1 0 0,20 25 1 0 0,-28-37-224 0 0,0 0 0 0 0,0-1 0 0 0,1 0 1 0 0,0 0-1 0 0,0-1 0 0 0,0 1 0 0 0,0-1 0 0 0,1-1 1 0 0,0 1-1 0 0,0-1 0 0 0,8 3 0 0 0,5-4-2324 0 0,-6-5-2559 0 0,-9 0 1805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5.858"/>
    </inkml:context>
    <inkml:brush xml:id="br0">
      <inkml:brushProperty name="width" value="0.025" units="cm"/>
      <inkml:brushProperty name="height" value="0.025" units="cm"/>
    </inkml:brush>
  </inkml:definitions>
  <inkml:trace contextRef="#ctx0" brushRef="#br0">14 2 8 0 0,'0'0'151'0'0,"0"-1"-1"0"0,0 1 1 0 0,-1 0-1 0 0,1 0 1 0 0,0 0-1 0 0,0 0 1 0 0,-1 0-1 0 0,1 0 1 0 0,0 0-1 0 0,-1 0 1 0 0,1-1-1 0 0,0 1 1 0 0,0 0-1 0 0,-1 0 1 0 0,1 0-1 0 0,0 0 1 0 0,-1 0-1 0 0,1 1 1 0 0,0-1-1 0 0,-1 0 1 0 0,1 0-1 0 0,0 0 1 0 0,0 0-1 0 0,-1 0 1 0 0,1 0-1 0 0,0 0 1 0 0,-1 1-1 0 0,1-1 1 0 0,0 0-1 0 0,0 0 1 0 0,-1 0-1 0 0,1 1 1 0 0,0-1-1 0 0,0 0 1 0 0,0 0-1 0 0,-1 1 1 0 0,-2 14 2193 0 0,6 16-736 0 0,8 13-482 0 0,2-1 1 0 0,20 44 0 0 0,-22-62-794 0 0,1-2 0 0 0,2 0 0 0 0,0 0 0 0 0,33 40 0 0 0,-44-59-314 0 0,1-1 0 0 0,0 1-1 0 0,0-1 1 0 0,0 0 0 0 0,0 0 0 0 0,0 0 0 0 0,1-1 0 0 0,-1 1 0 0 0,1-1 0 0 0,0 0 0 0 0,7 2 0 0 0,-11-4-126 0 0,1 0 0 0 0,-1 1 0 0 0,1-1 0 0 0,-1 0 0 0 0,1 0 1 0 0,0 0-1 0 0,-1 0 0 0 0,1 0 0 0 0,-1 0 0 0 0,1-1 0 0 0,-1 1 0 0 0,1-1 1 0 0,-1 1-1 0 0,1-1 0 0 0,-1 1 0 0 0,0-1 0 0 0,1 0 0 0 0,-1 1 0 0 0,0-1 1 0 0,1 0-1 0 0,-1 0 0 0 0,0 0 0 0 0,0 0 0 0 0,0 0 0 0 0,0-1 0 0 0,0 1 1 0 0,0 0-1 0 0,0 0 0 0 0,0-1 0 0 0,0 1 0 0 0,-1 0 0 0 0,1-1 1 0 0,-1 1-1 0 0,1-1 0 0 0,-1 1 0 0 0,1-1 0 0 0,-1 1 0 0 0,0-1 0 0 0,1 1 1 0 0,-1-1-1 0 0,0-1 0 0 0,1-9-1743 0 0,0-2-20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6.299"/>
    </inkml:context>
    <inkml:brush xml:id="br0">
      <inkml:brushProperty name="width" value="0.025" units="cm"/>
      <inkml:brushProperty name="height" value="0.025" units="cm"/>
    </inkml:brush>
  </inkml:definitions>
  <inkml:trace contextRef="#ctx0" brushRef="#br0">14 117 8 0 0,'0'-1'142'0'0,"0"1"0"0"0,0-1 1 0 0,0 1-1 0 0,0-1 0 0 0,0 1 0 0 0,-1-1 0 0 0,1 1 1 0 0,0-1-1 0 0,0 1 0 0 0,-1-1 0 0 0,1 1 0 0 0,0-1 1 0 0,0 1-1 0 0,-1-1 0 0 0,1 1 0 0 0,-1-1 1 0 0,1 1-1 0 0,0 0 0 0 0,-1-1 0 0 0,1 1 0 0 0,-1 0 1 0 0,1-1-1 0 0,-1 1 0 0 0,1 0 0 0 0,-1 0 0 0 0,1 0 1 0 0,-1-1-1 0 0,1 1 0 0 0,-2 0 0 0 0,-1 16 3640 0 0,7 27-736 0 0,0-27-2513 0 0,1 0-1 0 0,0 0 1 0 0,10 19 0 0 0,-13-31-521 0 0,0 0 1 0 0,1 1 0 0 0,-1-1 0 0 0,1 0 0 0 0,0 0 0 0 0,0-1 0 0 0,0 1 0 0 0,0 0 0 0 0,1-1-1 0 0,0 0 1 0 0,-1 0 0 0 0,1 0 0 0 0,0 0 0 0 0,0-1 0 0 0,9 4 0 0 0,-12-5-23 0 0,0-1 0 0 0,0 1 0 0 0,1-1 0 0 0,-1 0 1 0 0,0 0-1 0 0,1 1 0 0 0,-1-1 0 0 0,0 0 0 0 0,1 0 0 0 0,-1 0 0 0 0,0 0 1 0 0,1 0-1 0 0,-1-1 0 0 0,0 1 0 0 0,0 0 0 0 0,1-1 0 0 0,-1 1 0 0 0,0-1 0 0 0,0 1 1 0 0,1-1-1 0 0,-1 1 0 0 0,0-1 0 0 0,0 0 0 0 0,0 0 0 0 0,0 0 0 0 0,1 0 1 0 0,0-2-183 0 0,-1 1 1 0 0,1-1-1 0 0,-1 1 1 0 0,0-1-1 0 0,1 0 1 0 0,-1 1-1 0 0,0-1 1 0 0,-1 0-1 0 0,1 0 1 0 0,0 0 0 0 0,-1-3-1 0 0,1-8-1393 0 0,0 0-1 0 0,-1 0 0 0 0,-5-25 1 0 0,3 20 122 0 0,-2-9 723 0 0,-9-32 1 0 0,11 53 1324 0 0,0 0 1 0 0,-1 0-1 0 0,0 0 1 0 0,0 0-1 0 0,0 0 1 0 0,-1 1-1 0 0,0-1 1 0 0,0 1-1 0 0,-8-8 1 0 0,12 14-540 0 0,0 0 1 0 0,0 0-1 0 0,0 0 1 0 0,0 0-1 0 0,0 0 1 0 0,0 0-1 0 0,0 0 1 0 0,0 0-1 0 0,0 1 1 0 0,0-1-1 0 0,0 0 1 0 0,0 0 0 0 0,0 0-1 0 0,0 0 1 0 0,0 0-1 0 0,0 0 1 0 0,0 0-1 0 0,0 0 1 0 0,0 0-1 0 0,0 0 1 0 0,0 0-1 0 0,0 0 1 0 0,0 0-1 0 0,-1 1 1 0 0,1-1-1 0 0,0 0 1 0 0,0 0 0 0 0,0 0-1 0 0,0 0 1 0 0,0 0-1 0 0,0 0 1 0 0,0 0-1 0 0,0 0 1 0 0,0 0-1 0 0,0 0 1 0 0,0 0-1 0 0,0 0 1 0 0,0 0-1 0 0,0 0 1 0 0,-1 0 0 0 0,1 0-1 0 0,0 0 1 0 0,0 0-1 0 0,0 0 1 0 0,0 0-1 0 0,0 0 1 0 0,0 0-1 0 0,0 0 1 0 0,0 0-1 0 0,0 0 1 0 0,0 0-1 0 0,0 0 1 0 0,0 0-1 0 0,0 0 1 0 0,-1 0 0 0 0,1 0-1 0 0,0 0 1 0 0,0 0-1 0 0,0 0 1 0 0,0 0-1 0 0,0 0 1 0 0,0 0-1 0 0,0 0 1 0 0,2 12 1110 0 0,5 17-744 0 0,-6-26-171 0 0,78 221 2004 0 0,-53-157-1942 0 0,-18-47-350 0 0,28 66 217 0 0,-32-78-245 0 0,0 0-1 0 0,1-1 1 0 0,0 0-1 0 0,0 1 1 0 0,0-2 0 0 0,1 1-1 0 0,0-1 1 0 0,8 7 0 0 0,-14-13-84 0 0,1 1 0 0 0,-1-1-1 0 0,1 1 1 0 0,-1-1 0 0 0,0 0 0 0 0,1 1 0 0 0,-1-1 0 0 0,1 0 0 0 0,-1 0 0 0 0,1 1 0 0 0,-1-1 0 0 0,1 0-1 0 0,-1 0 1 0 0,1 0 0 0 0,-1 1 0 0 0,1-1 0 0 0,0 0 0 0 0,-1 0 0 0 0,1 0 0 0 0,-1 0 0 0 0,1 0 0 0 0,-1 0-1 0 0,1 0 1 0 0,-1 0 0 0 0,1 0 0 0 0,0-1 0 0 0,-1 1 0 0 0,1 0 0 0 0,-1 0 0 0 0,1 0 0 0 0,-1-1 0 0 0,1 1 0 0 0,-1 0-1 0 0,1-1 1 0 0,-1 1 0 0 0,0 0 0 0 0,1-1 0 0 0,-1 1 0 0 0,1 0 0 0 0,-1-1 0 0 0,0 1 0 0 0,1-1 0 0 0,-1 1-1 0 0,0-1 1 0 0,1 1 0 0 0,-1-1 0 0 0,0 1 0 0 0,0-1 0 0 0,0 1 0 0 0,1-1 0 0 0,-1 1 0 0 0,0-2 0 0 0,0-7-1152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6.569"/>
    </inkml:context>
    <inkml:brush xml:id="br0">
      <inkml:brushProperty name="width" value="0.025" units="cm"/>
      <inkml:brushProperty name="height" value="0.025" units="cm"/>
    </inkml:brush>
  </inkml:definitions>
  <inkml:trace contextRef="#ctx0" brushRef="#br0">3 4 8 0 0,'-2'-4'2299'0'0,"1"6"-519"0"0,3 12 647 0 0,4 19 65 0 0,-1-10-1493 0 0,2-1-1 0 0,10 26 1 0 0,-14-41-851 0 0,0-1 0 0 0,0 1 0 0 0,1 0 0 0 0,0-1 0 0 0,0 0 0 0 0,1 0 0 0 0,0 0 0 0 0,0-1 0 0 0,0 1 0 0 0,11 7 0 0 0,-15-12-94 0 0,1 0 1 0 0,-1 0-1 0 0,0 0 1 0 0,1 0-1 0 0,-1 0 1 0 0,1 0-1 0 0,-1-1 1 0 0,1 1-1 0 0,-1 0 1 0 0,1-1-1 0 0,-1 0 1 0 0,1 1-1 0 0,-1-1 1 0 0,1 0-1 0 0,0 0 1 0 0,-1 0-1 0 0,1 0 1 0 0,-1 0-1 0 0,1 0 1 0 0,0 0-1 0 0,-1 0 1 0 0,1-1-1 0 0,-1 1 0 0 0,1-1 1 0 0,0 1-1 0 0,-1-1 1 0 0,0 1-1 0 0,1-1 1 0 0,-1 0-1 0 0,1 0 1 0 0,-1 0-1 0 0,0 0 1 0 0,1 0-1 0 0,-1 0 1 0 0,0 0-1 0 0,0 0 1 0 0,0-1-1 0 0,0 1 1 0 0,0 0-1 0 0,0-1 1 0 0,0 1-1 0 0,0-2 1 0 0,1 0 19 0 0,-1 0-1 0 0,0 0 1 0 0,0 0-1 0 0,0-1 1 0 0,-1 1-1 0 0,1 0 1 0 0,-1 0 0 0 0,1-1-1 0 0,-1 1 1 0 0,0 0-1 0 0,0-1 1 0 0,-1 1 0 0 0,1 0-1 0 0,-1 0 1 0 0,1-1-1 0 0,-1 1 1 0 0,0 0 0 0 0,0 0-1 0 0,-1 0 1 0 0,-1-4-1 0 0,-8-6-148 0 0,0 0-1 0 0,0 1 0 0 0,-1 0 0 0 0,-27-19 1 0 0,27 21-970 0 0,17 17-7979 0 0,-1-1 5346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6.767"/>
    </inkml:context>
    <inkml:brush xml:id="br0">
      <inkml:brushProperty name="width" value="0.025" units="cm"/>
      <inkml:brushProperty name="height" value="0.025" units="cm"/>
    </inkml:brush>
  </inkml:definitions>
  <inkml:trace contextRef="#ctx0" brushRef="#br0">1 1 1376 0 0,'7'22'5114'0'0,"8"40"0"0"0,-1 26-969 0 0,-1 1-2952 0 0,-8-75-1191 0 0,-5-13-27 0 0,0-1 1 0 0,0 0-1 0 0,0 0 1 0 0,1 0-1 0 0,-1 0 1 0 0,0 0-1 0 0,0 0 1 0 0,0 0-1 0 0,0 1 1 0 0,0-1-1 0 0,0 0 1 0 0,0 0-1 0 0,1 0 1 0 0,-1 0-1 0 0,0 0 1 0 0,0 0-1 0 0,0 0 1 0 0,0 0-1 0 0,0 0 1 0 0,0 0-1 0 0,1 0 1 0 0,-1 0-1 0 0,0 0 1 0 0,0 0-1 0 0,0 0 1 0 0,0 0-1 0 0,0 0 1 0 0,1 0-1 0 0,-1 0 1 0 0,0 0-1 0 0,0 0 0 0 0,0 0 1 0 0,0 0-1 0 0,0 0 1 0 0,0 0-1 0 0,1 0 1 0 0,-1 0-1 0 0,0-1 1 0 0,0 1-1 0 0,0 0 1 0 0,0 0-1 0 0,0 0 1 0 0,0 0-1 0 0,1 0 1 0 0,0-2-278 0 0,-1 0 1 0 0,1 0-1 0 0,0 1 1 0 0,0-1-1 0 0,-1 0 1 0 0,1 0-1 0 0,-1 0 1 0 0,1 0-1 0 0,-1 0 1 0 0,0 0-1 0 0,0-2 1 0 0,1-23-4535 0 0,0 13 2154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7.031"/>
    </inkml:context>
    <inkml:brush xml:id="br0">
      <inkml:brushProperty name="width" value="0.025" units="cm"/>
      <inkml:brushProperty name="height" value="0.025" units="cm"/>
    </inkml:brush>
  </inkml:definitions>
  <inkml:trace contextRef="#ctx0" brushRef="#br0">9 71 8 0 0,'-3'-14'120'0'0,"-2"-20"46"0"0,6 13 2870 0 0,-1 21-2971 0 0,0 0 0 0 0,0 0 0 0 0,0 0 1 0 0,0 0-1 0 0,0 0 0 0 0,0 0 0 0 0,0 0 0 0 0,0 0 0 0 0,0 0 0 0 0,1 0 0 0 0,-1 0 1 0 0,0 0-1 0 0,0 0 0 0 0,0 0 0 0 0,0 0 0 0 0,0 0 0 0 0,0 0 0 0 0,0 0 0 0 0,0 0 0 0 0,0 0 1 0 0,0 0-1 0 0,0 0 0 0 0,0 0 0 0 0,0 0 0 0 0,0 0 0 0 0,0 0 0 0 0,0 0 0 0 0,1 0 1 0 0,-1 0-1 0 0,0 0 0 0 0,0 0 0 0 0,0 0 0 0 0,0 0 0 0 0,0 0 0 0 0,0 0 0 0 0,0 0 1 0 0,0 0-1 0 0,0 0 0 0 0,0 0 0 0 0,0 0 0 0 0,0 0 0 0 0,0 0 0 0 0,0 0 0 0 0,0 0 1 0 0,0 0-1 0 0,0 0 0 0 0,0 0 0 0 0,0-1 0 0 0,0 1 0 0 0,0 0 0 0 0,1 0 0 0 0,-1 0 0 0 0,0 0 1 0 0,0 0-1 0 0,0 0 0 0 0,0 0 0 0 0,0 0 0 0 0,0 0 0 0 0,0 0 0 0 0,0 0 0 0 0,0 0 1 0 0,0 0-1 0 0,0 0 0 0 0,3 8 1557 0 0,1 11-276 0 0,-3-12-951 0 0,2 20 456 0 0,2 0-1 0 0,1 0 1 0 0,1 0-1 0 0,18 45 1 0 0,-24-69-827 0 0,0-1-1 0 0,1 1 1 0 0,-1-1 0 0 0,1 0 0 0 0,-1 1 0 0 0,1-1-1 0 0,0 0 1 0 0,0 0 0 0 0,0 0 0 0 0,0 0-1 0 0,0-1 1 0 0,1 1 0 0 0,-1 0 0 0 0,0-1 0 0 0,1 0-1 0 0,-1 1 1 0 0,1-1 0 0 0,-1 0 0 0 0,1 0-1 0 0,0-1 1 0 0,0 1 0 0 0,-1 0 0 0 0,1-1-1 0 0,0 0 1 0 0,0 0 0 0 0,-1 0 0 0 0,1 0 0 0 0,0 0-1 0 0,0 0 1 0 0,0-1 0 0 0,-1 1 0 0 0,5-2-1 0 0,-5 1-156 0 0,1 0 0 0 0,-1-1-1 0 0,1 1 1 0 0,-1-1-1 0 0,0 1 1 0 0,0-1-1 0 0,0 0 1 0 0,0 0 0 0 0,0 0-1 0 0,0 0 1 0 0,0 0-1 0 0,0 0 1 0 0,-1 0-1 0 0,1-1 1 0 0,-1 1-1 0 0,0-1 1 0 0,0 1 0 0 0,0-1-1 0 0,0 0 1 0 0,0 1-1 0 0,1-6 1 0 0,0-6-1929 0 0,-1-2-117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7.230"/>
    </inkml:context>
    <inkml:brush xml:id="br0">
      <inkml:brushProperty name="width" value="0.025" units="cm"/>
      <inkml:brushProperty name="height" value="0.025" units="cm"/>
    </inkml:brush>
  </inkml:definitions>
  <inkml:trace contextRef="#ctx0" brushRef="#br0">0 1 296 0 0,'4'55'8963'0'0,"-2"0"-4592"0"0,51 260-46 0 0,-50-295-4273 0 0,11 61 30 0 0,-11-72-146 0 0,-1-1-1 0 0,1 0 1 0 0,0 0 0 0 0,1 0-1 0 0,0 0 1 0 0,0 0 0 0 0,6 8-1 0 0,-10-16-23 0 0,1 0 0 0 0,-1 1-1 0 0,0-1 1 0 0,1 1-1 0 0,-1-1 1 0 0,0 0-1 0 0,1 1 1 0 0,-1-1 0 0 0,0 1-1 0 0,1-1 1 0 0,-1 0-1 0 0,1 0 1 0 0,-1 1-1 0 0,0-1 1 0 0,1 0-1 0 0,-1 0 1 0 0,1 1 0 0 0,-1-1-1 0 0,1 0 1 0 0,-1 0-1 0 0,1 0 1 0 0,-1 0-1 0 0,1 0 1 0 0,-1 0 0 0 0,1 0-1 0 0,-1 0 1 0 0,1 0-1 0 0,-1 0 1 0 0,1 0-1 0 0,-1 0 1 0 0,1 0 0 0 0,-1 0-1 0 0,2-1 1 0 0,-1 0-421 0 0,0 1 0 0 0,0-1 0 0 0,-1 0 1 0 0,1 0-1 0 0,0 0 0 0 0,0 0 0 0 0,0 0 1 0 0,-1 0-1 0 0,1 0 0 0 0,0 0 0 0 0,-1 0 0 0 0,1-2 1 0 0,4-6-1885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7.527"/>
    </inkml:context>
    <inkml:brush xml:id="br0">
      <inkml:brushProperty name="width" value="0.025" units="cm"/>
      <inkml:brushProperty name="height" value="0.025" units="cm"/>
    </inkml:brush>
  </inkml:definitions>
  <inkml:trace contextRef="#ctx0" brushRef="#br0">10 1 464 0 0,'4'16'2220'0'0,"-1"0"-1"0"0,0 1 0 0 0,1 29 1 0 0,4 24 52 0 0,-4-51-1828 0 0,0-1 0 0 0,11 27-1 0 0,-14-41-367 0 0,1 0 0 0 0,0 1 0 0 0,0-1-1 0 0,1 0 1 0 0,-1 0 0 0 0,1 0 0 0 0,0-1-1 0 0,0 1 1 0 0,0-1 0 0 0,0 1 0 0 0,0-1 0 0 0,1 0-1 0 0,0 0 1 0 0,0-1 0 0 0,7 5 0 0 0,-9-6-38 0 0,-1-1 0 0 0,1 0 1 0 0,-1 0-1 0 0,1 1 0 0 0,-1-1 0 0 0,1 0 1 0 0,-1 0-1 0 0,1 0 0 0 0,-1-1 0 0 0,1 1 1 0 0,-1 0-1 0 0,1-1 0 0 0,-1 1 1 0 0,1 0-1 0 0,-1-1 0 0 0,1 0 0 0 0,-1 1 1 0 0,0-1-1 0 0,1 0 0 0 0,-1 0 0 0 0,0 0 1 0 0,0 0-1 0 0,0 0 0 0 0,0 0 1 0 0,1 0-1 0 0,-1 0 0 0 0,-1 0 0 0 0,1 0 1 0 0,0-1-1 0 0,0 1 0 0 0,0 0 0 0 0,-1-1 1 0 0,2-2-1 0 0,1-2 91 0 0,0 0 0 0 0,0-1 0 0 0,-1 1-1 0 0,0-1 1 0 0,-1 1 0 0 0,2-10 0 0 0,-2 11-24 0 0,-1 0 0 0 0,1-1 0 0 0,-1 1 0 0 0,-1 0 0 0 0,1 0 0 0 0,-1-1 0 0 0,0 1 0 0 0,0 0 0 0 0,0 0 1 0 0,-1 0-1 0 0,0 0 0 0 0,0 0 0 0 0,0 0 0 0 0,-5-7 0 0 0,1 4-39 0 0,0 1-1 0 0,-1 0 1 0 0,1 0 0 0 0,-2 1-1 0 0,1 0 1 0 0,-1 0 0 0 0,-9-6 0 0 0,-62-46-2334 0 0,73 52-131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8.062"/>
    </inkml:context>
    <inkml:brush xml:id="br0">
      <inkml:brushProperty name="width" value="0.025" units="cm"/>
      <inkml:brushProperty name="height" value="0.025" units="cm"/>
    </inkml:brush>
  </inkml:definitions>
  <inkml:trace contextRef="#ctx0" brushRef="#br0">3 1 176 0 0,'-3'-1'3078'0'0,"5"6"-443"0"0,3 7 311 0 0,10 9-1632 0 0,76 115 2771 0 0,-80-116-3914 0 0,-1 1 0 0 0,0 0 0 0 0,-2 1 0 0 0,0 0-1 0 0,5 24 1 0 0,-5-6 8 0 0,6 73-1 0 0,-13-98-221 0 0,-1 1 0 0 0,0-1 0 0 0,-1 0 0 0 0,-1 0 0 0 0,-1 0 0 0 0,0 0 0 0 0,0-1 0 0 0,-8 18 0 0 0,7-17-308 0 0,3-13-160 0 0,1 0 0 0 0,-1 1 0 0 0,0-1-1 0 0,1 0 1 0 0,-1 1 0 0 0,0-1 0 0 0,0 0 0 0 0,-1 0-1 0 0,-1 4 1 0 0,-1-4-1021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8.661"/>
    </inkml:context>
    <inkml:brush xml:id="br0">
      <inkml:brushProperty name="width" value="0.025" units="cm"/>
      <inkml:brushProperty name="height" value="0.025" units="cm"/>
    </inkml:brush>
  </inkml:definitions>
  <inkml:trace contextRef="#ctx0" brushRef="#br0">5 9 8 0 0,'-4'-8'5778'0'0,"8"20"-2118"0"0,2 6-2242 0 0,14 89 866 0 0,-5-23-2097 0 0,32 107 1 0 0,-45-186-1313 0 0,-2-8-2082 0 0,0-4 7 0 0,0 1 386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8.906"/>
    </inkml:context>
    <inkml:brush xml:id="br0">
      <inkml:brushProperty name="width" value="0.025" units="cm"/>
      <inkml:brushProperty name="height" value="0.025" units="cm"/>
    </inkml:brush>
  </inkml:definitions>
  <inkml:trace contextRef="#ctx0" brushRef="#br0">0 11 8 0 0,'1'-1'330'0'0,"0"0"0"0"0,0 0 0 0 0,-1 1 0 0 0,1-1 0 0 0,0 0 0 0 0,0 0 0 0 0,0 1 1 0 0,0-1-1 0 0,0 1 0 0 0,0-1 0 0 0,0 1 0 0 0,0-1 0 0 0,0 1 0 0 0,0 0 0 0 0,0 0 0 0 0,0-1 0 0 0,0 1 0 0 0,0 0 0 0 0,0 0 0 0 0,0 0 0 0 0,0 0 0 0 0,0 0 1 0 0,1 0-1 0 0,-1 0 0 0 0,0 1 0 0 0,0-1 0 0 0,2 1 0 0 0,30 8 2468 0 0,-25-6-2328 0 0,5 2 161 0 0,1 0 0 0 0,-1 2-1 0 0,0 0 1 0 0,16 11 0 0 0,-25-16-593 0 0,-1 1-1 0 0,0 0 1 0 0,0 0-1 0 0,0 0 0 0 0,0 0 1 0 0,-1 0-1 0 0,0 0 1 0 0,1 1-1 0 0,-1 0 0 0 0,0-1 1 0 0,0 1-1 0 0,-1 0 1 0 0,1 0-1 0 0,-1 0 1 0 0,0 0-1 0 0,0 0 0 0 0,0 0 1 0 0,-1 0-1 0 0,1 0 1 0 0,-1 5-1 0 0,0-1-30 0 0,-1 1 1 0 0,0-1-1 0 0,0 0 0 0 0,0 1 0 0 0,-1-1 1 0 0,-1 0-1 0 0,-5 13 0 0 0,7-17-98 0 0,-1 0 0 0 0,0 0-1 0 0,-1 0 1 0 0,1 0 0 0 0,-1-1 0 0 0,1 1-1 0 0,-1-1 1 0 0,0 0 0 0 0,-1 0-1 0 0,1 0 1 0 0,0 0 0 0 0,-1 0 0 0 0,0-1-1 0 0,1 0 1 0 0,-1 1 0 0 0,-6 1 0 0 0,-3-5-2844 0 0,13 1 2793 0 0,0 0 1 0 0,0 0-1 0 0,0 0 1 0 0,-1 0-1 0 0,1 0 0 0 0,0 0 1 0 0,0-1-1 0 0,0 1 1 0 0,0 0-1 0 0,-1 0 0 0 0,1 0 1 0 0,0 0-1 0 0,0 0 1 0 0,0 0-1 0 0,0 0 1 0 0,0 0-1 0 0,0 0 0 0 0,-1-1 1 0 0,1 1-1 0 0,0 0 1 0 0,0 0-1 0 0,0 0 0 0 0,0 0 1 0 0,0 0-1 0 0,0-1 1 0 0,0 1-1 0 0,0 0 1 0 0,0 0-1 0 0,0 0 0 0 0,0 0 1 0 0,0-1-1 0 0,0 1 1 0 0,0 0-1 0 0,0 0 0 0 0,0 0 1 0 0,0 0-1 0 0,0-1 1 0 0,0 1-1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9.187"/>
    </inkml:context>
    <inkml:brush xml:id="br0">
      <inkml:brushProperty name="width" value="0.025" units="cm"/>
      <inkml:brushProperty name="height" value="0.025" units="cm"/>
    </inkml:brush>
  </inkml:definitions>
  <inkml:trace contextRef="#ctx0" brushRef="#br0">0 55 8 0 0,'1'0'334'0'0,"0"0"1"0"0,0 1-1 0 0,0-1 0 0 0,0 0 0 0 0,0 0 1 0 0,0 1-1 0 0,0-1 0 0 0,0 0 0 0 0,0 1 1 0 0,0-1-1 0 0,-1 1 0 0 0,1 0 0 0 0,0-1 1 0 0,0 1-1 0 0,0-1 0 0 0,-1 1 0 0 0,1 0 1 0 0,0 0-1 0 0,-1 0 0 0 0,1-1 0 0 0,0 3 1 0 0,16 20 1729 0 0,-9 0-1180 0 0,-1 0-1 0 0,-2 0 1 0 0,5 32 0 0 0,-6-25 90 0 0,11 36 0 0 0,-15-65-958 0 0,0-1 0 0 0,0 0 0 0 0,0 0 0 0 0,0 0 0 0 0,0 0 0 0 0,0 1 0 0 0,0-1 0 0 0,0 0 0 0 0,0 0 0 0 0,0 0 1 0 0,0 1-1 0 0,0-1 0 0 0,0 0 0 0 0,0 0 0 0 0,0 0 0 0 0,0 0 0 0 0,1 1 0 0 0,-1-1 0 0 0,0 0 0 0 0,0 0 0 0 0,0 0 1 0 0,0 0-1 0 0,0 0 0 0 0,0 1 0 0 0,0-1 0 0 0,1 0 0 0 0,-1 0 0 0 0,0 0 0 0 0,0 0 0 0 0,0 0 0 0 0,0 0 1 0 0,0 0-1 0 0,1 1 0 0 0,-1-1 0 0 0,0 0 0 0 0,0 0 0 0 0,0 0 0 0 0,1 0 0 0 0,-1 0 0 0 0,0 0 0 0 0,0 0 0 0 0,0 0 1 0 0,0 0-1 0 0,1 0 0 0 0,-1 0 0 0 0,0 0 0 0 0,0 0 0 0 0,0 0 0 0 0,0 0 0 0 0,1 0 0 0 0,-1 0 0 0 0,0-1 0 0 0,0 1 1 0 0,0 0-1 0 0,1 0 0 0 0,6-13 446 0 0,3-22-38 0 0,28-167-941 0 0,-26 169-2154 0 0,-10 29 1504 0 0,0 0 1 0 0,0 0-1 0 0,1 0 1 0 0,0 0 0 0 0,4-4-1 0 0,-1 3-357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9.356"/>
    </inkml:context>
    <inkml:brush xml:id="br0">
      <inkml:brushProperty name="width" value="0.025" units="cm"/>
      <inkml:brushProperty name="height" value="0.025" units="cm"/>
    </inkml:brush>
  </inkml:definitions>
  <inkml:trace contextRef="#ctx0" brushRef="#br0">0 0 984 0 0,'5'25'4472'0'0,"3"46"0"0"0,-7-3-3003 0 0,5-128-7517 0 0,-5 46 4364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9.471"/>
    </inkml:context>
    <inkml:brush xml:id="br0">
      <inkml:brushProperty name="width" value="0.025" units="cm"/>
      <inkml:brushProperty name="height" value="0.025" units="cm"/>
    </inkml:brush>
  </inkml:definitions>
  <inkml:trace contextRef="#ctx0" brushRef="#br0">68 148 8 0 0,'-2'-10'163'0'0,"0"1"1"0"0,-2-1-1 0 0,-6-14 1 0 0,-16-25 4218 0 0,2 7 727 0 0,24 42-5106 0 0,1 0 1 0 0,-1 0-1 0 0,0 0 0 0 0,0 0 1 0 0,0 0-1 0 0,0 0 0 0 0,0 0 1 0 0,0 0-1 0 0,1 0 0 0 0,-1 0 1 0 0,0 0-1 0 0,0 0 0 0 0,0 0 1 0 0,0 0-1 0 0,0 0 0 0 0,0 0 1 0 0,1 0-1 0 0,-1 0 0 0 0,0 0 1 0 0,0 0-1 0 0,0 0 0 0 0,0 0 1 0 0,0 0-1 0 0,0-1 0 0 0,0 1 1 0 0,1 0-1 0 0,-1 0 0 0 0,0 0 1 0 0,0 0-1 0 0,0 0 0 0 0,0 0 1 0 0,0 0-1 0 0,0 0 0 0 0,0 0 1 0 0,0-1-1 0 0,0 1 0 0 0,0 0 1 0 0,0 0-1 0 0,1 0 0 0 0,-1 0 1 0 0,0 0-1 0 0,0 0 0 0 0,0-1 1 0 0,0 1-1 0 0,0 0 0 0 0,0 0 1 0 0,0 0-1 0 0,0 0 0 0 0,13 9-2614 0 0,-12-8 2170 0 0,5 4-1198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19.753"/>
    </inkml:context>
    <inkml:brush xml:id="br0">
      <inkml:brushProperty name="width" value="0.025" units="cm"/>
      <inkml:brushProperty name="height" value="0.025" units="cm"/>
    </inkml:brush>
  </inkml:definitions>
  <inkml:trace contextRef="#ctx0" brushRef="#br0">23 50 208 0 0,'-4'9'1509'0'0,"1"1"1"0"0,-1-1-1 0 0,1 1 1 0 0,1 0-1 0 0,-2 12 0 0 0,2-10-1127 0 0,1-1-1 0 0,1 1 1 0 0,0-1-1 0 0,1 1 1 0 0,0-1-1 0 0,0 1 1 0 0,6 19-1 0 0,-7-30-332 0 0,0 1 0 0 0,1-1 0 0 0,-1 0 1 0 0,0 0-1 0 0,1 1 0 0 0,-1-1 0 0 0,1 0 0 0 0,-1 0 0 0 0,1 0 1 0 0,-1 0-1 0 0,1 0 0 0 0,0 0 0 0 0,0 0 0 0 0,-1 0 0 0 0,1 0 1 0 0,0 0-1 0 0,0 0 0 0 0,0 0 0 0 0,0-1 0 0 0,0 1 0 0 0,0 0 1 0 0,0-1-1 0 0,0 1 0 0 0,0 0 0 0 0,1-1 0 0 0,-1 0 0 0 0,0 1 1 0 0,0-1-1 0 0,0 0 0 0 0,1 1 0 0 0,-1-1 0 0 0,0 0 0 0 0,0 0 1 0 0,1 0-1 0 0,-1 0 0 0 0,0 0 0 0 0,0 0 0 0 0,1-1 0 0 0,-1 1 1 0 0,0 0-1 0 0,0-1 0 0 0,0 1 0 0 0,2-1 0 0 0,0-1 57 0 0,-1 1-1 0 0,1-1 0 0 0,0 0 1 0 0,-1 0-1 0 0,1 0 0 0 0,-1-1 1 0 0,1 1-1 0 0,-1-1 0 0 0,0 1 1 0 0,0-1-1 0 0,0 0 0 0 0,-1 1 1 0 0,1-1-1 0 0,0 0 0 0 0,1-5 1 0 0,-1 1-31 0 0,-1 1 0 0 0,1-1 0 0 0,-1 0 0 0 0,0 1-1 0 0,-1-1 1 0 0,0 0 0 0 0,0 0 0 0 0,0 0 0 0 0,-1 0 0 0 0,0 1 0 0 0,-3-12 0 0 0,-1 2-392 0 0,-1 0 1 0 0,-1 0 0 0 0,-13-21-1 0 0,19 35 0 0 0,0 1 0 0 0,1-1 0 0 0,-1 0 0 0 0,1 0 0 0 0,-1 1-1 0 0,1-1 1 0 0,-1 0 0 0 0,1 0 0 0 0,0 0 0 0 0,0-2 0 0 0,0 4-144 0 0,0-1-1 0 0,0 0 1 0 0,0 1 0 0 0,0-1-1 0 0,1 0 1 0 0,-1 0 0 0 0,0 1-1 0 0,0-1 1 0 0,1 0 0 0 0,-1 1-1 0 0,0-1 1 0 0,1 0 0 0 0,-1 1-1 0 0,0-1 1 0 0,1 1 0 0 0,-1-1 0 0 0,1 0-1 0 0,2-1-1031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2T19:34:20.139"/>
    </inkml:context>
    <inkml:brush xml:id="br0">
      <inkml:brushProperty name="width" value="0.025" units="cm"/>
      <inkml:brushProperty name="height" value="0.025" units="cm"/>
    </inkml:brush>
  </inkml:definitions>
  <inkml:trace contextRef="#ctx0" brushRef="#br0">0 14 8 0 0,'4'3'96'0'0,"-1"1"1"0"0,0-1-1 0 0,0 1 1 0 0,0 0-1 0 0,0 0 0 0 0,-1 0 1 0 0,0 0-1 0 0,3 7 1 0 0,13 38 3202 0 0,-16-43-2698 0 0,29 114 4761 0 0,-10-30-3039 0 0,-21-89-2318 0 0,1 0 0 0 0,-1 0 1 0 0,0 0-1 0 0,0 0 0 0 0,1 0 0 0 0,-1 0 0 0 0,0 0 0 0 0,1 0 0 0 0,-1 0 0 0 0,1 0 0 0 0,-1-1 0 0 0,1 1 0 0 0,0 0 0 0 0,-1 0 0 0 0,2 1 0 0 0,-2-3-16 0 0,1 1 0 0 0,-1 0-1 0 0,0 0 1 0 0,1 0 0 0 0,-1 0-1 0 0,0 0 1 0 0,1 0 0 0 0,-1 0-1 0 0,0-1 1 0 0,0 1 0 0 0,1 0-1 0 0,-1 0 1 0 0,0 0 0 0 0,0-1 0 0 0,1 1-1 0 0,-1 0 1 0 0,0 0 0 0 0,0-1-1 0 0,1 1 1 0 0,-1 0 0 0 0,0 0-1 0 0,0-1 1 0 0,0 1 0 0 0,0 0-1 0 0,0-1 1 0 0,0 1 0 0 0,1 0-1 0 0,-1-1 1 0 0,0 1 0 0 0,9-41-1842 0 0,-6 29 566 0 0,7-21-2630 0 0,27-60 0 0 0,-8 32 3810 0 0,3 2 3612 0 0,-28 52-2814 0 0,3-11 1890 0 0,-6 13-694 0 0,-5 14-721 0 0,1-3-878 0 0,1 0 1 0 0,0 0 0 0 0,0 1 0 0 0,1-1-1 0 0,-1 1 1 0 0,2-1 0 0 0,-1 1 0 0 0,0 0-1 0 0,1-1 1 0 0,1 1 0 0 0,-1 0-1 0 0,1-1 1 0 0,0 1 0 0 0,3 9 0 0 0,0-3 271 0 0,1-1 0 0 0,0 0 1 0 0,0-1-1 0 0,2 1 1 0 0,-1-1-1 0 0,14 16 0 0 0,-18-24-477 0 0,1 1-1 0 0,-1-1 1 0 0,0 1-1 0 0,0 0 1 0 0,0 0-1 0 0,0-1 1 0 0,-1 1-1 0 0,0 0 0 0 0,1 0 1 0 0,-1 1-1 0 0,-1-1 1 0 0,1 0-1 0 0,-1 0 1 0 0,1 5-1 0 0,-2-6-75 0 0,1-1 0 0 0,0 1 0 0 0,-1 0 0 0 0,0 0 0 0 0,0-1 0 0 0,0 1 0 0 0,0 0 0 0 0,0-1 0 0 0,0 1 0 0 0,-1-1 0 0 0,1 1 0 0 0,-1-1 0 0 0,0 0-1 0 0,1 0 1 0 0,-1 0 0 0 0,0 0 0 0 0,0 0 0 0 0,-1 0 0 0 0,1 0 0 0 0,0-1 0 0 0,-5 3 0 0 0,5-3-105 0 0,1 0 1 0 0,0-1-1 0 0,0 1 0 0 0,-1-1 1 0 0,1 1-1 0 0,0-1 0 0 0,-1 0 0 0 0,1 0 1 0 0,0 1-1 0 0,-1-1 0 0 0,1 0 1 0 0,0 0-1 0 0,-1 0 0 0 0,1-1 1 0 0,-1 1-1 0 0,1 0 0 0 0,0 0 0 0 0,0-1 1 0 0,-1 1-1 0 0,1-1 0 0 0,0 1 1 0 0,-1-1-1 0 0,-1-1 0 0 0,1 1-605 0 0,0 0-1 0 0,1-1 1 0 0,-1 1-1 0 0,0-1 1 0 0,1 0-1 0 0,-1 0 1 0 0,1 1-1 0 0,-2-4 1 0 0,-3-6-2926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231297-2B8C-4694-89BD-AA313D4EA54B}" type="datetimeFigureOut">
              <a:rPr lang="en-US" smtClean="0"/>
              <a:pPr/>
              <a:t>2/12/2026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D421A0-E00D-4353-A486-D4EA6719F3B1}" type="slidenum">
              <a:rPr lang="en-US" smtClean="0"/>
              <a:pPr/>
              <a:t>‹#›</a:t>
            </a:fld>
            <a:endParaRPr lang="en-US"/>
          </a:p>
        </p:txBody>
      </p:sp>
    </p:spTree>
    <p:extLst>
      <p:ext uri="{BB962C8B-B14F-4D97-AF65-F5344CB8AC3E}">
        <p14:creationId xmlns:p14="http://schemas.microsoft.com/office/powerpoint/2010/main" val="1269643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9C53B2-1807-49B9-B34C-E26ED20389C9}" type="slidenum">
              <a:rPr lang="en-US" smtClean="0"/>
              <a:pPr/>
              <a:t>2</a:t>
            </a:fld>
            <a:endParaRPr lang="en-US"/>
          </a:p>
        </p:txBody>
      </p:sp>
    </p:spTree>
    <p:extLst>
      <p:ext uri="{BB962C8B-B14F-4D97-AF65-F5344CB8AC3E}">
        <p14:creationId xmlns:p14="http://schemas.microsoft.com/office/powerpoint/2010/main" val="3446948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20.png"/><Relationship Id="rId63" Type="http://schemas.openxmlformats.org/officeDocument/2006/relationships/customXml" Target="../ink/ink31.xml"/><Relationship Id="rId84" Type="http://schemas.openxmlformats.org/officeDocument/2006/relationships/image" Target="../media/image41.png"/><Relationship Id="rId138" Type="http://schemas.openxmlformats.org/officeDocument/2006/relationships/image" Target="../media/image68.png"/><Relationship Id="rId16" Type="http://schemas.openxmlformats.org/officeDocument/2006/relationships/image" Target="../media/image7.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15.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28.png"/><Relationship Id="rId74" Type="http://schemas.openxmlformats.org/officeDocument/2006/relationships/image" Target="../media/image36.png"/><Relationship Id="rId79" Type="http://schemas.openxmlformats.org/officeDocument/2006/relationships/customXml" Target="../ink/ink39.xml"/><Relationship Id="rId102" Type="http://schemas.openxmlformats.org/officeDocument/2006/relationships/image" Target="../media/image50.png"/><Relationship Id="rId123" Type="http://schemas.openxmlformats.org/officeDocument/2006/relationships/customXml" Target="../ink/ink61.xml"/><Relationship Id="rId128" Type="http://schemas.openxmlformats.org/officeDocument/2006/relationships/image" Target="../media/image63.png"/><Relationship Id="rId5" Type="http://schemas.openxmlformats.org/officeDocument/2006/relationships/customXml" Target="../ink/ink2.xml"/><Relationship Id="rId90" Type="http://schemas.openxmlformats.org/officeDocument/2006/relationships/image" Target="../media/image44.png"/><Relationship Id="rId95" Type="http://schemas.openxmlformats.org/officeDocument/2006/relationships/customXml" Target="../ink/ink47.xml"/><Relationship Id="rId22" Type="http://schemas.openxmlformats.org/officeDocument/2006/relationships/image" Target="../media/image10.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23.png"/><Relationship Id="rId64" Type="http://schemas.openxmlformats.org/officeDocument/2006/relationships/image" Target="../media/image31.png"/><Relationship Id="rId69" Type="http://schemas.openxmlformats.org/officeDocument/2006/relationships/customXml" Target="../ink/ink34.xml"/><Relationship Id="rId113" Type="http://schemas.openxmlformats.org/officeDocument/2006/relationships/customXml" Target="../ink/ink56.xml"/><Relationship Id="rId118" Type="http://schemas.openxmlformats.org/officeDocument/2006/relationships/image" Target="../media/image58.png"/><Relationship Id="rId134" Type="http://schemas.openxmlformats.org/officeDocument/2006/relationships/image" Target="../media/image66.png"/><Relationship Id="rId139" Type="http://schemas.openxmlformats.org/officeDocument/2006/relationships/customXml" Target="../ink/ink69.xml"/><Relationship Id="rId80" Type="http://schemas.openxmlformats.org/officeDocument/2006/relationships/image" Target="../media/image39.png"/><Relationship Id="rId85" Type="http://schemas.openxmlformats.org/officeDocument/2006/relationships/customXml" Target="../ink/ink42.xml"/><Relationship Id="rId12" Type="http://schemas.openxmlformats.org/officeDocument/2006/relationships/image" Target="../media/image5.png"/><Relationship Id="rId17" Type="http://schemas.openxmlformats.org/officeDocument/2006/relationships/customXml" Target="../ink/ink8.xml"/><Relationship Id="rId33" Type="http://schemas.openxmlformats.org/officeDocument/2006/relationships/customXml" Target="../ink/ink16.xml"/><Relationship Id="rId38" Type="http://schemas.openxmlformats.org/officeDocument/2006/relationships/image" Target="../media/image18.png"/><Relationship Id="rId59" Type="http://schemas.openxmlformats.org/officeDocument/2006/relationships/customXml" Target="../ink/ink29.xml"/><Relationship Id="rId103" Type="http://schemas.openxmlformats.org/officeDocument/2006/relationships/customXml" Target="../ink/ink51.xml"/><Relationship Id="rId108" Type="http://schemas.openxmlformats.org/officeDocument/2006/relationships/image" Target="../media/image53.png"/><Relationship Id="rId124" Type="http://schemas.openxmlformats.org/officeDocument/2006/relationships/image" Target="../media/image61.png"/><Relationship Id="rId129" Type="http://schemas.openxmlformats.org/officeDocument/2006/relationships/customXml" Target="../ink/ink64.xml"/><Relationship Id="rId54" Type="http://schemas.openxmlformats.org/officeDocument/2006/relationships/image" Target="../media/image26.png"/><Relationship Id="rId70" Type="http://schemas.openxmlformats.org/officeDocument/2006/relationships/image" Target="../media/image34.png"/><Relationship Id="rId75" Type="http://schemas.openxmlformats.org/officeDocument/2006/relationships/customXml" Target="../ink/ink37.xml"/><Relationship Id="rId91" Type="http://schemas.openxmlformats.org/officeDocument/2006/relationships/customXml" Target="../ink/ink45.xml"/><Relationship Id="rId96" Type="http://schemas.openxmlformats.org/officeDocument/2006/relationships/image" Target="../media/image47.png"/><Relationship Id="rId140"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2.png"/><Relationship Id="rId23" Type="http://schemas.openxmlformats.org/officeDocument/2006/relationships/customXml" Target="../ink/ink11.xml"/><Relationship Id="rId28" Type="http://schemas.openxmlformats.org/officeDocument/2006/relationships/image" Target="../media/image13.png"/><Relationship Id="rId49" Type="http://schemas.openxmlformats.org/officeDocument/2006/relationships/customXml" Target="../ink/ink24.xml"/><Relationship Id="rId114" Type="http://schemas.openxmlformats.org/officeDocument/2006/relationships/image" Target="../media/image56.png"/><Relationship Id="rId119" Type="http://schemas.openxmlformats.org/officeDocument/2006/relationships/customXml" Target="../ink/ink59.xml"/><Relationship Id="rId44" Type="http://schemas.openxmlformats.org/officeDocument/2006/relationships/image" Target="../media/image21.png"/><Relationship Id="rId60" Type="http://schemas.openxmlformats.org/officeDocument/2006/relationships/image" Target="../media/image29.png"/><Relationship Id="rId65" Type="http://schemas.openxmlformats.org/officeDocument/2006/relationships/customXml" Target="../ink/ink32.xml"/><Relationship Id="rId81" Type="http://schemas.openxmlformats.org/officeDocument/2006/relationships/customXml" Target="../ink/ink40.xml"/><Relationship Id="rId86" Type="http://schemas.openxmlformats.org/officeDocument/2006/relationships/image" Target="../media/image42.png"/><Relationship Id="rId130" Type="http://schemas.openxmlformats.org/officeDocument/2006/relationships/image" Target="../media/image64.png"/><Relationship Id="rId135" Type="http://schemas.openxmlformats.org/officeDocument/2006/relationships/customXml" Target="../ink/ink67.xml"/><Relationship Id="rId13" Type="http://schemas.openxmlformats.org/officeDocument/2006/relationships/customXml" Target="../ink/ink6.xml"/><Relationship Id="rId18" Type="http://schemas.openxmlformats.org/officeDocument/2006/relationships/image" Target="../media/image8.png"/><Relationship Id="rId39" Type="http://schemas.openxmlformats.org/officeDocument/2006/relationships/customXml" Target="../ink/ink19.xml"/><Relationship Id="rId109" Type="http://schemas.openxmlformats.org/officeDocument/2006/relationships/customXml" Target="../ink/ink54.xml"/><Relationship Id="rId34" Type="http://schemas.openxmlformats.org/officeDocument/2006/relationships/image" Target="../media/image16.png"/><Relationship Id="rId50" Type="http://schemas.openxmlformats.org/officeDocument/2006/relationships/image" Target="../media/image24.png"/><Relationship Id="rId55" Type="http://schemas.openxmlformats.org/officeDocument/2006/relationships/customXml" Target="../ink/ink27.xml"/><Relationship Id="rId76" Type="http://schemas.openxmlformats.org/officeDocument/2006/relationships/image" Target="../media/image37.png"/><Relationship Id="rId97" Type="http://schemas.openxmlformats.org/officeDocument/2006/relationships/customXml" Target="../ink/ink48.xml"/><Relationship Id="rId104" Type="http://schemas.openxmlformats.org/officeDocument/2006/relationships/image" Target="../media/image51.png"/><Relationship Id="rId120" Type="http://schemas.openxmlformats.org/officeDocument/2006/relationships/image" Target="../media/image59.png"/><Relationship Id="rId125" Type="http://schemas.openxmlformats.org/officeDocument/2006/relationships/customXml" Target="../ink/ink62.xml"/><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5.png"/><Relationship Id="rId2" Type="http://schemas.openxmlformats.org/officeDocument/2006/relationships/notesSlide" Target="../notesSlides/notesSlide1.xml"/><Relationship Id="rId29" Type="http://schemas.openxmlformats.org/officeDocument/2006/relationships/customXml" Target="../ink/ink14.xml"/><Relationship Id="rId24" Type="http://schemas.openxmlformats.org/officeDocument/2006/relationships/image" Target="../media/image11.png"/><Relationship Id="rId40" Type="http://schemas.openxmlformats.org/officeDocument/2006/relationships/image" Target="../media/image19.png"/><Relationship Id="rId45" Type="http://schemas.openxmlformats.org/officeDocument/2006/relationships/customXml" Target="../ink/ink22.xml"/><Relationship Id="rId66" Type="http://schemas.openxmlformats.org/officeDocument/2006/relationships/image" Target="../media/image32.png"/><Relationship Id="rId87" Type="http://schemas.openxmlformats.org/officeDocument/2006/relationships/customXml" Target="../ink/ink43.xml"/><Relationship Id="rId110" Type="http://schemas.openxmlformats.org/officeDocument/2006/relationships/image" Target="../media/image54.png"/><Relationship Id="rId115" Type="http://schemas.openxmlformats.org/officeDocument/2006/relationships/customXml" Target="../ink/ink57.xml"/><Relationship Id="rId131" Type="http://schemas.openxmlformats.org/officeDocument/2006/relationships/customXml" Target="../ink/ink65.xml"/><Relationship Id="rId136" Type="http://schemas.openxmlformats.org/officeDocument/2006/relationships/image" Target="../media/image67.png"/><Relationship Id="rId61" Type="http://schemas.openxmlformats.org/officeDocument/2006/relationships/customXml" Target="../ink/ink30.xml"/><Relationship Id="rId82" Type="http://schemas.openxmlformats.org/officeDocument/2006/relationships/image" Target="../media/image40.png"/><Relationship Id="rId19" Type="http://schemas.openxmlformats.org/officeDocument/2006/relationships/customXml" Target="../ink/ink9.xml"/><Relationship Id="rId14" Type="http://schemas.openxmlformats.org/officeDocument/2006/relationships/image" Target="../media/image6.png"/><Relationship Id="rId30" Type="http://schemas.openxmlformats.org/officeDocument/2006/relationships/image" Target="../media/image14.png"/><Relationship Id="rId35" Type="http://schemas.openxmlformats.org/officeDocument/2006/relationships/customXml" Target="../ink/ink17.xml"/><Relationship Id="rId56" Type="http://schemas.openxmlformats.org/officeDocument/2006/relationships/image" Target="../media/image27.png"/><Relationship Id="rId77" Type="http://schemas.openxmlformats.org/officeDocument/2006/relationships/customXml" Target="../ink/ink38.xml"/><Relationship Id="rId100" Type="http://schemas.openxmlformats.org/officeDocument/2006/relationships/image" Target="../media/image49.png"/><Relationship Id="rId105" Type="http://schemas.openxmlformats.org/officeDocument/2006/relationships/customXml" Target="../ink/ink52.xml"/><Relationship Id="rId126" Type="http://schemas.openxmlformats.org/officeDocument/2006/relationships/image" Target="../media/image62.png"/><Relationship Id="rId8" Type="http://schemas.openxmlformats.org/officeDocument/2006/relationships/image" Target="../media/image3.png"/><Relationship Id="rId51" Type="http://schemas.openxmlformats.org/officeDocument/2006/relationships/customXml" Target="../ink/ink25.xml"/><Relationship Id="rId72" Type="http://schemas.openxmlformats.org/officeDocument/2006/relationships/image" Target="../media/image35.png"/><Relationship Id="rId93" Type="http://schemas.openxmlformats.org/officeDocument/2006/relationships/customXml" Target="../ink/ink46.xml"/><Relationship Id="rId98" Type="http://schemas.openxmlformats.org/officeDocument/2006/relationships/image" Target="../media/image48.png"/><Relationship Id="rId121" Type="http://schemas.openxmlformats.org/officeDocument/2006/relationships/customXml" Target="../ink/ink60.xml"/><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22.png"/><Relationship Id="rId67" Type="http://schemas.openxmlformats.org/officeDocument/2006/relationships/customXml" Target="../ink/ink33.xml"/><Relationship Id="rId116" Type="http://schemas.openxmlformats.org/officeDocument/2006/relationships/image" Target="../media/image57.png"/><Relationship Id="rId137" Type="http://schemas.openxmlformats.org/officeDocument/2006/relationships/customXml" Target="../ink/ink68.xml"/><Relationship Id="rId20" Type="http://schemas.openxmlformats.org/officeDocument/2006/relationships/image" Target="../media/image9.png"/><Relationship Id="rId41" Type="http://schemas.openxmlformats.org/officeDocument/2006/relationships/customXml" Target="../ink/ink20.xml"/><Relationship Id="rId62" Type="http://schemas.openxmlformats.org/officeDocument/2006/relationships/image" Target="../media/image30.png"/><Relationship Id="rId83" Type="http://schemas.openxmlformats.org/officeDocument/2006/relationships/customXml" Target="../ink/ink41.xml"/><Relationship Id="rId88" Type="http://schemas.openxmlformats.org/officeDocument/2006/relationships/image" Target="../media/image43.png"/><Relationship Id="rId111" Type="http://schemas.openxmlformats.org/officeDocument/2006/relationships/customXml" Target="../ink/ink55.xml"/><Relationship Id="rId132" Type="http://schemas.openxmlformats.org/officeDocument/2006/relationships/image" Target="../media/image65.png"/><Relationship Id="rId15" Type="http://schemas.openxmlformats.org/officeDocument/2006/relationships/customXml" Target="../ink/ink7.xml"/><Relationship Id="rId36" Type="http://schemas.openxmlformats.org/officeDocument/2006/relationships/image" Target="../media/image17.png"/><Relationship Id="rId57" Type="http://schemas.openxmlformats.org/officeDocument/2006/relationships/customXml" Target="../ink/ink28.xml"/><Relationship Id="rId106" Type="http://schemas.openxmlformats.org/officeDocument/2006/relationships/image" Target="../media/image52.png"/><Relationship Id="rId127" Type="http://schemas.openxmlformats.org/officeDocument/2006/relationships/customXml" Target="../ink/ink63.xml"/><Relationship Id="rId10" Type="http://schemas.openxmlformats.org/officeDocument/2006/relationships/image" Target="../media/image4.png"/><Relationship Id="rId31" Type="http://schemas.openxmlformats.org/officeDocument/2006/relationships/customXml" Target="../ink/ink15.xml"/><Relationship Id="rId52" Type="http://schemas.openxmlformats.org/officeDocument/2006/relationships/image" Target="../media/image25.png"/><Relationship Id="rId73" Type="http://schemas.openxmlformats.org/officeDocument/2006/relationships/customXml" Target="../ink/ink36.xml"/><Relationship Id="rId78" Type="http://schemas.openxmlformats.org/officeDocument/2006/relationships/image" Target="../media/image38.png"/><Relationship Id="rId94" Type="http://schemas.openxmlformats.org/officeDocument/2006/relationships/image" Target="../media/image46.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60.png"/><Relationship Id="rId4" Type="http://schemas.openxmlformats.org/officeDocument/2006/relationships/image" Target="../media/image1.png"/><Relationship Id="rId9" Type="http://schemas.openxmlformats.org/officeDocument/2006/relationships/customXml" Target="../ink/ink4.xml"/><Relationship Id="rId26" Type="http://schemas.openxmlformats.org/officeDocument/2006/relationships/image" Target="../media/image12.png"/><Relationship Id="rId47" Type="http://schemas.openxmlformats.org/officeDocument/2006/relationships/customXml" Target="../ink/ink23.xml"/><Relationship Id="rId68" Type="http://schemas.openxmlformats.org/officeDocument/2006/relationships/image" Target="../media/image33.png"/><Relationship Id="rId89" Type="http://schemas.openxmlformats.org/officeDocument/2006/relationships/customXml" Target="../ink/ink44.xml"/><Relationship Id="rId112" Type="http://schemas.openxmlformats.org/officeDocument/2006/relationships/image" Target="../media/image55.png"/><Relationship Id="rId133" Type="http://schemas.openxmlformats.org/officeDocument/2006/relationships/customXml" Target="../ink/ink6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314271"/>
            <a:ext cx="8763000" cy="1754326"/>
          </a:xfrm>
          <a:prstGeom prst="rect">
            <a:avLst/>
          </a:prstGeom>
          <a:noFill/>
        </p:spPr>
        <p:txBody>
          <a:bodyPr wrap="square" rtlCol="0">
            <a:spAutoFit/>
          </a:bodyPr>
          <a:lstStyle/>
          <a:p>
            <a:r>
              <a:rPr lang="en-US" dirty="0"/>
              <a:t>	</a:t>
            </a:r>
          </a:p>
          <a:p>
            <a:endParaRPr lang="en-US" dirty="0"/>
          </a:p>
          <a:p>
            <a:r>
              <a:rPr lang="en-US" dirty="0"/>
              <a:t>By end of day Feb. 19 upload your code and the answers to questions..</a:t>
            </a:r>
          </a:p>
          <a:p>
            <a:r>
              <a:rPr lang="en-US" dirty="0"/>
              <a:t>(can be Canvas submissions/attachment, </a:t>
            </a:r>
            <a:r>
              <a:rPr lang="en-US" dirty="0" err="1"/>
              <a:t>github</a:t>
            </a:r>
            <a:r>
              <a:rPr lang="en-US" dirty="0"/>
              <a:t> or a mix)</a:t>
            </a:r>
          </a:p>
          <a:p>
            <a:endParaRPr lang="en-US" dirty="0"/>
          </a:p>
          <a:p>
            <a:endParaRPr lang="en-US" dirty="0"/>
          </a:p>
        </p:txBody>
      </p:sp>
      <p:sp>
        <p:nvSpPr>
          <p:cNvPr id="5" name="TextBox 4"/>
          <p:cNvSpPr txBox="1"/>
          <p:nvPr/>
        </p:nvSpPr>
        <p:spPr>
          <a:xfrm>
            <a:off x="762000" y="392668"/>
            <a:ext cx="3352800" cy="369332"/>
          </a:xfrm>
          <a:prstGeom prst="rect">
            <a:avLst/>
          </a:prstGeom>
          <a:noFill/>
        </p:spPr>
        <p:txBody>
          <a:bodyPr wrap="square" rtlCol="0">
            <a:spAutoFit/>
          </a:bodyPr>
          <a:lstStyle/>
          <a:p>
            <a:r>
              <a:rPr lang="en-US" dirty="0"/>
              <a:t>Lab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76200"/>
            <a:ext cx="8903848" cy="7294305"/>
          </a:xfrm>
          <a:prstGeom prst="rect">
            <a:avLst/>
          </a:prstGeom>
          <a:noFill/>
        </p:spPr>
        <p:txBody>
          <a:bodyPr wrap="square" rtlCol="0">
            <a:spAutoFit/>
          </a:bodyPr>
          <a:lstStyle/>
          <a:p>
            <a:r>
              <a:rPr lang="en-US" dirty="0"/>
              <a:t>(1A)  Plot the prior graph for a situation for a coin where the prior belief for p(head) is represented by the following R code :</a:t>
            </a:r>
          </a:p>
          <a:p>
            <a:endParaRPr lang="en-US" dirty="0"/>
          </a:p>
          <a:p>
            <a:r>
              <a:rPr lang="en-US" dirty="0"/>
              <a:t>		</a:t>
            </a:r>
            <a:r>
              <a:rPr lang="en-US" dirty="0" err="1"/>
              <a:t>dexp</a:t>
            </a:r>
            <a:r>
              <a:rPr lang="en-US" dirty="0"/>
              <a:t>(x, rate =5) / 0.9932621</a:t>
            </a:r>
          </a:p>
          <a:p>
            <a:endParaRPr lang="en-US" dirty="0"/>
          </a:p>
          <a:p>
            <a:r>
              <a:rPr lang="en-US" dirty="0"/>
              <a:t>for values of 0 &lt;= x &lt;= 1 and 0 otherwise.  (We choose the denominator to make the </a:t>
            </a:r>
          </a:p>
          <a:p>
            <a:r>
              <a:rPr lang="en-US" dirty="0"/>
              <a:t>Integral between 0 and 1 sum to 1).</a:t>
            </a:r>
          </a:p>
          <a:p>
            <a:endParaRPr lang="en-US" dirty="0"/>
          </a:p>
          <a:p>
            <a:r>
              <a:rPr lang="en-US" dirty="0"/>
              <a:t>(1B)  Calculate the posterior graph with both the Metropolis algorithm and grid approximation for a case with 14 heads and 10 tails (where x = </a:t>
            </a:r>
            <a:r>
              <a:rPr lang="en-US" dirty="0" err="1"/>
              <a:t>prob</a:t>
            </a:r>
            <a:r>
              <a:rPr lang="en-US" dirty="0"/>
              <a:t>(head)) .</a:t>
            </a:r>
          </a:p>
          <a:p>
            <a:r>
              <a:rPr lang="en-US" dirty="0"/>
              <a:t>Show the two methods roughly agree.  Compare these to a plot with a posterior for </a:t>
            </a:r>
          </a:p>
          <a:p>
            <a:r>
              <a:rPr lang="en-US" dirty="0"/>
              <a:t>new data of 14 heads and 10 tails with a prior with beta(40,40).</a:t>
            </a:r>
          </a:p>
          <a:p>
            <a:endParaRPr lang="en-US" dirty="0"/>
          </a:p>
          <a:p>
            <a:r>
              <a:rPr lang="en-US" dirty="0"/>
              <a:t>(So for the observation of 14 heads and 10 tails you will end up with a graph with three plots superimposed: (i) the Metropolis algorithm with an exp prior, (ii) grid approximation with an exp prior and (iii) exact analytical solution from a beta(40,40) prior</a:t>
            </a:r>
          </a:p>
          <a:p>
            <a:r>
              <a:rPr lang="en-US" dirty="0"/>
              <a:t> make the plots different colors so you can visualize them…)</a:t>
            </a:r>
          </a:p>
          <a:p>
            <a:endParaRPr lang="en-US" dirty="0"/>
          </a:p>
          <a:p>
            <a:r>
              <a:rPr lang="en-US" dirty="0"/>
              <a:t>(1C)  Repeat the above calculation but for a case of 583 heads and 417 tails. </a:t>
            </a:r>
          </a:p>
          <a:p>
            <a:r>
              <a:rPr lang="en-US" dirty="0"/>
              <a:t>(You may need to adjust your model step parameters to try and get the grid and Metropolis graphs to match up).  How do the three posterior curves relate to each other now?  Why does this plot look different than the plot in (1B)?</a:t>
            </a:r>
          </a:p>
          <a:p>
            <a:endParaRPr lang="en-US" dirty="0"/>
          </a:p>
          <a:p>
            <a:r>
              <a:rPr lang="en-US" dirty="0"/>
              <a:t>Send graphs and code in your e-mail.     (See next slide for hints!)</a:t>
            </a:r>
          </a:p>
          <a:p>
            <a:endParaRPr lang="en-US" dirty="0"/>
          </a:p>
        </p:txBody>
      </p:sp>
      <mc:AlternateContent xmlns:mc="http://schemas.openxmlformats.org/markup-compatibility/2006" xmlns:p14="http://schemas.microsoft.com/office/powerpoint/2010/main">
        <mc:Choice Requires="p14">
          <p:contentPart p14:bwMode="auto" r:id="rId3">
            <p14:nvContentPartPr>
              <p14:cNvPr id="25" name="Ink 24">
                <a:extLst>
                  <a:ext uri="{FF2B5EF4-FFF2-40B4-BE49-F238E27FC236}">
                    <a16:creationId xmlns:a16="http://schemas.microsoft.com/office/drawing/2014/main" id="{5C6BA0E3-441C-B419-02BA-C6E70D4B782B}"/>
                  </a:ext>
                </a:extLst>
              </p14:cNvPr>
              <p14:cNvContentPartPr/>
              <p14:nvPr/>
            </p14:nvContentPartPr>
            <p14:xfrm>
              <a:off x="8609771" y="353789"/>
              <a:ext cx="14400" cy="6840"/>
            </p14:xfrm>
          </p:contentPart>
        </mc:Choice>
        <mc:Fallback xmlns="">
          <p:pic>
            <p:nvPicPr>
              <p:cNvPr id="25" name="Ink 24">
                <a:extLst>
                  <a:ext uri="{FF2B5EF4-FFF2-40B4-BE49-F238E27FC236}">
                    <a16:creationId xmlns:a16="http://schemas.microsoft.com/office/drawing/2014/main" id="{5C6BA0E3-441C-B419-02BA-C6E70D4B782B}"/>
                  </a:ext>
                </a:extLst>
              </p:cNvPr>
              <p:cNvPicPr/>
              <p:nvPr/>
            </p:nvPicPr>
            <p:blipFill>
              <a:blip r:embed="rId4"/>
              <a:stretch>
                <a:fillRect/>
              </a:stretch>
            </p:blipFill>
            <p:spPr>
              <a:xfrm>
                <a:off x="8605451" y="349469"/>
                <a:ext cx="23040" cy="15480"/>
              </a:xfrm>
              <a:prstGeom prst="rect">
                <a:avLst/>
              </a:prstGeom>
            </p:spPr>
          </p:pic>
        </mc:Fallback>
      </mc:AlternateContent>
      <p:grpSp>
        <p:nvGrpSpPr>
          <p:cNvPr id="48" name="Group 47">
            <a:extLst>
              <a:ext uri="{FF2B5EF4-FFF2-40B4-BE49-F238E27FC236}">
                <a16:creationId xmlns:a16="http://schemas.microsoft.com/office/drawing/2014/main" id="{71F2478C-46EA-FEB7-7F12-381F7B2C0C2D}"/>
              </a:ext>
            </a:extLst>
          </p:cNvPr>
          <p:cNvGrpSpPr/>
          <p:nvPr/>
        </p:nvGrpSpPr>
        <p:grpSpPr>
          <a:xfrm>
            <a:off x="2964971" y="6190109"/>
            <a:ext cx="1000080" cy="472680"/>
            <a:chOff x="2964971" y="6190109"/>
            <a:chExt cx="1000080" cy="472680"/>
          </a:xfrm>
        </p:grpSpPr>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E4190C5E-A3D9-20D2-8C08-0FB6A206EA02}"/>
                    </a:ext>
                  </a:extLst>
                </p14:cNvPr>
                <p14:cNvContentPartPr/>
                <p14:nvPr/>
              </p14:nvContentPartPr>
              <p14:xfrm>
                <a:off x="2964971" y="6486749"/>
                <a:ext cx="533880" cy="176040"/>
              </p14:xfrm>
            </p:contentPart>
          </mc:Choice>
          <mc:Fallback xmlns="">
            <p:pic>
              <p:nvPicPr>
                <p:cNvPr id="30" name="Ink 29">
                  <a:extLst>
                    <a:ext uri="{FF2B5EF4-FFF2-40B4-BE49-F238E27FC236}">
                      <a16:creationId xmlns:a16="http://schemas.microsoft.com/office/drawing/2014/main" id="{E4190C5E-A3D9-20D2-8C08-0FB6A206EA02}"/>
                    </a:ext>
                  </a:extLst>
                </p:cNvPr>
                <p:cNvPicPr/>
                <p:nvPr/>
              </p:nvPicPr>
              <p:blipFill>
                <a:blip r:embed="rId6"/>
                <a:stretch>
                  <a:fillRect/>
                </a:stretch>
              </p:blipFill>
              <p:spPr>
                <a:xfrm>
                  <a:off x="2958851" y="6480629"/>
                  <a:ext cx="5461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7BA335FF-18DA-438F-17CE-30A01EBF7750}"/>
                    </a:ext>
                  </a:extLst>
                </p14:cNvPr>
                <p14:cNvContentPartPr/>
                <p14:nvPr/>
              </p14:nvContentPartPr>
              <p14:xfrm>
                <a:off x="2981891" y="6351029"/>
                <a:ext cx="94680" cy="89280"/>
              </p14:xfrm>
            </p:contentPart>
          </mc:Choice>
          <mc:Fallback xmlns="">
            <p:pic>
              <p:nvPicPr>
                <p:cNvPr id="31" name="Ink 30">
                  <a:extLst>
                    <a:ext uri="{FF2B5EF4-FFF2-40B4-BE49-F238E27FC236}">
                      <a16:creationId xmlns:a16="http://schemas.microsoft.com/office/drawing/2014/main" id="{7BA335FF-18DA-438F-17CE-30A01EBF7750}"/>
                    </a:ext>
                  </a:extLst>
                </p:cNvPr>
                <p:cNvPicPr/>
                <p:nvPr/>
              </p:nvPicPr>
              <p:blipFill>
                <a:blip r:embed="rId8"/>
                <a:stretch>
                  <a:fillRect/>
                </a:stretch>
              </p:blipFill>
              <p:spPr>
                <a:xfrm>
                  <a:off x="2975771" y="6344909"/>
                  <a:ext cx="1069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4376371E-1EF4-6469-7BD7-081346BA82FC}"/>
                    </a:ext>
                  </a:extLst>
                </p14:cNvPr>
                <p14:cNvContentPartPr/>
                <p14:nvPr/>
              </p14:nvContentPartPr>
              <p14:xfrm>
                <a:off x="3078731" y="6347789"/>
                <a:ext cx="152640" cy="75960"/>
              </p14:xfrm>
            </p:contentPart>
          </mc:Choice>
          <mc:Fallback xmlns="">
            <p:pic>
              <p:nvPicPr>
                <p:cNvPr id="32" name="Ink 31">
                  <a:extLst>
                    <a:ext uri="{FF2B5EF4-FFF2-40B4-BE49-F238E27FC236}">
                      <a16:creationId xmlns:a16="http://schemas.microsoft.com/office/drawing/2014/main" id="{4376371E-1EF4-6469-7BD7-081346BA82FC}"/>
                    </a:ext>
                  </a:extLst>
                </p:cNvPr>
                <p:cNvPicPr/>
                <p:nvPr/>
              </p:nvPicPr>
              <p:blipFill>
                <a:blip r:embed="rId10"/>
                <a:stretch>
                  <a:fillRect/>
                </a:stretch>
              </p:blipFill>
              <p:spPr>
                <a:xfrm>
                  <a:off x="3072611" y="6341669"/>
                  <a:ext cx="1648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Ink 32">
                  <a:extLst>
                    <a:ext uri="{FF2B5EF4-FFF2-40B4-BE49-F238E27FC236}">
                      <a16:creationId xmlns:a16="http://schemas.microsoft.com/office/drawing/2014/main" id="{E8F65B69-9D56-281C-F9C1-9D628B96A77A}"/>
                    </a:ext>
                  </a:extLst>
                </p14:cNvPr>
                <p14:cNvContentPartPr/>
                <p14:nvPr/>
              </p14:nvContentPartPr>
              <p14:xfrm>
                <a:off x="3255851" y="6271829"/>
                <a:ext cx="113400" cy="124920"/>
              </p14:xfrm>
            </p:contentPart>
          </mc:Choice>
          <mc:Fallback xmlns="">
            <p:pic>
              <p:nvPicPr>
                <p:cNvPr id="33" name="Ink 32">
                  <a:extLst>
                    <a:ext uri="{FF2B5EF4-FFF2-40B4-BE49-F238E27FC236}">
                      <a16:creationId xmlns:a16="http://schemas.microsoft.com/office/drawing/2014/main" id="{E8F65B69-9D56-281C-F9C1-9D628B96A77A}"/>
                    </a:ext>
                  </a:extLst>
                </p:cNvPr>
                <p:cNvPicPr/>
                <p:nvPr/>
              </p:nvPicPr>
              <p:blipFill>
                <a:blip r:embed="rId12"/>
                <a:stretch>
                  <a:fillRect/>
                </a:stretch>
              </p:blipFill>
              <p:spPr>
                <a:xfrm>
                  <a:off x="3249731" y="6265709"/>
                  <a:ext cx="1256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4" name="Ink 33">
                  <a:extLst>
                    <a:ext uri="{FF2B5EF4-FFF2-40B4-BE49-F238E27FC236}">
                      <a16:creationId xmlns:a16="http://schemas.microsoft.com/office/drawing/2014/main" id="{8C841EFD-179B-5A53-83B4-6BD3768A8C4E}"/>
                    </a:ext>
                  </a:extLst>
                </p14:cNvPr>
                <p14:cNvContentPartPr/>
                <p14:nvPr/>
              </p14:nvContentPartPr>
              <p14:xfrm>
                <a:off x="3392291" y="6290189"/>
                <a:ext cx="160920" cy="108000"/>
              </p14:xfrm>
            </p:contentPart>
          </mc:Choice>
          <mc:Fallback xmlns="">
            <p:pic>
              <p:nvPicPr>
                <p:cNvPr id="34" name="Ink 33">
                  <a:extLst>
                    <a:ext uri="{FF2B5EF4-FFF2-40B4-BE49-F238E27FC236}">
                      <a16:creationId xmlns:a16="http://schemas.microsoft.com/office/drawing/2014/main" id="{8C841EFD-179B-5A53-83B4-6BD3768A8C4E}"/>
                    </a:ext>
                  </a:extLst>
                </p:cNvPr>
                <p:cNvPicPr/>
                <p:nvPr/>
              </p:nvPicPr>
              <p:blipFill>
                <a:blip r:embed="rId14"/>
                <a:stretch>
                  <a:fillRect/>
                </a:stretch>
              </p:blipFill>
              <p:spPr>
                <a:xfrm>
                  <a:off x="3386171" y="6284069"/>
                  <a:ext cx="1731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 name="Ink 34">
                  <a:extLst>
                    <a:ext uri="{FF2B5EF4-FFF2-40B4-BE49-F238E27FC236}">
                      <a16:creationId xmlns:a16="http://schemas.microsoft.com/office/drawing/2014/main" id="{061AD8CB-5DE5-B41D-1F42-FA368A7C7350}"/>
                    </a:ext>
                  </a:extLst>
                </p14:cNvPr>
                <p14:cNvContentPartPr/>
                <p14:nvPr/>
              </p14:nvContentPartPr>
              <p14:xfrm>
                <a:off x="3593891" y="6274709"/>
                <a:ext cx="38160" cy="70200"/>
              </p14:xfrm>
            </p:contentPart>
          </mc:Choice>
          <mc:Fallback xmlns="">
            <p:pic>
              <p:nvPicPr>
                <p:cNvPr id="35" name="Ink 34">
                  <a:extLst>
                    <a:ext uri="{FF2B5EF4-FFF2-40B4-BE49-F238E27FC236}">
                      <a16:creationId xmlns:a16="http://schemas.microsoft.com/office/drawing/2014/main" id="{061AD8CB-5DE5-B41D-1F42-FA368A7C7350}"/>
                    </a:ext>
                  </a:extLst>
                </p:cNvPr>
                <p:cNvPicPr/>
                <p:nvPr/>
              </p:nvPicPr>
              <p:blipFill>
                <a:blip r:embed="rId16"/>
                <a:stretch>
                  <a:fillRect/>
                </a:stretch>
              </p:blipFill>
              <p:spPr>
                <a:xfrm>
                  <a:off x="3587771" y="6268589"/>
                  <a:ext cx="504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6" name="Ink 35">
                  <a:extLst>
                    <a:ext uri="{FF2B5EF4-FFF2-40B4-BE49-F238E27FC236}">
                      <a16:creationId xmlns:a16="http://schemas.microsoft.com/office/drawing/2014/main" id="{C393BAC1-27B9-2168-1F66-A504B810F2F7}"/>
                    </a:ext>
                  </a:extLst>
                </p14:cNvPr>
                <p14:cNvContentPartPr/>
                <p14:nvPr/>
              </p14:nvContentPartPr>
              <p14:xfrm>
                <a:off x="3639611" y="6243029"/>
                <a:ext cx="40320" cy="110880"/>
              </p14:xfrm>
            </p:contentPart>
          </mc:Choice>
          <mc:Fallback xmlns="">
            <p:pic>
              <p:nvPicPr>
                <p:cNvPr id="36" name="Ink 35">
                  <a:extLst>
                    <a:ext uri="{FF2B5EF4-FFF2-40B4-BE49-F238E27FC236}">
                      <a16:creationId xmlns:a16="http://schemas.microsoft.com/office/drawing/2014/main" id="{C393BAC1-27B9-2168-1F66-A504B810F2F7}"/>
                    </a:ext>
                  </a:extLst>
                </p:cNvPr>
                <p:cNvPicPr/>
                <p:nvPr/>
              </p:nvPicPr>
              <p:blipFill>
                <a:blip r:embed="rId18"/>
                <a:stretch>
                  <a:fillRect/>
                </a:stretch>
              </p:blipFill>
              <p:spPr>
                <a:xfrm>
                  <a:off x="3633491" y="6236909"/>
                  <a:ext cx="525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7" name="Ink 36">
                  <a:extLst>
                    <a:ext uri="{FF2B5EF4-FFF2-40B4-BE49-F238E27FC236}">
                      <a16:creationId xmlns:a16="http://schemas.microsoft.com/office/drawing/2014/main" id="{A12EFCD4-B68E-99D4-876F-C47997C20807}"/>
                    </a:ext>
                  </a:extLst>
                </p14:cNvPr>
                <p14:cNvContentPartPr/>
                <p14:nvPr/>
              </p14:nvContentPartPr>
              <p14:xfrm>
                <a:off x="3609731" y="6300629"/>
                <a:ext cx="79200" cy="23760"/>
              </p14:xfrm>
            </p:contentPart>
          </mc:Choice>
          <mc:Fallback xmlns="">
            <p:pic>
              <p:nvPicPr>
                <p:cNvPr id="37" name="Ink 36">
                  <a:extLst>
                    <a:ext uri="{FF2B5EF4-FFF2-40B4-BE49-F238E27FC236}">
                      <a16:creationId xmlns:a16="http://schemas.microsoft.com/office/drawing/2014/main" id="{A12EFCD4-B68E-99D4-876F-C47997C20807}"/>
                    </a:ext>
                  </a:extLst>
                </p:cNvPr>
                <p:cNvPicPr/>
                <p:nvPr/>
              </p:nvPicPr>
              <p:blipFill>
                <a:blip r:embed="rId20"/>
                <a:stretch>
                  <a:fillRect/>
                </a:stretch>
              </p:blipFill>
              <p:spPr>
                <a:xfrm>
                  <a:off x="3603611" y="6294509"/>
                  <a:ext cx="914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9" name="Ink 38">
                  <a:extLst>
                    <a:ext uri="{FF2B5EF4-FFF2-40B4-BE49-F238E27FC236}">
                      <a16:creationId xmlns:a16="http://schemas.microsoft.com/office/drawing/2014/main" id="{BD624F4F-1AA9-6562-9B9C-600D8B1D2C21}"/>
                    </a:ext>
                  </a:extLst>
                </p14:cNvPr>
                <p14:cNvContentPartPr/>
                <p14:nvPr/>
              </p14:nvContentPartPr>
              <p14:xfrm>
                <a:off x="3853451" y="6190109"/>
                <a:ext cx="65160" cy="174960"/>
              </p14:xfrm>
            </p:contentPart>
          </mc:Choice>
          <mc:Fallback xmlns="">
            <p:pic>
              <p:nvPicPr>
                <p:cNvPr id="39" name="Ink 38">
                  <a:extLst>
                    <a:ext uri="{FF2B5EF4-FFF2-40B4-BE49-F238E27FC236}">
                      <a16:creationId xmlns:a16="http://schemas.microsoft.com/office/drawing/2014/main" id="{BD624F4F-1AA9-6562-9B9C-600D8B1D2C21}"/>
                    </a:ext>
                  </a:extLst>
                </p:cNvPr>
                <p:cNvPicPr/>
                <p:nvPr/>
              </p:nvPicPr>
              <p:blipFill>
                <a:blip r:embed="rId22"/>
                <a:stretch>
                  <a:fillRect/>
                </a:stretch>
              </p:blipFill>
              <p:spPr>
                <a:xfrm>
                  <a:off x="3847331" y="6183989"/>
                  <a:ext cx="7740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0" name="Ink 39">
                  <a:extLst>
                    <a:ext uri="{FF2B5EF4-FFF2-40B4-BE49-F238E27FC236}">
                      <a16:creationId xmlns:a16="http://schemas.microsoft.com/office/drawing/2014/main" id="{102E0E11-DA43-630D-ACB2-7C28B0576613}"/>
                    </a:ext>
                  </a:extLst>
                </p14:cNvPr>
                <p14:cNvContentPartPr/>
                <p14:nvPr/>
              </p14:nvContentPartPr>
              <p14:xfrm>
                <a:off x="3769571" y="6267869"/>
                <a:ext cx="195480" cy="127800"/>
              </p14:xfrm>
            </p:contentPart>
          </mc:Choice>
          <mc:Fallback xmlns="">
            <p:pic>
              <p:nvPicPr>
                <p:cNvPr id="40" name="Ink 39">
                  <a:extLst>
                    <a:ext uri="{FF2B5EF4-FFF2-40B4-BE49-F238E27FC236}">
                      <a16:creationId xmlns:a16="http://schemas.microsoft.com/office/drawing/2014/main" id="{102E0E11-DA43-630D-ACB2-7C28B0576613}"/>
                    </a:ext>
                  </a:extLst>
                </p:cNvPr>
                <p:cNvPicPr/>
                <p:nvPr/>
              </p:nvPicPr>
              <p:blipFill>
                <a:blip r:embed="rId24"/>
                <a:stretch>
                  <a:fillRect/>
                </a:stretch>
              </p:blipFill>
              <p:spPr>
                <a:xfrm>
                  <a:off x="3763451" y="6261749"/>
                  <a:ext cx="207720" cy="140040"/>
                </a:xfrm>
                <a:prstGeom prst="rect">
                  <a:avLst/>
                </a:prstGeom>
              </p:spPr>
            </p:pic>
          </mc:Fallback>
        </mc:AlternateContent>
      </p:grpSp>
      <p:grpSp>
        <p:nvGrpSpPr>
          <p:cNvPr id="47" name="Group 46">
            <a:extLst>
              <a:ext uri="{FF2B5EF4-FFF2-40B4-BE49-F238E27FC236}">
                <a16:creationId xmlns:a16="http://schemas.microsoft.com/office/drawing/2014/main" id="{0AD065EC-402C-9241-3973-29C8D1373074}"/>
              </a:ext>
            </a:extLst>
          </p:cNvPr>
          <p:cNvGrpSpPr/>
          <p:nvPr/>
        </p:nvGrpSpPr>
        <p:grpSpPr>
          <a:xfrm>
            <a:off x="4159091" y="6192269"/>
            <a:ext cx="664200" cy="159120"/>
            <a:chOff x="4159091" y="6192269"/>
            <a:chExt cx="664200" cy="159120"/>
          </a:xfrm>
        </p:grpSpPr>
        <mc:AlternateContent xmlns:mc="http://schemas.openxmlformats.org/markup-compatibility/2006" xmlns:p14="http://schemas.microsoft.com/office/powerpoint/2010/main">
          <mc:Choice Requires="p14">
            <p:contentPart p14:bwMode="auto" r:id="rId25">
              <p14:nvContentPartPr>
                <p14:cNvPr id="41" name="Ink 40">
                  <a:extLst>
                    <a:ext uri="{FF2B5EF4-FFF2-40B4-BE49-F238E27FC236}">
                      <a16:creationId xmlns:a16="http://schemas.microsoft.com/office/drawing/2014/main" id="{A0A6633B-D653-652A-65A6-BB604F49C990}"/>
                    </a:ext>
                  </a:extLst>
                </p14:cNvPr>
                <p14:cNvContentPartPr/>
                <p14:nvPr/>
              </p14:nvContentPartPr>
              <p14:xfrm>
                <a:off x="4159091" y="6231869"/>
                <a:ext cx="84600" cy="119520"/>
              </p14:xfrm>
            </p:contentPart>
          </mc:Choice>
          <mc:Fallback xmlns="">
            <p:pic>
              <p:nvPicPr>
                <p:cNvPr id="41" name="Ink 40">
                  <a:extLst>
                    <a:ext uri="{FF2B5EF4-FFF2-40B4-BE49-F238E27FC236}">
                      <a16:creationId xmlns:a16="http://schemas.microsoft.com/office/drawing/2014/main" id="{A0A6633B-D653-652A-65A6-BB604F49C990}"/>
                    </a:ext>
                  </a:extLst>
                </p:cNvPr>
                <p:cNvPicPr/>
                <p:nvPr/>
              </p:nvPicPr>
              <p:blipFill>
                <a:blip r:embed="rId26"/>
                <a:stretch>
                  <a:fillRect/>
                </a:stretch>
              </p:blipFill>
              <p:spPr>
                <a:xfrm>
                  <a:off x="4152971" y="6225749"/>
                  <a:ext cx="968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2" name="Ink 41">
                  <a:extLst>
                    <a:ext uri="{FF2B5EF4-FFF2-40B4-BE49-F238E27FC236}">
                      <a16:creationId xmlns:a16="http://schemas.microsoft.com/office/drawing/2014/main" id="{05582210-FA8D-317B-C4C8-4EB170720F54}"/>
                    </a:ext>
                  </a:extLst>
                </p14:cNvPr>
                <p14:cNvContentPartPr/>
                <p14:nvPr/>
              </p14:nvContentPartPr>
              <p14:xfrm>
                <a:off x="4253771" y="6276509"/>
                <a:ext cx="125280" cy="73080"/>
              </p14:xfrm>
            </p:contentPart>
          </mc:Choice>
          <mc:Fallback xmlns="">
            <p:pic>
              <p:nvPicPr>
                <p:cNvPr id="42" name="Ink 41">
                  <a:extLst>
                    <a:ext uri="{FF2B5EF4-FFF2-40B4-BE49-F238E27FC236}">
                      <a16:creationId xmlns:a16="http://schemas.microsoft.com/office/drawing/2014/main" id="{05582210-FA8D-317B-C4C8-4EB170720F54}"/>
                    </a:ext>
                  </a:extLst>
                </p:cNvPr>
                <p:cNvPicPr/>
                <p:nvPr/>
              </p:nvPicPr>
              <p:blipFill>
                <a:blip r:embed="rId28"/>
                <a:stretch>
                  <a:fillRect/>
                </a:stretch>
              </p:blipFill>
              <p:spPr>
                <a:xfrm>
                  <a:off x="4247651" y="6270389"/>
                  <a:ext cx="1375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3" name="Ink 42">
                  <a:extLst>
                    <a:ext uri="{FF2B5EF4-FFF2-40B4-BE49-F238E27FC236}">
                      <a16:creationId xmlns:a16="http://schemas.microsoft.com/office/drawing/2014/main" id="{2F656A19-A6DA-E9F4-62C3-947937684033}"/>
                    </a:ext>
                  </a:extLst>
                </p14:cNvPr>
                <p14:cNvContentPartPr/>
                <p14:nvPr/>
              </p14:nvContentPartPr>
              <p14:xfrm>
                <a:off x="4393451" y="6253829"/>
                <a:ext cx="91800" cy="86400"/>
              </p14:xfrm>
            </p:contentPart>
          </mc:Choice>
          <mc:Fallback xmlns="">
            <p:pic>
              <p:nvPicPr>
                <p:cNvPr id="43" name="Ink 42">
                  <a:extLst>
                    <a:ext uri="{FF2B5EF4-FFF2-40B4-BE49-F238E27FC236}">
                      <a16:creationId xmlns:a16="http://schemas.microsoft.com/office/drawing/2014/main" id="{2F656A19-A6DA-E9F4-62C3-947937684033}"/>
                    </a:ext>
                  </a:extLst>
                </p:cNvPr>
                <p:cNvPicPr/>
                <p:nvPr/>
              </p:nvPicPr>
              <p:blipFill>
                <a:blip r:embed="rId30"/>
                <a:stretch>
                  <a:fillRect/>
                </a:stretch>
              </p:blipFill>
              <p:spPr>
                <a:xfrm>
                  <a:off x="4387331" y="6247709"/>
                  <a:ext cx="1040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4" name="Ink 43">
                  <a:extLst>
                    <a:ext uri="{FF2B5EF4-FFF2-40B4-BE49-F238E27FC236}">
                      <a16:creationId xmlns:a16="http://schemas.microsoft.com/office/drawing/2014/main" id="{6ACED8FE-554B-882E-CAF4-8CC2DE758586}"/>
                    </a:ext>
                  </a:extLst>
                </p14:cNvPr>
                <p14:cNvContentPartPr/>
                <p14:nvPr/>
              </p14:nvContentPartPr>
              <p14:xfrm>
                <a:off x="4537091" y="6228269"/>
                <a:ext cx="81000" cy="87120"/>
              </p14:xfrm>
            </p:contentPart>
          </mc:Choice>
          <mc:Fallback xmlns="">
            <p:pic>
              <p:nvPicPr>
                <p:cNvPr id="44" name="Ink 43">
                  <a:extLst>
                    <a:ext uri="{FF2B5EF4-FFF2-40B4-BE49-F238E27FC236}">
                      <a16:creationId xmlns:a16="http://schemas.microsoft.com/office/drawing/2014/main" id="{6ACED8FE-554B-882E-CAF4-8CC2DE758586}"/>
                    </a:ext>
                  </a:extLst>
                </p:cNvPr>
                <p:cNvPicPr/>
                <p:nvPr/>
              </p:nvPicPr>
              <p:blipFill>
                <a:blip r:embed="rId32"/>
                <a:stretch>
                  <a:fillRect/>
                </a:stretch>
              </p:blipFill>
              <p:spPr>
                <a:xfrm>
                  <a:off x="4530971" y="6222149"/>
                  <a:ext cx="932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5" name="Ink 44">
                  <a:extLst>
                    <a:ext uri="{FF2B5EF4-FFF2-40B4-BE49-F238E27FC236}">
                      <a16:creationId xmlns:a16="http://schemas.microsoft.com/office/drawing/2014/main" id="{50406DAF-9AD6-0810-97E9-B6770EF00883}"/>
                    </a:ext>
                  </a:extLst>
                </p14:cNvPr>
                <p14:cNvContentPartPr/>
                <p14:nvPr/>
              </p14:nvContentPartPr>
              <p14:xfrm>
                <a:off x="4632491" y="6192269"/>
                <a:ext cx="129960" cy="81360"/>
              </p14:xfrm>
            </p:contentPart>
          </mc:Choice>
          <mc:Fallback xmlns="">
            <p:pic>
              <p:nvPicPr>
                <p:cNvPr id="45" name="Ink 44">
                  <a:extLst>
                    <a:ext uri="{FF2B5EF4-FFF2-40B4-BE49-F238E27FC236}">
                      <a16:creationId xmlns:a16="http://schemas.microsoft.com/office/drawing/2014/main" id="{50406DAF-9AD6-0810-97E9-B6770EF00883}"/>
                    </a:ext>
                  </a:extLst>
                </p:cNvPr>
                <p:cNvPicPr/>
                <p:nvPr/>
              </p:nvPicPr>
              <p:blipFill>
                <a:blip r:embed="rId34"/>
                <a:stretch>
                  <a:fillRect/>
                </a:stretch>
              </p:blipFill>
              <p:spPr>
                <a:xfrm>
                  <a:off x="4626371" y="6186149"/>
                  <a:ext cx="14220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6" name="Ink 45">
                  <a:extLst>
                    <a:ext uri="{FF2B5EF4-FFF2-40B4-BE49-F238E27FC236}">
                      <a16:creationId xmlns:a16="http://schemas.microsoft.com/office/drawing/2014/main" id="{65A1A4EE-794B-5458-8F71-963E24504914}"/>
                    </a:ext>
                  </a:extLst>
                </p14:cNvPr>
                <p14:cNvContentPartPr/>
                <p14:nvPr/>
              </p14:nvContentPartPr>
              <p14:xfrm>
                <a:off x="4757771" y="6192989"/>
                <a:ext cx="65520" cy="89640"/>
              </p14:xfrm>
            </p:contentPart>
          </mc:Choice>
          <mc:Fallback xmlns="">
            <p:pic>
              <p:nvPicPr>
                <p:cNvPr id="46" name="Ink 45">
                  <a:extLst>
                    <a:ext uri="{FF2B5EF4-FFF2-40B4-BE49-F238E27FC236}">
                      <a16:creationId xmlns:a16="http://schemas.microsoft.com/office/drawing/2014/main" id="{65A1A4EE-794B-5458-8F71-963E24504914}"/>
                    </a:ext>
                  </a:extLst>
                </p:cNvPr>
                <p:cNvPicPr/>
                <p:nvPr/>
              </p:nvPicPr>
              <p:blipFill>
                <a:blip r:embed="rId36"/>
                <a:stretch>
                  <a:fillRect/>
                </a:stretch>
              </p:blipFill>
              <p:spPr>
                <a:xfrm>
                  <a:off x="4751651" y="6186869"/>
                  <a:ext cx="77760" cy="101880"/>
                </a:xfrm>
                <a:prstGeom prst="rect">
                  <a:avLst/>
                </a:prstGeom>
              </p:spPr>
            </p:pic>
          </mc:Fallback>
        </mc:AlternateContent>
      </p:grpSp>
      <p:grpSp>
        <p:nvGrpSpPr>
          <p:cNvPr id="6" name="Group 5">
            <a:extLst>
              <a:ext uri="{FF2B5EF4-FFF2-40B4-BE49-F238E27FC236}">
                <a16:creationId xmlns:a16="http://schemas.microsoft.com/office/drawing/2014/main" id="{778C40AE-6F87-3E4D-FC5B-CF0633CDB15F}"/>
              </a:ext>
            </a:extLst>
          </p:cNvPr>
          <p:cNvGrpSpPr/>
          <p:nvPr/>
        </p:nvGrpSpPr>
        <p:grpSpPr>
          <a:xfrm>
            <a:off x="5477170" y="3329710"/>
            <a:ext cx="479520" cy="389160"/>
            <a:chOff x="5477170" y="3329710"/>
            <a:chExt cx="479520" cy="389160"/>
          </a:xfrm>
        </p:grpSpPr>
        <mc:AlternateContent xmlns:mc="http://schemas.openxmlformats.org/markup-compatibility/2006">
          <mc:Choice xmlns:p14="http://schemas.microsoft.com/office/powerpoint/2010/main" Requires="p14">
            <p:contentPart p14:bwMode="auto" r:id="rId37">
              <p14:nvContentPartPr>
                <p14:cNvPr id="2" name="Ink 1">
                  <a:extLst>
                    <a:ext uri="{FF2B5EF4-FFF2-40B4-BE49-F238E27FC236}">
                      <a16:creationId xmlns:a16="http://schemas.microsoft.com/office/drawing/2014/main" id="{FC27BBB1-958F-EBA3-E815-4D87BEC5E1EE}"/>
                    </a:ext>
                  </a:extLst>
                </p14:cNvPr>
                <p14:cNvContentPartPr/>
                <p14:nvPr/>
              </p14:nvContentPartPr>
              <p14:xfrm>
                <a:off x="5477170" y="3461830"/>
                <a:ext cx="232920" cy="124560"/>
              </p14:xfrm>
            </p:contentPart>
          </mc:Choice>
          <mc:Fallback>
            <p:pic>
              <p:nvPicPr>
                <p:cNvPr id="2" name="Ink 1">
                  <a:extLst>
                    <a:ext uri="{FF2B5EF4-FFF2-40B4-BE49-F238E27FC236}">
                      <a16:creationId xmlns:a16="http://schemas.microsoft.com/office/drawing/2014/main" id="{FC27BBB1-958F-EBA3-E815-4D87BEC5E1EE}"/>
                    </a:ext>
                  </a:extLst>
                </p:cNvPr>
                <p:cNvPicPr/>
                <p:nvPr/>
              </p:nvPicPr>
              <p:blipFill>
                <a:blip r:embed="rId38"/>
                <a:stretch>
                  <a:fillRect/>
                </a:stretch>
              </p:blipFill>
              <p:spPr>
                <a:xfrm>
                  <a:off x="5472850" y="3457510"/>
                  <a:ext cx="2415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 name="Ink 2">
                  <a:extLst>
                    <a:ext uri="{FF2B5EF4-FFF2-40B4-BE49-F238E27FC236}">
                      <a16:creationId xmlns:a16="http://schemas.microsoft.com/office/drawing/2014/main" id="{FAD50216-8AC6-025E-6209-BCC8306F3010}"/>
                    </a:ext>
                  </a:extLst>
                </p14:cNvPr>
                <p14:cNvContentPartPr/>
                <p14:nvPr/>
              </p14:nvContentPartPr>
              <p14:xfrm>
                <a:off x="5531530" y="3329710"/>
                <a:ext cx="105840" cy="255600"/>
              </p14:xfrm>
            </p:contentPart>
          </mc:Choice>
          <mc:Fallback>
            <p:pic>
              <p:nvPicPr>
                <p:cNvPr id="3" name="Ink 2">
                  <a:extLst>
                    <a:ext uri="{FF2B5EF4-FFF2-40B4-BE49-F238E27FC236}">
                      <a16:creationId xmlns:a16="http://schemas.microsoft.com/office/drawing/2014/main" id="{FAD50216-8AC6-025E-6209-BCC8306F3010}"/>
                    </a:ext>
                  </a:extLst>
                </p:cNvPr>
                <p:cNvPicPr/>
                <p:nvPr/>
              </p:nvPicPr>
              <p:blipFill>
                <a:blip r:embed="rId40"/>
                <a:stretch>
                  <a:fillRect/>
                </a:stretch>
              </p:blipFill>
              <p:spPr>
                <a:xfrm>
                  <a:off x="5527210" y="3325390"/>
                  <a:ext cx="11448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5" name="Ink 4">
                  <a:extLst>
                    <a:ext uri="{FF2B5EF4-FFF2-40B4-BE49-F238E27FC236}">
                      <a16:creationId xmlns:a16="http://schemas.microsoft.com/office/drawing/2014/main" id="{67044F9C-639E-3DDA-DDE8-6EECBCAC13CB}"/>
                    </a:ext>
                  </a:extLst>
                </p14:cNvPr>
                <p14:cNvContentPartPr/>
                <p14:nvPr/>
              </p14:nvContentPartPr>
              <p14:xfrm>
                <a:off x="5848690" y="3432670"/>
                <a:ext cx="108000" cy="286200"/>
              </p14:xfrm>
            </p:contentPart>
          </mc:Choice>
          <mc:Fallback>
            <p:pic>
              <p:nvPicPr>
                <p:cNvPr id="5" name="Ink 4">
                  <a:extLst>
                    <a:ext uri="{FF2B5EF4-FFF2-40B4-BE49-F238E27FC236}">
                      <a16:creationId xmlns:a16="http://schemas.microsoft.com/office/drawing/2014/main" id="{67044F9C-639E-3DDA-DDE8-6EECBCAC13CB}"/>
                    </a:ext>
                  </a:extLst>
                </p:cNvPr>
                <p:cNvPicPr/>
                <p:nvPr/>
              </p:nvPicPr>
              <p:blipFill>
                <a:blip r:embed="rId42"/>
                <a:stretch>
                  <a:fillRect/>
                </a:stretch>
              </p:blipFill>
              <p:spPr>
                <a:xfrm>
                  <a:off x="5844370" y="3428350"/>
                  <a:ext cx="116640" cy="294840"/>
                </a:xfrm>
                <a:prstGeom prst="rect">
                  <a:avLst/>
                </a:prstGeom>
              </p:spPr>
            </p:pic>
          </mc:Fallback>
        </mc:AlternateContent>
      </p:grpSp>
      <p:grpSp>
        <p:nvGrpSpPr>
          <p:cNvPr id="80" name="Group 79">
            <a:extLst>
              <a:ext uri="{FF2B5EF4-FFF2-40B4-BE49-F238E27FC236}">
                <a16:creationId xmlns:a16="http://schemas.microsoft.com/office/drawing/2014/main" id="{C8779886-C208-6C27-69AB-086AA7331D18}"/>
              </a:ext>
            </a:extLst>
          </p:cNvPr>
          <p:cNvGrpSpPr/>
          <p:nvPr/>
        </p:nvGrpSpPr>
        <p:grpSpPr>
          <a:xfrm>
            <a:off x="178320" y="577920"/>
            <a:ext cx="2885760" cy="872640"/>
            <a:chOff x="178320" y="577920"/>
            <a:chExt cx="2885760" cy="872640"/>
          </a:xfrm>
        </p:grpSpPr>
        <mc:AlternateContent xmlns:mc="http://schemas.openxmlformats.org/markup-compatibility/2006">
          <mc:Choice xmlns:p14="http://schemas.microsoft.com/office/powerpoint/2010/main" Requires="p14">
            <p:contentPart p14:bwMode="auto" r:id="rId43">
              <p14:nvContentPartPr>
                <p14:cNvPr id="7" name="Ink 6">
                  <a:extLst>
                    <a:ext uri="{FF2B5EF4-FFF2-40B4-BE49-F238E27FC236}">
                      <a16:creationId xmlns:a16="http://schemas.microsoft.com/office/drawing/2014/main" id="{A47CFF93-BD9B-9ABE-B196-041798EB751F}"/>
                    </a:ext>
                  </a:extLst>
                </p14:cNvPr>
                <p14:cNvContentPartPr/>
                <p14:nvPr/>
              </p14:nvContentPartPr>
              <p14:xfrm>
                <a:off x="188760" y="1303320"/>
                <a:ext cx="5400" cy="33840"/>
              </p14:xfrm>
            </p:contentPart>
          </mc:Choice>
          <mc:Fallback>
            <p:pic>
              <p:nvPicPr>
                <p:cNvPr id="7" name="Ink 6">
                  <a:extLst>
                    <a:ext uri="{FF2B5EF4-FFF2-40B4-BE49-F238E27FC236}">
                      <a16:creationId xmlns:a16="http://schemas.microsoft.com/office/drawing/2014/main" id="{A47CFF93-BD9B-9ABE-B196-041798EB751F}"/>
                    </a:ext>
                  </a:extLst>
                </p:cNvPr>
                <p:cNvPicPr/>
                <p:nvPr/>
              </p:nvPicPr>
              <p:blipFill>
                <a:blip r:embed="rId44"/>
                <a:stretch>
                  <a:fillRect/>
                </a:stretch>
              </p:blipFill>
              <p:spPr>
                <a:xfrm>
                  <a:off x="184440" y="1299000"/>
                  <a:ext cx="140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8" name="Ink 7">
                  <a:extLst>
                    <a:ext uri="{FF2B5EF4-FFF2-40B4-BE49-F238E27FC236}">
                      <a16:creationId xmlns:a16="http://schemas.microsoft.com/office/drawing/2014/main" id="{C0398449-4D2F-B946-11FA-B23DB52AEEE4}"/>
                    </a:ext>
                  </a:extLst>
                </p14:cNvPr>
                <p14:cNvContentPartPr/>
                <p14:nvPr/>
              </p14:nvContentPartPr>
              <p14:xfrm>
                <a:off x="178320" y="1245360"/>
                <a:ext cx="237240" cy="178560"/>
              </p14:xfrm>
            </p:contentPart>
          </mc:Choice>
          <mc:Fallback>
            <p:pic>
              <p:nvPicPr>
                <p:cNvPr id="8" name="Ink 7">
                  <a:extLst>
                    <a:ext uri="{FF2B5EF4-FFF2-40B4-BE49-F238E27FC236}">
                      <a16:creationId xmlns:a16="http://schemas.microsoft.com/office/drawing/2014/main" id="{C0398449-4D2F-B946-11FA-B23DB52AEEE4}"/>
                    </a:ext>
                  </a:extLst>
                </p:cNvPr>
                <p:cNvPicPr/>
                <p:nvPr/>
              </p:nvPicPr>
              <p:blipFill>
                <a:blip r:embed="rId46"/>
                <a:stretch>
                  <a:fillRect/>
                </a:stretch>
              </p:blipFill>
              <p:spPr>
                <a:xfrm>
                  <a:off x="174000" y="1241040"/>
                  <a:ext cx="24588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9" name="Ink 8">
                  <a:extLst>
                    <a:ext uri="{FF2B5EF4-FFF2-40B4-BE49-F238E27FC236}">
                      <a16:creationId xmlns:a16="http://schemas.microsoft.com/office/drawing/2014/main" id="{E97972FD-EE55-C08C-FF17-857192896C91}"/>
                    </a:ext>
                  </a:extLst>
                </p14:cNvPr>
                <p14:cNvContentPartPr/>
                <p14:nvPr/>
              </p14:nvContentPartPr>
              <p14:xfrm>
                <a:off x="440040" y="1066440"/>
                <a:ext cx="141840" cy="143640"/>
              </p14:xfrm>
            </p:contentPart>
          </mc:Choice>
          <mc:Fallback>
            <p:pic>
              <p:nvPicPr>
                <p:cNvPr id="9" name="Ink 8">
                  <a:extLst>
                    <a:ext uri="{FF2B5EF4-FFF2-40B4-BE49-F238E27FC236}">
                      <a16:creationId xmlns:a16="http://schemas.microsoft.com/office/drawing/2014/main" id="{E97972FD-EE55-C08C-FF17-857192896C91}"/>
                    </a:ext>
                  </a:extLst>
                </p:cNvPr>
                <p:cNvPicPr/>
                <p:nvPr/>
              </p:nvPicPr>
              <p:blipFill>
                <a:blip r:embed="rId48"/>
                <a:stretch>
                  <a:fillRect/>
                </a:stretch>
              </p:blipFill>
              <p:spPr>
                <a:xfrm>
                  <a:off x="435720" y="1062120"/>
                  <a:ext cx="1504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10" name="Ink 9">
                  <a:extLst>
                    <a:ext uri="{FF2B5EF4-FFF2-40B4-BE49-F238E27FC236}">
                      <a16:creationId xmlns:a16="http://schemas.microsoft.com/office/drawing/2014/main" id="{A3674AAC-9B2E-58F0-C73C-B583CADD39F8}"/>
                    </a:ext>
                  </a:extLst>
                </p14:cNvPr>
                <p14:cNvContentPartPr/>
                <p14:nvPr/>
              </p14:nvContentPartPr>
              <p14:xfrm>
                <a:off x="566760" y="1001640"/>
                <a:ext cx="109440" cy="120600"/>
              </p14:xfrm>
            </p:contentPart>
          </mc:Choice>
          <mc:Fallback>
            <p:pic>
              <p:nvPicPr>
                <p:cNvPr id="10" name="Ink 9">
                  <a:extLst>
                    <a:ext uri="{FF2B5EF4-FFF2-40B4-BE49-F238E27FC236}">
                      <a16:creationId xmlns:a16="http://schemas.microsoft.com/office/drawing/2014/main" id="{A3674AAC-9B2E-58F0-C73C-B583CADD39F8}"/>
                    </a:ext>
                  </a:extLst>
                </p:cNvPr>
                <p:cNvPicPr/>
                <p:nvPr/>
              </p:nvPicPr>
              <p:blipFill>
                <a:blip r:embed="rId50"/>
                <a:stretch>
                  <a:fillRect/>
                </a:stretch>
              </p:blipFill>
              <p:spPr>
                <a:xfrm>
                  <a:off x="562440" y="997320"/>
                  <a:ext cx="1180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11" name="Ink 10">
                  <a:extLst>
                    <a:ext uri="{FF2B5EF4-FFF2-40B4-BE49-F238E27FC236}">
                      <a16:creationId xmlns:a16="http://schemas.microsoft.com/office/drawing/2014/main" id="{F922C0CC-DBEF-F5F9-0486-B7011FC63613}"/>
                    </a:ext>
                  </a:extLst>
                </p14:cNvPr>
                <p14:cNvContentPartPr/>
                <p14:nvPr/>
              </p14:nvContentPartPr>
              <p14:xfrm>
                <a:off x="637680" y="903720"/>
                <a:ext cx="140040" cy="126000"/>
              </p14:xfrm>
            </p:contentPart>
          </mc:Choice>
          <mc:Fallback>
            <p:pic>
              <p:nvPicPr>
                <p:cNvPr id="11" name="Ink 10">
                  <a:extLst>
                    <a:ext uri="{FF2B5EF4-FFF2-40B4-BE49-F238E27FC236}">
                      <a16:creationId xmlns:a16="http://schemas.microsoft.com/office/drawing/2014/main" id="{F922C0CC-DBEF-F5F9-0486-B7011FC63613}"/>
                    </a:ext>
                  </a:extLst>
                </p:cNvPr>
                <p:cNvPicPr/>
                <p:nvPr/>
              </p:nvPicPr>
              <p:blipFill>
                <a:blip r:embed="rId52"/>
                <a:stretch>
                  <a:fillRect/>
                </a:stretch>
              </p:blipFill>
              <p:spPr>
                <a:xfrm>
                  <a:off x="633360" y="899400"/>
                  <a:ext cx="14868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12" name="Ink 11">
                  <a:extLst>
                    <a:ext uri="{FF2B5EF4-FFF2-40B4-BE49-F238E27FC236}">
                      <a16:creationId xmlns:a16="http://schemas.microsoft.com/office/drawing/2014/main" id="{408B6F27-8E0F-49BD-AEE2-A2C55E37370B}"/>
                    </a:ext>
                  </a:extLst>
                </p14:cNvPr>
                <p14:cNvContentPartPr/>
                <p14:nvPr/>
              </p14:nvContentPartPr>
              <p14:xfrm>
                <a:off x="922440" y="721920"/>
                <a:ext cx="106560" cy="176400"/>
              </p14:xfrm>
            </p:contentPart>
          </mc:Choice>
          <mc:Fallback>
            <p:pic>
              <p:nvPicPr>
                <p:cNvPr id="12" name="Ink 11">
                  <a:extLst>
                    <a:ext uri="{FF2B5EF4-FFF2-40B4-BE49-F238E27FC236}">
                      <a16:creationId xmlns:a16="http://schemas.microsoft.com/office/drawing/2014/main" id="{408B6F27-8E0F-49BD-AEE2-A2C55E37370B}"/>
                    </a:ext>
                  </a:extLst>
                </p:cNvPr>
                <p:cNvPicPr/>
                <p:nvPr/>
              </p:nvPicPr>
              <p:blipFill>
                <a:blip r:embed="rId54"/>
                <a:stretch>
                  <a:fillRect/>
                </a:stretch>
              </p:blipFill>
              <p:spPr>
                <a:xfrm>
                  <a:off x="918120" y="717600"/>
                  <a:ext cx="1152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13" name="Ink 12">
                  <a:extLst>
                    <a:ext uri="{FF2B5EF4-FFF2-40B4-BE49-F238E27FC236}">
                      <a16:creationId xmlns:a16="http://schemas.microsoft.com/office/drawing/2014/main" id="{DE5B366D-5CF4-7593-FC2F-0C490D749861}"/>
                    </a:ext>
                  </a:extLst>
                </p14:cNvPr>
                <p14:cNvContentPartPr/>
                <p14:nvPr/>
              </p14:nvContentPartPr>
              <p14:xfrm>
                <a:off x="676200" y="1333560"/>
                <a:ext cx="80280" cy="117000"/>
              </p14:xfrm>
            </p:contentPart>
          </mc:Choice>
          <mc:Fallback>
            <p:pic>
              <p:nvPicPr>
                <p:cNvPr id="13" name="Ink 12">
                  <a:extLst>
                    <a:ext uri="{FF2B5EF4-FFF2-40B4-BE49-F238E27FC236}">
                      <a16:creationId xmlns:a16="http://schemas.microsoft.com/office/drawing/2014/main" id="{DE5B366D-5CF4-7593-FC2F-0C490D749861}"/>
                    </a:ext>
                  </a:extLst>
                </p:cNvPr>
                <p:cNvPicPr/>
                <p:nvPr/>
              </p:nvPicPr>
              <p:blipFill>
                <a:blip r:embed="rId56"/>
                <a:stretch>
                  <a:fillRect/>
                </a:stretch>
              </p:blipFill>
              <p:spPr>
                <a:xfrm>
                  <a:off x="671880" y="1329240"/>
                  <a:ext cx="889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14" name="Ink 13">
                  <a:extLst>
                    <a:ext uri="{FF2B5EF4-FFF2-40B4-BE49-F238E27FC236}">
                      <a16:creationId xmlns:a16="http://schemas.microsoft.com/office/drawing/2014/main" id="{AC7287D7-DE9F-DE2D-9B7B-0070EAA85515}"/>
                    </a:ext>
                  </a:extLst>
                </p14:cNvPr>
                <p14:cNvContentPartPr/>
                <p14:nvPr/>
              </p14:nvContentPartPr>
              <p14:xfrm>
                <a:off x="654600" y="1288920"/>
                <a:ext cx="87480" cy="87840"/>
              </p14:xfrm>
            </p:contentPart>
          </mc:Choice>
          <mc:Fallback>
            <p:pic>
              <p:nvPicPr>
                <p:cNvPr id="14" name="Ink 13">
                  <a:extLst>
                    <a:ext uri="{FF2B5EF4-FFF2-40B4-BE49-F238E27FC236}">
                      <a16:creationId xmlns:a16="http://schemas.microsoft.com/office/drawing/2014/main" id="{AC7287D7-DE9F-DE2D-9B7B-0070EAA85515}"/>
                    </a:ext>
                  </a:extLst>
                </p:cNvPr>
                <p:cNvPicPr/>
                <p:nvPr/>
              </p:nvPicPr>
              <p:blipFill>
                <a:blip r:embed="rId58"/>
                <a:stretch>
                  <a:fillRect/>
                </a:stretch>
              </p:blipFill>
              <p:spPr>
                <a:xfrm>
                  <a:off x="650280" y="1284600"/>
                  <a:ext cx="9612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15" name="Ink 14">
                  <a:extLst>
                    <a:ext uri="{FF2B5EF4-FFF2-40B4-BE49-F238E27FC236}">
                      <a16:creationId xmlns:a16="http://schemas.microsoft.com/office/drawing/2014/main" id="{5F5E0E37-89FD-5FAA-C60D-606460D0D8B8}"/>
                    </a:ext>
                  </a:extLst>
                </p14:cNvPr>
                <p14:cNvContentPartPr/>
                <p14:nvPr/>
              </p14:nvContentPartPr>
              <p14:xfrm>
                <a:off x="723000" y="1201800"/>
                <a:ext cx="64440" cy="142560"/>
              </p14:xfrm>
            </p:contentPart>
          </mc:Choice>
          <mc:Fallback>
            <p:pic>
              <p:nvPicPr>
                <p:cNvPr id="15" name="Ink 14">
                  <a:extLst>
                    <a:ext uri="{FF2B5EF4-FFF2-40B4-BE49-F238E27FC236}">
                      <a16:creationId xmlns:a16="http://schemas.microsoft.com/office/drawing/2014/main" id="{5F5E0E37-89FD-5FAA-C60D-606460D0D8B8}"/>
                    </a:ext>
                  </a:extLst>
                </p:cNvPr>
                <p:cNvPicPr/>
                <p:nvPr/>
              </p:nvPicPr>
              <p:blipFill>
                <a:blip r:embed="rId60"/>
                <a:stretch>
                  <a:fillRect/>
                </a:stretch>
              </p:blipFill>
              <p:spPr>
                <a:xfrm>
                  <a:off x="718680" y="1197480"/>
                  <a:ext cx="730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16" name="Ink 15">
                  <a:extLst>
                    <a:ext uri="{FF2B5EF4-FFF2-40B4-BE49-F238E27FC236}">
                      <a16:creationId xmlns:a16="http://schemas.microsoft.com/office/drawing/2014/main" id="{002A3E56-8076-7854-B58D-307A1981819B}"/>
                    </a:ext>
                  </a:extLst>
                </p14:cNvPr>
                <p14:cNvContentPartPr/>
                <p14:nvPr/>
              </p14:nvContentPartPr>
              <p14:xfrm>
                <a:off x="821280" y="1218360"/>
                <a:ext cx="40680" cy="61200"/>
              </p14:xfrm>
            </p:contentPart>
          </mc:Choice>
          <mc:Fallback>
            <p:pic>
              <p:nvPicPr>
                <p:cNvPr id="16" name="Ink 15">
                  <a:extLst>
                    <a:ext uri="{FF2B5EF4-FFF2-40B4-BE49-F238E27FC236}">
                      <a16:creationId xmlns:a16="http://schemas.microsoft.com/office/drawing/2014/main" id="{002A3E56-8076-7854-B58D-307A1981819B}"/>
                    </a:ext>
                  </a:extLst>
                </p:cNvPr>
                <p:cNvPicPr/>
                <p:nvPr/>
              </p:nvPicPr>
              <p:blipFill>
                <a:blip r:embed="rId62"/>
                <a:stretch>
                  <a:fillRect/>
                </a:stretch>
              </p:blipFill>
              <p:spPr>
                <a:xfrm>
                  <a:off x="816960" y="1214040"/>
                  <a:ext cx="4932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17" name="Ink 16">
                  <a:extLst>
                    <a:ext uri="{FF2B5EF4-FFF2-40B4-BE49-F238E27FC236}">
                      <a16:creationId xmlns:a16="http://schemas.microsoft.com/office/drawing/2014/main" id="{91B9506D-245A-0CAF-3F5F-9ED06A51B9E0}"/>
                    </a:ext>
                  </a:extLst>
                </p14:cNvPr>
                <p14:cNvContentPartPr/>
                <p14:nvPr/>
              </p14:nvContentPartPr>
              <p14:xfrm>
                <a:off x="780240" y="1119360"/>
                <a:ext cx="20520" cy="27360"/>
              </p14:xfrm>
            </p:contentPart>
          </mc:Choice>
          <mc:Fallback>
            <p:pic>
              <p:nvPicPr>
                <p:cNvPr id="17" name="Ink 16">
                  <a:extLst>
                    <a:ext uri="{FF2B5EF4-FFF2-40B4-BE49-F238E27FC236}">
                      <a16:creationId xmlns:a16="http://schemas.microsoft.com/office/drawing/2014/main" id="{91B9506D-245A-0CAF-3F5F-9ED06A51B9E0}"/>
                    </a:ext>
                  </a:extLst>
                </p:cNvPr>
                <p:cNvPicPr/>
                <p:nvPr/>
              </p:nvPicPr>
              <p:blipFill>
                <a:blip r:embed="rId64"/>
                <a:stretch>
                  <a:fillRect/>
                </a:stretch>
              </p:blipFill>
              <p:spPr>
                <a:xfrm>
                  <a:off x="775920" y="1115040"/>
                  <a:ext cx="291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18" name="Ink 17">
                  <a:extLst>
                    <a:ext uri="{FF2B5EF4-FFF2-40B4-BE49-F238E27FC236}">
                      <a16:creationId xmlns:a16="http://schemas.microsoft.com/office/drawing/2014/main" id="{7B7CD990-0325-AE09-1795-05FDD3CDA9B2}"/>
                    </a:ext>
                  </a:extLst>
                </p14:cNvPr>
                <p14:cNvContentPartPr/>
                <p14:nvPr/>
              </p14:nvContentPartPr>
              <p14:xfrm>
                <a:off x="868080" y="1135200"/>
                <a:ext cx="59400" cy="74880"/>
              </p14:xfrm>
            </p:contentPart>
          </mc:Choice>
          <mc:Fallback>
            <p:pic>
              <p:nvPicPr>
                <p:cNvPr id="18" name="Ink 17">
                  <a:extLst>
                    <a:ext uri="{FF2B5EF4-FFF2-40B4-BE49-F238E27FC236}">
                      <a16:creationId xmlns:a16="http://schemas.microsoft.com/office/drawing/2014/main" id="{7B7CD990-0325-AE09-1795-05FDD3CDA9B2}"/>
                    </a:ext>
                  </a:extLst>
                </p:cNvPr>
                <p:cNvPicPr/>
                <p:nvPr/>
              </p:nvPicPr>
              <p:blipFill>
                <a:blip r:embed="rId66"/>
                <a:stretch>
                  <a:fillRect/>
                </a:stretch>
              </p:blipFill>
              <p:spPr>
                <a:xfrm>
                  <a:off x="863760" y="1130880"/>
                  <a:ext cx="6804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19" name="Ink 18">
                  <a:extLst>
                    <a:ext uri="{FF2B5EF4-FFF2-40B4-BE49-F238E27FC236}">
                      <a16:creationId xmlns:a16="http://schemas.microsoft.com/office/drawing/2014/main" id="{8CD30440-67F7-1620-ADAC-4DDECAB08BFB}"/>
                    </a:ext>
                  </a:extLst>
                </p14:cNvPr>
                <p14:cNvContentPartPr/>
                <p14:nvPr/>
              </p14:nvContentPartPr>
              <p14:xfrm>
                <a:off x="931080" y="1028640"/>
                <a:ext cx="100800" cy="135000"/>
              </p14:xfrm>
            </p:contentPart>
          </mc:Choice>
          <mc:Fallback>
            <p:pic>
              <p:nvPicPr>
                <p:cNvPr id="19" name="Ink 18">
                  <a:extLst>
                    <a:ext uri="{FF2B5EF4-FFF2-40B4-BE49-F238E27FC236}">
                      <a16:creationId xmlns:a16="http://schemas.microsoft.com/office/drawing/2014/main" id="{8CD30440-67F7-1620-ADAC-4DDECAB08BFB}"/>
                    </a:ext>
                  </a:extLst>
                </p:cNvPr>
                <p:cNvPicPr/>
                <p:nvPr/>
              </p:nvPicPr>
              <p:blipFill>
                <a:blip r:embed="rId68"/>
                <a:stretch>
                  <a:fillRect/>
                </a:stretch>
              </p:blipFill>
              <p:spPr>
                <a:xfrm>
                  <a:off x="926760" y="1024320"/>
                  <a:ext cx="1094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20" name="Ink 19">
                  <a:extLst>
                    <a:ext uri="{FF2B5EF4-FFF2-40B4-BE49-F238E27FC236}">
                      <a16:creationId xmlns:a16="http://schemas.microsoft.com/office/drawing/2014/main" id="{D02D36BD-DCDB-6510-D53B-A9622745AAA5}"/>
                    </a:ext>
                  </a:extLst>
                </p14:cNvPr>
                <p14:cNvContentPartPr/>
                <p14:nvPr/>
              </p14:nvContentPartPr>
              <p14:xfrm>
                <a:off x="1045920" y="931440"/>
                <a:ext cx="11520" cy="41400"/>
              </p14:xfrm>
            </p:contentPart>
          </mc:Choice>
          <mc:Fallback>
            <p:pic>
              <p:nvPicPr>
                <p:cNvPr id="20" name="Ink 19">
                  <a:extLst>
                    <a:ext uri="{FF2B5EF4-FFF2-40B4-BE49-F238E27FC236}">
                      <a16:creationId xmlns:a16="http://schemas.microsoft.com/office/drawing/2014/main" id="{D02D36BD-DCDB-6510-D53B-A9622745AAA5}"/>
                    </a:ext>
                  </a:extLst>
                </p:cNvPr>
                <p:cNvPicPr/>
                <p:nvPr/>
              </p:nvPicPr>
              <p:blipFill>
                <a:blip r:embed="rId70"/>
                <a:stretch>
                  <a:fillRect/>
                </a:stretch>
              </p:blipFill>
              <p:spPr>
                <a:xfrm>
                  <a:off x="1041600" y="927120"/>
                  <a:ext cx="201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21" name="Ink 20">
                  <a:extLst>
                    <a:ext uri="{FF2B5EF4-FFF2-40B4-BE49-F238E27FC236}">
                      <a16:creationId xmlns:a16="http://schemas.microsoft.com/office/drawing/2014/main" id="{BA642F91-B15E-2567-396C-429424788366}"/>
                    </a:ext>
                  </a:extLst>
                </p14:cNvPr>
                <p14:cNvContentPartPr/>
                <p14:nvPr/>
              </p14:nvContentPartPr>
              <p14:xfrm>
                <a:off x="1115040" y="1034760"/>
                <a:ext cx="5760" cy="26640"/>
              </p14:xfrm>
            </p:contentPart>
          </mc:Choice>
          <mc:Fallback>
            <p:pic>
              <p:nvPicPr>
                <p:cNvPr id="21" name="Ink 20">
                  <a:extLst>
                    <a:ext uri="{FF2B5EF4-FFF2-40B4-BE49-F238E27FC236}">
                      <a16:creationId xmlns:a16="http://schemas.microsoft.com/office/drawing/2014/main" id="{BA642F91-B15E-2567-396C-429424788366}"/>
                    </a:ext>
                  </a:extLst>
                </p:cNvPr>
                <p:cNvPicPr/>
                <p:nvPr/>
              </p:nvPicPr>
              <p:blipFill>
                <a:blip r:embed="rId72"/>
                <a:stretch>
                  <a:fillRect/>
                </a:stretch>
              </p:blipFill>
              <p:spPr>
                <a:xfrm>
                  <a:off x="1110720" y="1030440"/>
                  <a:ext cx="144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23" name="Ink 22">
                  <a:extLst>
                    <a:ext uri="{FF2B5EF4-FFF2-40B4-BE49-F238E27FC236}">
                      <a16:creationId xmlns:a16="http://schemas.microsoft.com/office/drawing/2014/main" id="{B77C7AEC-6AB5-38B2-EBD2-76D3AE9BBAA3}"/>
                    </a:ext>
                  </a:extLst>
                </p14:cNvPr>
                <p14:cNvContentPartPr/>
                <p14:nvPr/>
              </p14:nvContentPartPr>
              <p14:xfrm>
                <a:off x="994440" y="1303680"/>
                <a:ext cx="80280" cy="87480"/>
              </p14:xfrm>
            </p:contentPart>
          </mc:Choice>
          <mc:Fallback>
            <p:pic>
              <p:nvPicPr>
                <p:cNvPr id="23" name="Ink 22">
                  <a:extLst>
                    <a:ext uri="{FF2B5EF4-FFF2-40B4-BE49-F238E27FC236}">
                      <a16:creationId xmlns:a16="http://schemas.microsoft.com/office/drawing/2014/main" id="{B77C7AEC-6AB5-38B2-EBD2-76D3AE9BBAA3}"/>
                    </a:ext>
                  </a:extLst>
                </p:cNvPr>
                <p:cNvPicPr/>
                <p:nvPr/>
              </p:nvPicPr>
              <p:blipFill>
                <a:blip r:embed="rId74"/>
                <a:stretch>
                  <a:fillRect/>
                </a:stretch>
              </p:blipFill>
              <p:spPr>
                <a:xfrm>
                  <a:off x="990120" y="1299360"/>
                  <a:ext cx="8892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24" name="Ink 23">
                  <a:extLst>
                    <a:ext uri="{FF2B5EF4-FFF2-40B4-BE49-F238E27FC236}">
                      <a16:creationId xmlns:a16="http://schemas.microsoft.com/office/drawing/2014/main" id="{35AFAA3D-47F4-1B34-DF6A-464268EBE99D}"/>
                    </a:ext>
                  </a:extLst>
                </p14:cNvPr>
                <p14:cNvContentPartPr/>
                <p14:nvPr/>
              </p14:nvContentPartPr>
              <p14:xfrm>
                <a:off x="961680" y="1182720"/>
                <a:ext cx="262800" cy="240120"/>
              </p14:xfrm>
            </p:contentPart>
          </mc:Choice>
          <mc:Fallback>
            <p:pic>
              <p:nvPicPr>
                <p:cNvPr id="24" name="Ink 23">
                  <a:extLst>
                    <a:ext uri="{FF2B5EF4-FFF2-40B4-BE49-F238E27FC236}">
                      <a16:creationId xmlns:a16="http://schemas.microsoft.com/office/drawing/2014/main" id="{35AFAA3D-47F4-1B34-DF6A-464268EBE99D}"/>
                    </a:ext>
                  </a:extLst>
                </p:cNvPr>
                <p:cNvPicPr/>
                <p:nvPr/>
              </p:nvPicPr>
              <p:blipFill>
                <a:blip r:embed="rId76"/>
                <a:stretch>
                  <a:fillRect/>
                </a:stretch>
              </p:blipFill>
              <p:spPr>
                <a:xfrm>
                  <a:off x="957360" y="1178400"/>
                  <a:ext cx="27144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26" name="Ink 25">
                  <a:extLst>
                    <a:ext uri="{FF2B5EF4-FFF2-40B4-BE49-F238E27FC236}">
                      <a16:creationId xmlns:a16="http://schemas.microsoft.com/office/drawing/2014/main" id="{7F082CCD-36BC-786D-5465-1F6A6BE633DA}"/>
                    </a:ext>
                  </a:extLst>
                </p14:cNvPr>
                <p14:cNvContentPartPr/>
                <p14:nvPr/>
              </p14:nvContentPartPr>
              <p14:xfrm>
                <a:off x="1232400" y="1052760"/>
                <a:ext cx="88560" cy="123840"/>
              </p14:xfrm>
            </p:contentPart>
          </mc:Choice>
          <mc:Fallback>
            <p:pic>
              <p:nvPicPr>
                <p:cNvPr id="26" name="Ink 25">
                  <a:extLst>
                    <a:ext uri="{FF2B5EF4-FFF2-40B4-BE49-F238E27FC236}">
                      <a16:creationId xmlns:a16="http://schemas.microsoft.com/office/drawing/2014/main" id="{7F082CCD-36BC-786D-5465-1F6A6BE633DA}"/>
                    </a:ext>
                  </a:extLst>
                </p:cNvPr>
                <p:cNvPicPr/>
                <p:nvPr/>
              </p:nvPicPr>
              <p:blipFill>
                <a:blip r:embed="rId78"/>
                <a:stretch>
                  <a:fillRect/>
                </a:stretch>
              </p:blipFill>
              <p:spPr>
                <a:xfrm>
                  <a:off x="1228080" y="1048440"/>
                  <a:ext cx="9720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27" name="Ink 26">
                  <a:extLst>
                    <a:ext uri="{FF2B5EF4-FFF2-40B4-BE49-F238E27FC236}">
                      <a16:creationId xmlns:a16="http://schemas.microsoft.com/office/drawing/2014/main" id="{17BCFD2D-CD0C-CCA8-586D-192A6A17B449}"/>
                    </a:ext>
                  </a:extLst>
                </p14:cNvPr>
                <p14:cNvContentPartPr/>
                <p14:nvPr/>
              </p14:nvContentPartPr>
              <p14:xfrm>
                <a:off x="1291800" y="990480"/>
                <a:ext cx="92160" cy="82440"/>
              </p14:xfrm>
            </p:contentPart>
          </mc:Choice>
          <mc:Fallback>
            <p:pic>
              <p:nvPicPr>
                <p:cNvPr id="27" name="Ink 26">
                  <a:extLst>
                    <a:ext uri="{FF2B5EF4-FFF2-40B4-BE49-F238E27FC236}">
                      <a16:creationId xmlns:a16="http://schemas.microsoft.com/office/drawing/2014/main" id="{17BCFD2D-CD0C-CCA8-586D-192A6A17B449}"/>
                    </a:ext>
                  </a:extLst>
                </p:cNvPr>
                <p:cNvPicPr/>
                <p:nvPr/>
              </p:nvPicPr>
              <p:blipFill>
                <a:blip r:embed="rId80"/>
                <a:stretch>
                  <a:fillRect/>
                </a:stretch>
              </p:blipFill>
              <p:spPr>
                <a:xfrm>
                  <a:off x="1287480" y="986160"/>
                  <a:ext cx="1008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28" name="Ink 27">
                  <a:extLst>
                    <a:ext uri="{FF2B5EF4-FFF2-40B4-BE49-F238E27FC236}">
                      <a16:creationId xmlns:a16="http://schemas.microsoft.com/office/drawing/2014/main" id="{8326D62D-8C91-2D3B-EA32-5F3E569FD1D2}"/>
                    </a:ext>
                  </a:extLst>
                </p14:cNvPr>
                <p14:cNvContentPartPr/>
                <p14:nvPr/>
              </p14:nvContentPartPr>
              <p14:xfrm>
                <a:off x="1344000" y="925320"/>
                <a:ext cx="18000" cy="178560"/>
              </p14:xfrm>
            </p:contentPart>
          </mc:Choice>
          <mc:Fallback>
            <p:pic>
              <p:nvPicPr>
                <p:cNvPr id="28" name="Ink 27">
                  <a:extLst>
                    <a:ext uri="{FF2B5EF4-FFF2-40B4-BE49-F238E27FC236}">
                      <a16:creationId xmlns:a16="http://schemas.microsoft.com/office/drawing/2014/main" id="{8326D62D-8C91-2D3B-EA32-5F3E569FD1D2}"/>
                    </a:ext>
                  </a:extLst>
                </p:cNvPr>
                <p:cNvPicPr/>
                <p:nvPr/>
              </p:nvPicPr>
              <p:blipFill>
                <a:blip r:embed="rId82"/>
                <a:stretch>
                  <a:fillRect/>
                </a:stretch>
              </p:blipFill>
              <p:spPr>
                <a:xfrm>
                  <a:off x="1339680" y="921000"/>
                  <a:ext cx="2664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29" name="Ink 28">
                  <a:extLst>
                    <a:ext uri="{FF2B5EF4-FFF2-40B4-BE49-F238E27FC236}">
                      <a16:creationId xmlns:a16="http://schemas.microsoft.com/office/drawing/2014/main" id="{092FB9D7-C13C-8AB9-68E2-E46D831CFF8F}"/>
                    </a:ext>
                  </a:extLst>
                </p14:cNvPr>
                <p14:cNvContentPartPr/>
                <p14:nvPr/>
              </p14:nvContentPartPr>
              <p14:xfrm>
                <a:off x="1364880" y="850080"/>
                <a:ext cx="87840" cy="189000"/>
              </p14:xfrm>
            </p:contentPart>
          </mc:Choice>
          <mc:Fallback>
            <p:pic>
              <p:nvPicPr>
                <p:cNvPr id="29" name="Ink 28">
                  <a:extLst>
                    <a:ext uri="{FF2B5EF4-FFF2-40B4-BE49-F238E27FC236}">
                      <a16:creationId xmlns:a16="http://schemas.microsoft.com/office/drawing/2014/main" id="{092FB9D7-C13C-8AB9-68E2-E46D831CFF8F}"/>
                    </a:ext>
                  </a:extLst>
                </p:cNvPr>
                <p:cNvPicPr/>
                <p:nvPr/>
              </p:nvPicPr>
              <p:blipFill>
                <a:blip r:embed="rId84"/>
                <a:stretch>
                  <a:fillRect/>
                </a:stretch>
              </p:blipFill>
              <p:spPr>
                <a:xfrm>
                  <a:off x="1360560" y="845760"/>
                  <a:ext cx="9648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38" name="Ink 37">
                  <a:extLst>
                    <a:ext uri="{FF2B5EF4-FFF2-40B4-BE49-F238E27FC236}">
                      <a16:creationId xmlns:a16="http://schemas.microsoft.com/office/drawing/2014/main" id="{3B153DC8-572D-F932-937C-E25031E53AAC}"/>
                    </a:ext>
                  </a:extLst>
                </p14:cNvPr>
                <p14:cNvContentPartPr/>
                <p14:nvPr/>
              </p14:nvContentPartPr>
              <p14:xfrm>
                <a:off x="1350120" y="1288200"/>
                <a:ext cx="66240" cy="105480"/>
              </p14:xfrm>
            </p:contentPart>
          </mc:Choice>
          <mc:Fallback>
            <p:pic>
              <p:nvPicPr>
                <p:cNvPr id="38" name="Ink 37">
                  <a:extLst>
                    <a:ext uri="{FF2B5EF4-FFF2-40B4-BE49-F238E27FC236}">
                      <a16:creationId xmlns:a16="http://schemas.microsoft.com/office/drawing/2014/main" id="{3B153DC8-572D-F932-937C-E25031E53AAC}"/>
                    </a:ext>
                  </a:extLst>
                </p:cNvPr>
                <p:cNvPicPr/>
                <p:nvPr/>
              </p:nvPicPr>
              <p:blipFill>
                <a:blip r:embed="rId86"/>
                <a:stretch>
                  <a:fillRect/>
                </a:stretch>
              </p:blipFill>
              <p:spPr>
                <a:xfrm>
                  <a:off x="1345800" y="1283880"/>
                  <a:ext cx="7488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49" name="Ink 48">
                  <a:extLst>
                    <a:ext uri="{FF2B5EF4-FFF2-40B4-BE49-F238E27FC236}">
                      <a16:creationId xmlns:a16="http://schemas.microsoft.com/office/drawing/2014/main" id="{DC6349FD-5E09-EA0F-DB0A-2F17B32F5481}"/>
                    </a:ext>
                  </a:extLst>
                </p14:cNvPr>
                <p14:cNvContentPartPr/>
                <p14:nvPr/>
              </p14:nvContentPartPr>
              <p14:xfrm>
                <a:off x="1326000" y="1229520"/>
                <a:ext cx="61200" cy="111240"/>
              </p14:xfrm>
            </p:contentPart>
          </mc:Choice>
          <mc:Fallback>
            <p:pic>
              <p:nvPicPr>
                <p:cNvPr id="49" name="Ink 48">
                  <a:extLst>
                    <a:ext uri="{FF2B5EF4-FFF2-40B4-BE49-F238E27FC236}">
                      <a16:creationId xmlns:a16="http://schemas.microsoft.com/office/drawing/2014/main" id="{DC6349FD-5E09-EA0F-DB0A-2F17B32F5481}"/>
                    </a:ext>
                  </a:extLst>
                </p:cNvPr>
                <p:cNvPicPr/>
                <p:nvPr/>
              </p:nvPicPr>
              <p:blipFill>
                <a:blip r:embed="rId88"/>
                <a:stretch>
                  <a:fillRect/>
                </a:stretch>
              </p:blipFill>
              <p:spPr>
                <a:xfrm>
                  <a:off x="1321680" y="1225200"/>
                  <a:ext cx="6984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0" name="Ink 49">
                  <a:extLst>
                    <a:ext uri="{FF2B5EF4-FFF2-40B4-BE49-F238E27FC236}">
                      <a16:creationId xmlns:a16="http://schemas.microsoft.com/office/drawing/2014/main" id="{9427668E-59EA-F46F-42D3-7129B2E2B58C}"/>
                    </a:ext>
                  </a:extLst>
                </p14:cNvPr>
                <p14:cNvContentPartPr/>
                <p14:nvPr/>
              </p14:nvContentPartPr>
              <p14:xfrm>
                <a:off x="1377840" y="1149600"/>
                <a:ext cx="72000" cy="137880"/>
              </p14:xfrm>
            </p:contentPart>
          </mc:Choice>
          <mc:Fallback>
            <p:pic>
              <p:nvPicPr>
                <p:cNvPr id="50" name="Ink 49">
                  <a:extLst>
                    <a:ext uri="{FF2B5EF4-FFF2-40B4-BE49-F238E27FC236}">
                      <a16:creationId xmlns:a16="http://schemas.microsoft.com/office/drawing/2014/main" id="{9427668E-59EA-F46F-42D3-7129B2E2B58C}"/>
                    </a:ext>
                  </a:extLst>
                </p:cNvPr>
                <p:cNvPicPr/>
                <p:nvPr/>
              </p:nvPicPr>
              <p:blipFill>
                <a:blip r:embed="rId90"/>
                <a:stretch>
                  <a:fillRect/>
                </a:stretch>
              </p:blipFill>
              <p:spPr>
                <a:xfrm>
                  <a:off x="1373520" y="1145280"/>
                  <a:ext cx="806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1" name="Ink 50">
                  <a:extLst>
                    <a:ext uri="{FF2B5EF4-FFF2-40B4-BE49-F238E27FC236}">
                      <a16:creationId xmlns:a16="http://schemas.microsoft.com/office/drawing/2014/main" id="{6EFE6A8C-AC6B-E765-611D-6A9214ACE94F}"/>
                    </a:ext>
                  </a:extLst>
                </p14:cNvPr>
                <p14:cNvContentPartPr/>
                <p14:nvPr/>
              </p14:nvContentPartPr>
              <p14:xfrm>
                <a:off x="1488720" y="1125480"/>
                <a:ext cx="48240" cy="82440"/>
              </p14:xfrm>
            </p:contentPart>
          </mc:Choice>
          <mc:Fallback>
            <p:pic>
              <p:nvPicPr>
                <p:cNvPr id="51" name="Ink 50">
                  <a:extLst>
                    <a:ext uri="{FF2B5EF4-FFF2-40B4-BE49-F238E27FC236}">
                      <a16:creationId xmlns:a16="http://schemas.microsoft.com/office/drawing/2014/main" id="{6EFE6A8C-AC6B-E765-611D-6A9214ACE94F}"/>
                    </a:ext>
                  </a:extLst>
                </p:cNvPr>
                <p:cNvPicPr/>
                <p:nvPr/>
              </p:nvPicPr>
              <p:blipFill>
                <a:blip r:embed="rId92"/>
                <a:stretch>
                  <a:fillRect/>
                </a:stretch>
              </p:blipFill>
              <p:spPr>
                <a:xfrm>
                  <a:off x="1484400" y="1121160"/>
                  <a:ext cx="5688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2" name="Ink 51">
                  <a:extLst>
                    <a:ext uri="{FF2B5EF4-FFF2-40B4-BE49-F238E27FC236}">
                      <a16:creationId xmlns:a16="http://schemas.microsoft.com/office/drawing/2014/main" id="{A2A94533-E934-6A6F-AA8B-B800AE8B5769}"/>
                    </a:ext>
                  </a:extLst>
                </p14:cNvPr>
                <p14:cNvContentPartPr/>
                <p14:nvPr/>
              </p14:nvContentPartPr>
              <p14:xfrm>
                <a:off x="1452720" y="1081200"/>
                <a:ext cx="14400" cy="10800"/>
              </p14:xfrm>
            </p:contentPart>
          </mc:Choice>
          <mc:Fallback>
            <p:pic>
              <p:nvPicPr>
                <p:cNvPr id="52" name="Ink 51">
                  <a:extLst>
                    <a:ext uri="{FF2B5EF4-FFF2-40B4-BE49-F238E27FC236}">
                      <a16:creationId xmlns:a16="http://schemas.microsoft.com/office/drawing/2014/main" id="{A2A94533-E934-6A6F-AA8B-B800AE8B5769}"/>
                    </a:ext>
                  </a:extLst>
                </p:cNvPr>
                <p:cNvPicPr/>
                <p:nvPr/>
              </p:nvPicPr>
              <p:blipFill>
                <a:blip r:embed="rId94"/>
                <a:stretch>
                  <a:fillRect/>
                </a:stretch>
              </p:blipFill>
              <p:spPr>
                <a:xfrm>
                  <a:off x="1448400" y="1076880"/>
                  <a:ext cx="2304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3" name="Ink 52">
                  <a:extLst>
                    <a:ext uri="{FF2B5EF4-FFF2-40B4-BE49-F238E27FC236}">
                      <a16:creationId xmlns:a16="http://schemas.microsoft.com/office/drawing/2014/main" id="{2C9DC3CA-96F8-9318-690D-8CB169279A90}"/>
                    </a:ext>
                  </a:extLst>
                </p14:cNvPr>
                <p14:cNvContentPartPr/>
                <p14:nvPr/>
              </p14:nvContentPartPr>
              <p14:xfrm>
                <a:off x="1537680" y="1050960"/>
                <a:ext cx="60480" cy="91800"/>
              </p14:xfrm>
            </p:contentPart>
          </mc:Choice>
          <mc:Fallback>
            <p:pic>
              <p:nvPicPr>
                <p:cNvPr id="53" name="Ink 52">
                  <a:extLst>
                    <a:ext uri="{FF2B5EF4-FFF2-40B4-BE49-F238E27FC236}">
                      <a16:creationId xmlns:a16="http://schemas.microsoft.com/office/drawing/2014/main" id="{2C9DC3CA-96F8-9318-690D-8CB169279A90}"/>
                    </a:ext>
                  </a:extLst>
                </p:cNvPr>
                <p:cNvPicPr/>
                <p:nvPr/>
              </p:nvPicPr>
              <p:blipFill>
                <a:blip r:embed="rId96"/>
                <a:stretch>
                  <a:fillRect/>
                </a:stretch>
              </p:blipFill>
              <p:spPr>
                <a:xfrm>
                  <a:off x="1533360" y="1046640"/>
                  <a:ext cx="691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4" name="Ink 53">
                  <a:extLst>
                    <a:ext uri="{FF2B5EF4-FFF2-40B4-BE49-F238E27FC236}">
                      <a16:creationId xmlns:a16="http://schemas.microsoft.com/office/drawing/2014/main" id="{50A7FBEC-858E-001F-2216-0E0617CC9377}"/>
                    </a:ext>
                  </a:extLst>
                </p14:cNvPr>
                <p14:cNvContentPartPr/>
                <p14:nvPr/>
              </p14:nvContentPartPr>
              <p14:xfrm>
                <a:off x="1582320" y="946200"/>
                <a:ext cx="46800" cy="146880"/>
              </p14:xfrm>
            </p:contentPart>
          </mc:Choice>
          <mc:Fallback>
            <p:pic>
              <p:nvPicPr>
                <p:cNvPr id="54" name="Ink 53">
                  <a:extLst>
                    <a:ext uri="{FF2B5EF4-FFF2-40B4-BE49-F238E27FC236}">
                      <a16:creationId xmlns:a16="http://schemas.microsoft.com/office/drawing/2014/main" id="{50A7FBEC-858E-001F-2216-0E0617CC9377}"/>
                    </a:ext>
                  </a:extLst>
                </p:cNvPr>
                <p:cNvPicPr/>
                <p:nvPr/>
              </p:nvPicPr>
              <p:blipFill>
                <a:blip r:embed="rId98"/>
                <a:stretch>
                  <a:fillRect/>
                </a:stretch>
              </p:blipFill>
              <p:spPr>
                <a:xfrm>
                  <a:off x="1578000" y="941880"/>
                  <a:ext cx="5544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5" name="Ink 54">
                  <a:extLst>
                    <a:ext uri="{FF2B5EF4-FFF2-40B4-BE49-F238E27FC236}">
                      <a16:creationId xmlns:a16="http://schemas.microsoft.com/office/drawing/2014/main" id="{0D3F331F-97F9-A065-6322-FF73330C851F}"/>
                    </a:ext>
                  </a:extLst>
                </p14:cNvPr>
                <p14:cNvContentPartPr/>
                <p14:nvPr/>
              </p14:nvContentPartPr>
              <p14:xfrm>
                <a:off x="1743240" y="760800"/>
                <a:ext cx="135360" cy="171720"/>
              </p14:xfrm>
            </p:contentPart>
          </mc:Choice>
          <mc:Fallback>
            <p:pic>
              <p:nvPicPr>
                <p:cNvPr id="55" name="Ink 54">
                  <a:extLst>
                    <a:ext uri="{FF2B5EF4-FFF2-40B4-BE49-F238E27FC236}">
                      <a16:creationId xmlns:a16="http://schemas.microsoft.com/office/drawing/2014/main" id="{0D3F331F-97F9-A065-6322-FF73330C851F}"/>
                    </a:ext>
                  </a:extLst>
                </p:cNvPr>
                <p:cNvPicPr/>
                <p:nvPr/>
              </p:nvPicPr>
              <p:blipFill>
                <a:blip r:embed="rId100"/>
                <a:stretch>
                  <a:fillRect/>
                </a:stretch>
              </p:blipFill>
              <p:spPr>
                <a:xfrm>
                  <a:off x="1738920" y="756480"/>
                  <a:ext cx="1440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6" name="Ink 55">
                  <a:extLst>
                    <a:ext uri="{FF2B5EF4-FFF2-40B4-BE49-F238E27FC236}">
                      <a16:creationId xmlns:a16="http://schemas.microsoft.com/office/drawing/2014/main" id="{EEC3A1C2-7470-90C2-8456-5C3199C40680}"/>
                    </a:ext>
                  </a:extLst>
                </p14:cNvPr>
                <p14:cNvContentPartPr/>
                <p14:nvPr/>
              </p14:nvContentPartPr>
              <p14:xfrm>
                <a:off x="1575120" y="1271280"/>
                <a:ext cx="95040" cy="135360"/>
              </p14:xfrm>
            </p:contentPart>
          </mc:Choice>
          <mc:Fallback>
            <p:pic>
              <p:nvPicPr>
                <p:cNvPr id="56" name="Ink 55">
                  <a:extLst>
                    <a:ext uri="{FF2B5EF4-FFF2-40B4-BE49-F238E27FC236}">
                      <a16:creationId xmlns:a16="http://schemas.microsoft.com/office/drawing/2014/main" id="{EEC3A1C2-7470-90C2-8456-5C3199C40680}"/>
                    </a:ext>
                  </a:extLst>
                </p:cNvPr>
                <p:cNvPicPr/>
                <p:nvPr/>
              </p:nvPicPr>
              <p:blipFill>
                <a:blip r:embed="rId102"/>
                <a:stretch>
                  <a:fillRect/>
                </a:stretch>
              </p:blipFill>
              <p:spPr>
                <a:xfrm>
                  <a:off x="1570800" y="1266960"/>
                  <a:ext cx="1036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57" name="Ink 56">
                  <a:extLst>
                    <a:ext uri="{FF2B5EF4-FFF2-40B4-BE49-F238E27FC236}">
                      <a16:creationId xmlns:a16="http://schemas.microsoft.com/office/drawing/2014/main" id="{3A3B3BC3-5AFB-F8E5-C86D-4FF5DC265537}"/>
                    </a:ext>
                  </a:extLst>
                </p14:cNvPr>
                <p14:cNvContentPartPr/>
                <p14:nvPr/>
              </p14:nvContentPartPr>
              <p14:xfrm>
                <a:off x="1560000" y="1189560"/>
                <a:ext cx="219240" cy="208440"/>
              </p14:xfrm>
            </p:contentPart>
          </mc:Choice>
          <mc:Fallback>
            <p:pic>
              <p:nvPicPr>
                <p:cNvPr id="57" name="Ink 56">
                  <a:extLst>
                    <a:ext uri="{FF2B5EF4-FFF2-40B4-BE49-F238E27FC236}">
                      <a16:creationId xmlns:a16="http://schemas.microsoft.com/office/drawing/2014/main" id="{3A3B3BC3-5AFB-F8E5-C86D-4FF5DC265537}"/>
                    </a:ext>
                  </a:extLst>
                </p:cNvPr>
                <p:cNvPicPr/>
                <p:nvPr/>
              </p:nvPicPr>
              <p:blipFill>
                <a:blip r:embed="rId104"/>
                <a:stretch>
                  <a:fillRect/>
                </a:stretch>
              </p:blipFill>
              <p:spPr>
                <a:xfrm>
                  <a:off x="1555680" y="1185240"/>
                  <a:ext cx="22788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2" name="Ink 61">
                  <a:extLst>
                    <a:ext uri="{FF2B5EF4-FFF2-40B4-BE49-F238E27FC236}">
                      <a16:creationId xmlns:a16="http://schemas.microsoft.com/office/drawing/2014/main" id="{86B662B9-7812-AA13-07E0-093303F0691F}"/>
                    </a:ext>
                  </a:extLst>
                </p14:cNvPr>
                <p14:cNvContentPartPr/>
                <p14:nvPr/>
              </p14:nvContentPartPr>
              <p14:xfrm>
                <a:off x="1800480" y="960240"/>
                <a:ext cx="191520" cy="194760"/>
              </p14:xfrm>
            </p:contentPart>
          </mc:Choice>
          <mc:Fallback>
            <p:pic>
              <p:nvPicPr>
                <p:cNvPr id="62" name="Ink 61">
                  <a:extLst>
                    <a:ext uri="{FF2B5EF4-FFF2-40B4-BE49-F238E27FC236}">
                      <a16:creationId xmlns:a16="http://schemas.microsoft.com/office/drawing/2014/main" id="{86B662B9-7812-AA13-07E0-093303F0691F}"/>
                    </a:ext>
                  </a:extLst>
                </p:cNvPr>
                <p:cNvPicPr/>
                <p:nvPr/>
              </p:nvPicPr>
              <p:blipFill>
                <a:blip r:embed="rId106"/>
                <a:stretch>
                  <a:fillRect/>
                </a:stretch>
              </p:blipFill>
              <p:spPr>
                <a:xfrm>
                  <a:off x="1796160" y="955920"/>
                  <a:ext cx="2001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3" name="Ink 62">
                  <a:extLst>
                    <a:ext uri="{FF2B5EF4-FFF2-40B4-BE49-F238E27FC236}">
                      <a16:creationId xmlns:a16="http://schemas.microsoft.com/office/drawing/2014/main" id="{B5017726-C420-C526-BBB8-8222FB102A13}"/>
                    </a:ext>
                  </a:extLst>
                </p14:cNvPr>
                <p14:cNvContentPartPr/>
                <p14:nvPr/>
              </p14:nvContentPartPr>
              <p14:xfrm>
                <a:off x="1934400" y="919560"/>
                <a:ext cx="81000" cy="100080"/>
              </p14:xfrm>
            </p:contentPart>
          </mc:Choice>
          <mc:Fallback>
            <p:pic>
              <p:nvPicPr>
                <p:cNvPr id="63" name="Ink 62">
                  <a:extLst>
                    <a:ext uri="{FF2B5EF4-FFF2-40B4-BE49-F238E27FC236}">
                      <a16:creationId xmlns:a16="http://schemas.microsoft.com/office/drawing/2014/main" id="{B5017726-C420-C526-BBB8-8222FB102A13}"/>
                    </a:ext>
                  </a:extLst>
                </p:cNvPr>
                <p:cNvPicPr/>
                <p:nvPr/>
              </p:nvPicPr>
              <p:blipFill>
                <a:blip r:embed="rId108"/>
                <a:stretch>
                  <a:fillRect/>
                </a:stretch>
              </p:blipFill>
              <p:spPr>
                <a:xfrm>
                  <a:off x="1930080" y="915240"/>
                  <a:ext cx="896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4" name="Ink 63">
                  <a:extLst>
                    <a:ext uri="{FF2B5EF4-FFF2-40B4-BE49-F238E27FC236}">
                      <a16:creationId xmlns:a16="http://schemas.microsoft.com/office/drawing/2014/main" id="{395774D0-89F9-1D5B-F9FB-521D63EFE497}"/>
                    </a:ext>
                  </a:extLst>
                </p14:cNvPr>
                <p14:cNvContentPartPr/>
                <p14:nvPr/>
              </p14:nvContentPartPr>
              <p14:xfrm>
                <a:off x="1936200" y="860880"/>
                <a:ext cx="152280" cy="135000"/>
              </p14:xfrm>
            </p:contentPart>
          </mc:Choice>
          <mc:Fallback>
            <p:pic>
              <p:nvPicPr>
                <p:cNvPr id="64" name="Ink 63">
                  <a:extLst>
                    <a:ext uri="{FF2B5EF4-FFF2-40B4-BE49-F238E27FC236}">
                      <a16:creationId xmlns:a16="http://schemas.microsoft.com/office/drawing/2014/main" id="{395774D0-89F9-1D5B-F9FB-521D63EFE497}"/>
                    </a:ext>
                  </a:extLst>
                </p:cNvPr>
                <p:cNvPicPr/>
                <p:nvPr/>
              </p:nvPicPr>
              <p:blipFill>
                <a:blip r:embed="rId110"/>
                <a:stretch>
                  <a:fillRect/>
                </a:stretch>
              </p:blipFill>
              <p:spPr>
                <a:xfrm>
                  <a:off x="1931880" y="856560"/>
                  <a:ext cx="1609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5" name="Ink 64">
                  <a:extLst>
                    <a:ext uri="{FF2B5EF4-FFF2-40B4-BE49-F238E27FC236}">
                      <a16:creationId xmlns:a16="http://schemas.microsoft.com/office/drawing/2014/main" id="{478B6071-C53E-DEE8-5576-38A5EFACAA66}"/>
                    </a:ext>
                  </a:extLst>
                </p14:cNvPr>
                <p14:cNvContentPartPr/>
                <p14:nvPr/>
              </p14:nvContentPartPr>
              <p14:xfrm>
                <a:off x="2047080" y="730560"/>
                <a:ext cx="95040" cy="150840"/>
              </p14:xfrm>
            </p:contentPart>
          </mc:Choice>
          <mc:Fallback>
            <p:pic>
              <p:nvPicPr>
                <p:cNvPr id="65" name="Ink 64">
                  <a:extLst>
                    <a:ext uri="{FF2B5EF4-FFF2-40B4-BE49-F238E27FC236}">
                      <a16:creationId xmlns:a16="http://schemas.microsoft.com/office/drawing/2014/main" id="{478B6071-C53E-DEE8-5576-38A5EFACAA66}"/>
                    </a:ext>
                  </a:extLst>
                </p:cNvPr>
                <p:cNvPicPr/>
                <p:nvPr/>
              </p:nvPicPr>
              <p:blipFill>
                <a:blip r:embed="rId112"/>
                <a:stretch>
                  <a:fillRect/>
                </a:stretch>
              </p:blipFill>
              <p:spPr>
                <a:xfrm>
                  <a:off x="2042760" y="726240"/>
                  <a:ext cx="10368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6" name="Ink 65">
                  <a:extLst>
                    <a:ext uri="{FF2B5EF4-FFF2-40B4-BE49-F238E27FC236}">
                      <a16:creationId xmlns:a16="http://schemas.microsoft.com/office/drawing/2014/main" id="{26030B92-8DA1-7B22-A25E-DA83CDD61050}"/>
                    </a:ext>
                  </a:extLst>
                </p14:cNvPr>
                <p14:cNvContentPartPr/>
                <p14:nvPr/>
              </p14:nvContentPartPr>
              <p14:xfrm>
                <a:off x="2103960" y="679440"/>
                <a:ext cx="112320" cy="186840"/>
              </p14:xfrm>
            </p:contentPart>
          </mc:Choice>
          <mc:Fallback>
            <p:pic>
              <p:nvPicPr>
                <p:cNvPr id="66" name="Ink 65">
                  <a:extLst>
                    <a:ext uri="{FF2B5EF4-FFF2-40B4-BE49-F238E27FC236}">
                      <a16:creationId xmlns:a16="http://schemas.microsoft.com/office/drawing/2014/main" id="{26030B92-8DA1-7B22-A25E-DA83CDD61050}"/>
                    </a:ext>
                  </a:extLst>
                </p:cNvPr>
                <p:cNvPicPr/>
                <p:nvPr/>
              </p:nvPicPr>
              <p:blipFill>
                <a:blip r:embed="rId114"/>
                <a:stretch>
                  <a:fillRect/>
                </a:stretch>
              </p:blipFill>
              <p:spPr>
                <a:xfrm>
                  <a:off x="2099640" y="675120"/>
                  <a:ext cx="12096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7" name="Ink 66">
                  <a:extLst>
                    <a:ext uri="{FF2B5EF4-FFF2-40B4-BE49-F238E27FC236}">
                      <a16:creationId xmlns:a16="http://schemas.microsoft.com/office/drawing/2014/main" id="{AA0CD41B-54D5-C5B2-C810-D6A98E33B74E}"/>
                    </a:ext>
                  </a:extLst>
                </p14:cNvPr>
                <p14:cNvContentPartPr/>
                <p14:nvPr/>
              </p14:nvContentPartPr>
              <p14:xfrm>
                <a:off x="2180280" y="664320"/>
                <a:ext cx="58680" cy="82080"/>
              </p14:xfrm>
            </p:contentPart>
          </mc:Choice>
          <mc:Fallback>
            <p:pic>
              <p:nvPicPr>
                <p:cNvPr id="67" name="Ink 66">
                  <a:extLst>
                    <a:ext uri="{FF2B5EF4-FFF2-40B4-BE49-F238E27FC236}">
                      <a16:creationId xmlns:a16="http://schemas.microsoft.com/office/drawing/2014/main" id="{AA0CD41B-54D5-C5B2-C810-D6A98E33B74E}"/>
                    </a:ext>
                  </a:extLst>
                </p:cNvPr>
                <p:cNvPicPr/>
                <p:nvPr/>
              </p:nvPicPr>
              <p:blipFill>
                <a:blip r:embed="rId116"/>
                <a:stretch>
                  <a:fillRect/>
                </a:stretch>
              </p:blipFill>
              <p:spPr>
                <a:xfrm>
                  <a:off x="2175960" y="660000"/>
                  <a:ext cx="673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8" name="Ink 67">
                  <a:extLst>
                    <a:ext uri="{FF2B5EF4-FFF2-40B4-BE49-F238E27FC236}">
                      <a16:creationId xmlns:a16="http://schemas.microsoft.com/office/drawing/2014/main" id="{D7F35872-9CBA-8EA3-D398-F0B8E76E94F8}"/>
                    </a:ext>
                  </a:extLst>
                </p14:cNvPr>
                <p14:cNvContentPartPr/>
                <p14:nvPr/>
              </p14:nvContentPartPr>
              <p14:xfrm>
                <a:off x="2291880" y="760440"/>
                <a:ext cx="24840" cy="100440"/>
              </p14:xfrm>
            </p:contentPart>
          </mc:Choice>
          <mc:Fallback>
            <p:pic>
              <p:nvPicPr>
                <p:cNvPr id="68" name="Ink 67">
                  <a:extLst>
                    <a:ext uri="{FF2B5EF4-FFF2-40B4-BE49-F238E27FC236}">
                      <a16:creationId xmlns:a16="http://schemas.microsoft.com/office/drawing/2014/main" id="{D7F35872-9CBA-8EA3-D398-F0B8E76E94F8}"/>
                    </a:ext>
                  </a:extLst>
                </p:cNvPr>
                <p:cNvPicPr/>
                <p:nvPr/>
              </p:nvPicPr>
              <p:blipFill>
                <a:blip r:embed="rId118"/>
                <a:stretch>
                  <a:fillRect/>
                </a:stretch>
              </p:blipFill>
              <p:spPr>
                <a:xfrm>
                  <a:off x="2287560" y="756120"/>
                  <a:ext cx="334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9" name="Ink 68">
                  <a:extLst>
                    <a:ext uri="{FF2B5EF4-FFF2-40B4-BE49-F238E27FC236}">
                      <a16:creationId xmlns:a16="http://schemas.microsoft.com/office/drawing/2014/main" id="{5B779892-DACC-8CEA-D43E-BAEA490BCD40}"/>
                    </a:ext>
                  </a:extLst>
                </p14:cNvPr>
                <p14:cNvContentPartPr/>
                <p14:nvPr/>
              </p14:nvContentPartPr>
              <p14:xfrm>
                <a:off x="2299800" y="636600"/>
                <a:ext cx="65160" cy="91800"/>
              </p14:xfrm>
            </p:contentPart>
          </mc:Choice>
          <mc:Fallback>
            <p:pic>
              <p:nvPicPr>
                <p:cNvPr id="69" name="Ink 68">
                  <a:extLst>
                    <a:ext uri="{FF2B5EF4-FFF2-40B4-BE49-F238E27FC236}">
                      <a16:creationId xmlns:a16="http://schemas.microsoft.com/office/drawing/2014/main" id="{5B779892-DACC-8CEA-D43E-BAEA490BCD40}"/>
                    </a:ext>
                  </a:extLst>
                </p:cNvPr>
                <p:cNvPicPr/>
                <p:nvPr/>
              </p:nvPicPr>
              <p:blipFill>
                <a:blip r:embed="rId120"/>
                <a:stretch>
                  <a:fillRect/>
                </a:stretch>
              </p:blipFill>
              <p:spPr>
                <a:xfrm>
                  <a:off x="2295480" y="632280"/>
                  <a:ext cx="7380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0" name="Ink 69">
                  <a:extLst>
                    <a:ext uri="{FF2B5EF4-FFF2-40B4-BE49-F238E27FC236}">
                      <a16:creationId xmlns:a16="http://schemas.microsoft.com/office/drawing/2014/main" id="{CBCE7E54-A9B5-9710-D02E-5A1168491687}"/>
                    </a:ext>
                  </a:extLst>
                </p14:cNvPr>
                <p14:cNvContentPartPr/>
                <p14:nvPr/>
              </p14:nvContentPartPr>
              <p14:xfrm>
                <a:off x="2350920" y="612840"/>
                <a:ext cx="50400" cy="218160"/>
              </p14:xfrm>
            </p:contentPart>
          </mc:Choice>
          <mc:Fallback>
            <p:pic>
              <p:nvPicPr>
                <p:cNvPr id="70" name="Ink 69">
                  <a:extLst>
                    <a:ext uri="{FF2B5EF4-FFF2-40B4-BE49-F238E27FC236}">
                      <a16:creationId xmlns:a16="http://schemas.microsoft.com/office/drawing/2014/main" id="{CBCE7E54-A9B5-9710-D02E-5A1168491687}"/>
                    </a:ext>
                  </a:extLst>
                </p:cNvPr>
                <p:cNvPicPr/>
                <p:nvPr/>
              </p:nvPicPr>
              <p:blipFill>
                <a:blip r:embed="rId122"/>
                <a:stretch>
                  <a:fillRect/>
                </a:stretch>
              </p:blipFill>
              <p:spPr>
                <a:xfrm>
                  <a:off x="2346600" y="608520"/>
                  <a:ext cx="590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1" name="Ink 70">
                  <a:extLst>
                    <a:ext uri="{FF2B5EF4-FFF2-40B4-BE49-F238E27FC236}">
                      <a16:creationId xmlns:a16="http://schemas.microsoft.com/office/drawing/2014/main" id="{F90163AF-A652-4FC6-A0F3-E809E7658A2D}"/>
                    </a:ext>
                  </a:extLst>
                </p14:cNvPr>
                <p14:cNvContentPartPr/>
                <p14:nvPr/>
              </p14:nvContentPartPr>
              <p14:xfrm>
                <a:off x="2400600" y="631200"/>
                <a:ext cx="61560" cy="111960"/>
              </p14:xfrm>
            </p:contentPart>
          </mc:Choice>
          <mc:Fallback>
            <p:pic>
              <p:nvPicPr>
                <p:cNvPr id="71" name="Ink 70">
                  <a:extLst>
                    <a:ext uri="{FF2B5EF4-FFF2-40B4-BE49-F238E27FC236}">
                      <a16:creationId xmlns:a16="http://schemas.microsoft.com/office/drawing/2014/main" id="{F90163AF-A652-4FC6-A0F3-E809E7658A2D}"/>
                    </a:ext>
                  </a:extLst>
                </p:cNvPr>
                <p:cNvPicPr/>
                <p:nvPr/>
              </p:nvPicPr>
              <p:blipFill>
                <a:blip r:embed="rId124"/>
                <a:stretch>
                  <a:fillRect/>
                </a:stretch>
              </p:blipFill>
              <p:spPr>
                <a:xfrm>
                  <a:off x="2396280" y="626880"/>
                  <a:ext cx="7020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2" name="Ink 71">
                  <a:extLst>
                    <a:ext uri="{FF2B5EF4-FFF2-40B4-BE49-F238E27FC236}">
                      <a16:creationId xmlns:a16="http://schemas.microsoft.com/office/drawing/2014/main" id="{128495DE-6D2C-E878-EBCD-862F4021E002}"/>
                    </a:ext>
                  </a:extLst>
                </p14:cNvPr>
                <p14:cNvContentPartPr/>
                <p14:nvPr/>
              </p14:nvContentPartPr>
              <p14:xfrm>
                <a:off x="2494560" y="577920"/>
                <a:ext cx="70920" cy="243000"/>
              </p14:xfrm>
            </p:contentPart>
          </mc:Choice>
          <mc:Fallback>
            <p:pic>
              <p:nvPicPr>
                <p:cNvPr id="72" name="Ink 71">
                  <a:extLst>
                    <a:ext uri="{FF2B5EF4-FFF2-40B4-BE49-F238E27FC236}">
                      <a16:creationId xmlns:a16="http://schemas.microsoft.com/office/drawing/2014/main" id="{128495DE-6D2C-E878-EBCD-862F4021E002}"/>
                    </a:ext>
                  </a:extLst>
                </p:cNvPr>
                <p:cNvPicPr/>
                <p:nvPr/>
              </p:nvPicPr>
              <p:blipFill>
                <a:blip r:embed="rId126"/>
                <a:stretch>
                  <a:fillRect/>
                </a:stretch>
              </p:blipFill>
              <p:spPr>
                <a:xfrm>
                  <a:off x="2490240" y="573600"/>
                  <a:ext cx="7956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3" name="Ink 72">
                  <a:extLst>
                    <a:ext uri="{FF2B5EF4-FFF2-40B4-BE49-F238E27FC236}">
                      <a16:creationId xmlns:a16="http://schemas.microsoft.com/office/drawing/2014/main" id="{B30712E4-ACFF-A189-A0C7-5F9BF608609B}"/>
                    </a:ext>
                  </a:extLst>
                </p14:cNvPr>
                <p14:cNvContentPartPr/>
                <p14:nvPr/>
              </p14:nvContentPartPr>
              <p14:xfrm>
                <a:off x="2675280" y="690600"/>
                <a:ext cx="34560" cy="150840"/>
              </p14:xfrm>
            </p:contentPart>
          </mc:Choice>
          <mc:Fallback>
            <p:pic>
              <p:nvPicPr>
                <p:cNvPr id="73" name="Ink 72">
                  <a:extLst>
                    <a:ext uri="{FF2B5EF4-FFF2-40B4-BE49-F238E27FC236}">
                      <a16:creationId xmlns:a16="http://schemas.microsoft.com/office/drawing/2014/main" id="{B30712E4-ACFF-A189-A0C7-5F9BF608609B}"/>
                    </a:ext>
                  </a:extLst>
                </p:cNvPr>
                <p:cNvPicPr/>
                <p:nvPr/>
              </p:nvPicPr>
              <p:blipFill>
                <a:blip r:embed="rId128"/>
                <a:stretch>
                  <a:fillRect/>
                </a:stretch>
              </p:blipFill>
              <p:spPr>
                <a:xfrm>
                  <a:off x="2670960" y="686280"/>
                  <a:ext cx="4320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4" name="Ink 73">
                  <a:extLst>
                    <a:ext uri="{FF2B5EF4-FFF2-40B4-BE49-F238E27FC236}">
                      <a16:creationId xmlns:a16="http://schemas.microsoft.com/office/drawing/2014/main" id="{3AB50F0B-6A59-2E17-3841-E8FDA81957C7}"/>
                    </a:ext>
                  </a:extLst>
                </p14:cNvPr>
                <p14:cNvContentPartPr/>
                <p14:nvPr/>
              </p14:nvContentPartPr>
              <p14:xfrm>
                <a:off x="2668080" y="673680"/>
                <a:ext cx="69480" cy="97560"/>
              </p14:xfrm>
            </p:contentPart>
          </mc:Choice>
          <mc:Fallback>
            <p:pic>
              <p:nvPicPr>
                <p:cNvPr id="74" name="Ink 73">
                  <a:extLst>
                    <a:ext uri="{FF2B5EF4-FFF2-40B4-BE49-F238E27FC236}">
                      <a16:creationId xmlns:a16="http://schemas.microsoft.com/office/drawing/2014/main" id="{3AB50F0B-6A59-2E17-3841-E8FDA81957C7}"/>
                    </a:ext>
                  </a:extLst>
                </p:cNvPr>
                <p:cNvPicPr/>
                <p:nvPr/>
              </p:nvPicPr>
              <p:blipFill>
                <a:blip r:embed="rId130"/>
                <a:stretch>
                  <a:fillRect/>
                </a:stretch>
              </p:blipFill>
              <p:spPr>
                <a:xfrm>
                  <a:off x="2663760" y="669360"/>
                  <a:ext cx="781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5" name="Ink 74">
                  <a:extLst>
                    <a:ext uri="{FF2B5EF4-FFF2-40B4-BE49-F238E27FC236}">
                      <a16:creationId xmlns:a16="http://schemas.microsoft.com/office/drawing/2014/main" id="{4D03AAE7-05B0-7384-ABCF-807D30FA9C5D}"/>
                    </a:ext>
                  </a:extLst>
                </p14:cNvPr>
                <p14:cNvContentPartPr/>
                <p14:nvPr/>
              </p14:nvContentPartPr>
              <p14:xfrm>
                <a:off x="2753760" y="672600"/>
                <a:ext cx="66600" cy="114480"/>
              </p14:xfrm>
            </p:contentPart>
          </mc:Choice>
          <mc:Fallback>
            <p:pic>
              <p:nvPicPr>
                <p:cNvPr id="75" name="Ink 74">
                  <a:extLst>
                    <a:ext uri="{FF2B5EF4-FFF2-40B4-BE49-F238E27FC236}">
                      <a16:creationId xmlns:a16="http://schemas.microsoft.com/office/drawing/2014/main" id="{4D03AAE7-05B0-7384-ABCF-807D30FA9C5D}"/>
                    </a:ext>
                  </a:extLst>
                </p:cNvPr>
                <p:cNvPicPr/>
                <p:nvPr/>
              </p:nvPicPr>
              <p:blipFill>
                <a:blip r:embed="rId132"/>
                <a:stretch>
                  <a:fillRect/>
                </a:stretch>
              </p:blipFill>
              <p:spPr>
                <a:xfrm>
                  <a:off x="2749440" y="668280"/>
                  <a:ext cx="7524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6" name="Ink 75">
                  <a:extLst>
                    <a:ext uri="{FF2B5EF4-FFF2-40B4-BE49-F238E27FC236}">
                      <a16:creationId xmlns:a16="http://schemas.microsoft.com/office/drawing/2014/main" id="{AE6C0A0D-2D51-23F3-8E95-B30FA2D91518}"/>
                    </a:ext>
                  </a:extLst>
                </p14:cNvPr>
                <p14:cNvContentPartPr/>
                <p14:nvPr/>
              </p14:nvContentPartPr>
              <p14:xfrm>
                <a:off x="2861760" y="689160"/>
                <a:ext cx="7920" cy="59400"/>
              </p14:xfrm>
            </p:contentPart>
          </mc:Choice>
          <mc:Fallback>
            <p:pic>
              <p:nvPicPr>
                <p:cNvPr id="76" name="Ink 75">
                  <a:extLst>
                    <a:ext uri="{FF2B5EF4-FFF2-40B4-BE49-F238E27FC236}">
                      <a16:creationId xmlns:a16="http://schemas.microsoft.com/office/drawing/2014/main" id="{AE6C0A0D-2D51-23F3-8E95-B30FA2D91518}"/>
                    </a:ext>
                  </a:extLst>
                </p:cNvPr>
                <p:cNvPicPr/>
                <p:nvPr/>
              </p:nvPicPr>
              <p:blipFill>
                <a:blip r:embed="rId134"/>
                <a:stretch>
                  <a:fillRect/>
                </a:stretch>
              </p:blipFill>
              <p:spPr>
                <a:xfrm>
                  <a:off x="2857440" y="684840"/>
                  <a:ext cx="1656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7" name="Ink 76">
                  <a:extLst>
                    <a:ext uri="{FF2B5EF4-FFF2-40B4-BE49-F238E27FC236}">
                      <a16:creationId xmlns:a16="http://schemas.microsoft.com/office/drawing/2014/main" id="{A607345B-C9D1-695F-3B2D-6CDDD4B95A23}"/>
                    </a:ext>
                  </a:extLst>
                </p14:cNvPr>
                <p14:cNvContentPartPr/>
                <p14:nvPr/>
              </p14:nvContentPartPr>
              <p14:xfrm>
                <a:off x="2843040" y="614640"/>
                <a:ext cx="24840" cy="53280"/>
              </p14:xfrm>
            </p:contentPart>
          </mc:Choice>
          <mc:Fallback>
            <p:pic>
              <p:nvPicPr>
                <p:cNvPr id="77" name="Ink 76">
                  <a:extLst>
                    <a:ext uri="{FF2B5EF4-FFF2-40B4-BE49-F238E27FC236}">
                      <a16:creationId xmlns:a16="http://schemas.microsoft.com/office/drawing/2014/main" id="{A607345B-C9D1-695F-3B2D-6CDDD4B95A23}"/>
                    </a:ext>
                  </a:extLst>
                </p:cNvPr>
                <p:cNvPicPr/>
                <p:nvPr/>
              </p:nvPicPr>
              <p:blipFill>
                <a:blip r:embed="rId136"/>
                <a:stretch>
                  <a:fillRect/>
                </a:stretch>
              </p:blipFill>
              <p:spPr>
                <a:xfrm>
                  <a:off x="2838720" y="610320"/>
                  <a:ext cx="3348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8" name="Ink 77">
                  <a:extLst>
                    <a:ext uri="{FF2B5EF4-FFF2-40B4-BE49-F238E27FC236}">
                      <a16:creationId xmlns:a16="http://schemas.microsoft.com/office/drawing/2014/main" id="{661B9DF0-050E-24A4-291F-C796D3324ABA}"/>
                    </a:ext>
                  </a:extLst>
                </p14:cNvPr>
                <p14:cNvContentPartPr/>
                <p14:nvPr/>
              </p14:nvContentPartPr>
              <p14:xfrm>
                <a:off x="2913240" y="656040"/>
                <a:ext cx="34920" cy="93600"/>
              </p14:xfrm>
            </p:contentPart>
          </mc:Choice>
          <mc:Fallback>
            <p:pic>
              <p:nvPicPr>
                <p:cNvPr id="78" name="Ink 77">
                  <a:extLst>
                    <a:ext uri="{FF2B5EF4-FFF2-40B4-BE49-F238E27FC236}">
                      <a16:creationId xmlns:a16="http://schemas.microsoft.com/office/drawing/2014/main" id="{661B9DF0-050E-24A4-291F-C796D3324ABA}"/>
                    </a:ext>
                  </a:extLst>
                </p:cNvPr>
                <p:cNvPicPr/>
                <p:nvPr/>
              </p:nvPicPr>
              <p:blipFill>
                <a:blip r:embed="rId138"/>
                <a:stretch>
                  <a:fillRect/>
                </a:stretch>
              </p:blipFill>
              <p:spPr>
                <a:xfrm>
                  <a:off x="2908920" y="651720"/>
                  <a:ext cx="4356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79" name="Ink 78">
                  <a:extLst>
                    <a:ext uri="{FF2B5EF4-FFF2-40B4-BE49-F238E27FC236}">
                      <a16:creationId xmlns:a16="http://schemas.microsoft.com/office/drawing/2014/main" id="{80556B9D-5F54-DFCE-82AB-1294412B20DF}"/>
                    </a:ext>
                  </a:extLst>
                </p14:cNvPr>
                <p14:cNvContentPartPr/>
                <p14:nvPr/>
              </p14:nvContentPartPr>
              <p14:xfrm>
                <a:off x="2952120" y="644520"/>
                <a:ext cx="111960" cy="120960"/>
              </p14:xfrm>
            </p:contentPart>
          </mc:Choice>
          <mc:Fallback>
            <p:pic>
              <p:nvPicPr>
                <p:cNvPr id="79" name="Ink 78">
                  <a:extLst>
                    <a:ext uri="{FF2B5EF4-FFF2-40B4-BE49-F238E27FC236}">
                      <a16:creationId xmlns:a16="http://schemas.microsoft.com/office/drawing/2014/main" id="{80556B9D-5F54-DFCE-82AB-1294412B20DF}"/>
                    </a:ext>
                  </a:extLst>
                </p:cNvPr>
                <p:cNvPicPr/>
                <p:nvPr/>
              </p:nvPicPr>
              <p:blipFill>
                <a:blip r:embed="rId140"/>
                <a:stretch>
                  <a:fillRect/>
                </a:stretch>
              </p:blipFill>
              <p:spPr>
                <a:xfrm>
                  <a:off x="2947800" y="640200"/>
                  <a:ext cx="120600" cy="12960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304800"/>
            <a:ext cx="8130367" cy="7417415"/>
          </a:xfrm>
          <a:prstGeom prst="rect">
            <a:avLst/>
          </a:prstGeom>
          <a:noFill/>
        </p:spPr>
        <p:txBody>
          <a:bodyPr wrap="none" rtlCol="0">
            <a:spAutoFit/>
          </a:bodyPr>
          <a:lstStyle/>
          <a:p>
            <a:r>
              <a:rPr lang="en-US" sz="1400" dirty="0">
                <a:solidFill>
                  <a:srgbClr val="FF0000"/>
                </a:solidFill>
              </a:rPr>
              <a:t>HINTS:</a:t>
            </a:r>
          </a:p>
          <a:p>
            <a:endParaRPr lang="en-US" sz="1400" dirty="0"/>
          </a:p>
          <a:p>
            <a:r>
              <a:rPr lang="en-US" sz="1400" dirty="0"/>
              <a:t>Watch your x-axis and y-axis scales here…</a:t>
            </a:r>
          </a:p>
          <a:p>
            <a:endParaRPr lang="en-US" sz="1400" dirty="0"/>
          </a:p>
          <a:p>
            <a:r>
              <a:rPr lang="en-US" sz="1400" dirty="0"/>
              <a:t>Make sure all your curves are evaluated on the same set of x sequences.</a:t>
            </a:r>
          </a:p>
          <a:p>
            <a:endParaRPr lang="en-US" sz="1400" dirty="0"/>
          </a:p>
          <a:p>
            <a:r>
              <a:rPr lang="en-US" sz="1400" dirty="0"/>
              <a:t>If </a:t>
            </a:r>
            <a:r>
              <a:rPr lang="en-US" sz="1400" dirty="0" err="1"/>
              <a:t>someDistribution</a:t>
            </a:r>
            <a:r>
              <a:rPr lang="en-US" sz="1400" dirty="0"/>
              <a:t> holds the results of your Metropolis walks, you can use..</a:t>
            </a:r>
          </a:p>
          <a:p>
            <a:endParaRPr lang="en-US" sz="1400" dirty="0"/>
          </a:p>
          <a:p>
            <a:r>
              <a:rPr lang="en-US" sz="1400" dirty="0">
                <a:solidFill>
                  <a:srgbClr val="FF0000"/>
                </a:solidFill>
              </a:rPr>
              <a:t>	</a:t>
            </a:r>
            <a:r>
              <a:rPr lang="en-US" sz="1400" dirty="0" err="1">
                <a:solidFill>
                  <a:srgbClr val="FF0000"/>
                </a:solidFill>
              </a:rPr>
              <a:t>myHist</a:t>
            </a:r>
            <a:r>
              <a:rPr lang="en-US" sz="1400" dirty="0">
                <a:solidFill>
                  <a:srgbClr val="FF0000"/>
                </a:solidFill>
              </a:rPr>
              <a:t> &lt;- </a:t>
            </a:r>
            <a:r>
              <a:rPr lang="en-US" sz="1400" dirty="0" err="1">
                <a:solidFill>
                  <a:srgbClr val="FF0000"/>
                </a:solidFill>
              </a:rPr>
              <a:t>hist</a:t>
            </a:r>
            <a:r>
              <a:rPr lang="en-US" sz="1400" dirty="0">
                <a:solidFill>
                  <a:srgbClr val="FF0000"/>
                </a:solidFill>
              </a:rPr>
              <a:t>(</a:t>
            </a:r>
            <a:r>
              <a:rPr lang="en-US" sz="1400" dirty="0" err="1">
                <a:solidFill>
                  <a:srgbClr val="FF0000"/>
                </a:solidFill>
              </a:rPr>
              <a:t>someDistribution,breaks</a:t>
            </a:r>
            <a:r>
              <a:rPr lang="en-US" sz="1400" dirty="0">
                <a:solidFill>
                  <a:srgbClr val="FF0000"/>
                </a:solidFill>
              </a:rPr>
              <a:t>=200,plot=FALSE)</a:t>
            </a:r>
          </a:p>
          <a:p>
            <a:endParaRPr lang="en-US" sz="1400" dirty="0"/>
          </a:p>
          <a:p>
            <a:r>
              <a:rPr lang="en-US" sz="1400" dirty="0"/>
              <a:t>to bin those results and then </a:t>
            </a:r>
            <a:r>
              <a:rPr lang="en-US" sz="1400" dirty="0" err="1"/>
              <a:t>myHist$mids</a:t>
            </a:r>
            <a:r>
              <a:rPr lang="en-US" sz="1400" dirty="0"/>
              <a:t> will hold the values for the x-axis for all your graphs.</a:t>
            </a:r>
          </a:p>
          <a:p>
            <a:endParaRPr lang="en-US" sz="1400" dirty="0"/>
          </a:p>
          <a:p>
            <a:r>
              <a:rPr lang="en-US" sz="1400" dirty="0"/>
              <a:t>Make sure the sum of each curve is equal to 1 when you graph them…</a:t>
            </a:r>
          </a:p>
          <a:p>
            <a:endParaRPr lang="en-US" sz="1400" dirty="0"/>
          </a:p>
          <a:p>
            <a:r>
              <a:rPr lang="en-US" sz="1400" dirty="0"/>
              <a:t>So for the above histogram, you could plot…</a:t>
            </a:r>
          </a:p>
          <a:p>
            <a:endParaRPr lang="en-US" sz="1400" dirty="0"/>
          </a:p>
          <a:p>
            <a:r>
              <a:rPr lang="en-US" sz="1400" dirty="0">
                <a:solidFill>
                  <a:srgbClr val="FF0000"/>
                </a:solidFill>
              </a:rPr>
              <a:t>plot( </a:t>
            </a:r>
            <a:r>
              <a:rPr lang="en-US" sz="1400" dirty="0" err="1">
                <a:solidFill>
                  <a:srgbClr val="FF0000"/>
                </a:solidFill>
              </a:rPr>
              <a:t>myHist$</a:t>
            </a:r>
            <a:r>
              <a:rPr lang="en-US" sz="1400" u="sng" dirty="0" err="1">
                <a:solidFill>
                  <a:srgbClr val="FF0000"/>
                </a:solidFill>
              </a:rPr>
              <a:t>mids</a:t>
            </a:r>
            <a:r>
              <a:rPr lang="en-US" sz="1400" u="sng" dirty="0">
                <a:solidFill>
                  <a:srgbClr val="FF0000"/>
                </a:solidFill>
              </a:rPr>
              <a:t>, </a:t>
            </a:r>
            <a:r>
              <a:rPr lang="en-US" sz="1400" u="sng" dirty="0" err="1">
                <a:solidFill>
                  <a:srgbClr val="FF0000"/>
                </a:solidFill>
              </a:rPr>
              <a:t>myHist$counts</a:t>
            </a:r>
            <a:r>
              <a:rPr lang="en-US" sz="1400" u="sng" dirty="0">
                <a:solidFill>
                  <a:srgbClr val="FF0000"/>
                </a:solidFill>
              </a:rPr>
              <a:t>/length(</a:t>
            </a:r>
            <a:r>
              <a:rPr lang="en-US" sz="1400" dirty="0" err="1">
                <a:solidFill>
                  <a:srgbClr val="FF0000"/>
                </a:solidFill>
              </a:rPr>
              <a:t>someDistribution</a:t>
            </a:r>
            <a:r>
              <a:rPr lang="en-US" sz="1400" u="sng" dirty="0">
                <a:solidFill>
                  <a:srgbClr val="FF0000"/>
                </a:solidFill>
              </a:rPr>
              <a:t>),main=“Plot title here”)</a:t>
            </a:r>
          </a:p>
          <a:p>
            <a:endParaRPr lang="en-US" sz="1400" u="sng" dirty="0">
              <a:solidFill>
                <a:srgbClr val="FF0000"/>
              </a:solidFill>
            </a:endParaRPr>
          </a:p>
          <a:p>
            <a:r>
              <a:rPr lang="en-US" sz="1400" dirty="0"/>
              <a:t>You can add </a:t>
            </a:r>
            <a:r>
              <a:rPr lang="en-US" sz="1400" dirty="0" err="1"/>
              <a:t>ylim</a:t>
            </a:r>
            <a:r>
              <a:rPr lang="en-US" sz="1400" dirty="0"/>
              <a:t>() and </a:t>
            </a:r>
            <a:r>
              <a:rPr lang="en-US" sz="1400" dirty="0" err="1"/>
              <a:t>xlim</a:t>
            </a:r>
            <a:r>
              <a:rPr lang="en-US" sz="1400" dirty="0"/>
              <a:t>() as parameters to zoom in or zoom out as appropriate for that graph</a:t>
            </a:r>
          </a:p>
          <a:p>
            <a:endParaRPr lang="en-US" sz="1400" dirty="0"/>
          </a:p>
          <a:p>
            <a:r>
              <a:rPr lang="en-US" sz="1400" dirty="0"/>
              <a:t>Then to add another distribution (that can be evaluated as a function ranging from 0 to 1) to the same graph:</a:t>
            </a:r>
            <a:endParaRPr lang="en-US" sz="1400" u="sng" dirty="0">
              <a:solidFill>
                <a:srgbClr val="FF0000"/>
              </a:solidFill>
            </a:endParaRPr>
          </a:p>
          <a:p>
            <a:endParaRPr lang="en-US" sz="1400" u="sng" dirty="0">
              <a:solidFill>
                <a:srgbClr val="FF0000"/>
              </a:solidFill>
            </a:endParaRPr>
          </a:p>
          <a:p>
            <a:r>
              <a:rPr lang="en-US" sz="1400" u="sng" dirty="0" err="1">
                <a:solidFill>
                  <a:srgbClr val="FF0000"/>
                </a:solidFill>
              </a:rPr>
              <a:t>aSum</a:t>
            </a:r>
            <a:r>
              <a:rPr lang="en-US" sz="1400" u="sng" dirty="0">
                <a:solidFill>
                  <a:srgbClr val="FF0000"/>
                </a:solidFill>
              </a:rPr>
              <a:t> &lt;- sum(</a:t>
            </a:r>
            <a:r>
              <a:rPr lang="en-US" sz="1400" u="sng" dirty="0" err="1">
                <a:solidFill>
                  <a:srgbClr val="FF0000"/>
                </a:solidFill>
              </a:rPr>
              <a:t>nextDistribution</a:t>
            </a:r>
            <a:r>
              <a:rPr lang="en-US" sz="1400" u="sng" dirty="0">
                <a:solidFill>
                  <a:srgbClr val="FF0000"/>
                </a:solidFill>
              </a:rPr>
              <a:t>(</a:t>
            </a:r>
            <a:r>
              <a:rPr lang="en-US" sz="1400" u="sng" dirty="0" err="1">
                <a:solidFill>
                  <a:srgbClr val="FF0000"/>
                </a:solidFill>
              </a:rPr>
              <a:t>myHist$mids</a:t>
            </a:r>
            <a:r>
              <a:rPr lang="en-US" sz="1400" u="sng" dirty="0">
                <a:solidFill>
                  <a:srgbClr val="FF0000"/>
                </a:solidFill>
              </a:rPr>
              <a:t>))</a:t>
            </a:r>
          </a:p>
          <a:p>
            <a:r>
              <a:rPr lang="en-US" sz="1400" u="sng" dirty="0">
                <a:solidFill>
                  <a:srgbClr val="FF0000"/>
                </a:solidFill>
              </a:rPr>
              <a:t>lines( </a:t>
            </a:r>
            <a:r>
              <a:rPr lang="en-US" sz="1400" u="sng" dirty="0" err="1">
                <a:solidFill>
                  <a:srgbClr val="FF0000"/>
                </a:solidFill>
              </a:rPr>
              <a:t>myHist$mids</a:t>
            </a:r>
            <a:r>
              <a:rPr lang="en-US" sz="1400" u="sng" dirty="0">
                <a:solidFill>
                  <a:srgbClr val="FF0000"/>
                </a:solidFill>
              </a:rPr>
              <a:t>, </a:t>
            </a:r>
            <a:r>
              <a:rPr lang="en-US" sz="1400" u="sng" dirty="0" err="1">
                <a:solidFill>
                  <a:srgbClr val="FF0000"/>
                </a:solidFill>
              </a:rPr>
              <a:t>nextDistribution</a:t>
            </a:r>
            <a:r>
              <a:rPr lang="en-US" sz="1400" u="sng" dirty="0">
                <a:solidFill>
                  <a:srgbClr val="FF0000"/>
                </a:solidFill>
              </a:rPr>
              <a:t>(</a:t>
            </a:r>
            <a:r>
              <a:rPr lang="en-US" sz="1400" u="sng" dirty="0" err="1">
                <a:solidFill>
                  <a:srgbClr val="FF0000"/>
                </a:solidFill>
              </a:rPr>
              <a:t>myHist$mids</a:t>
            </a:r>
            <a:r>
              <a:rPr lang="en-US" sz="1400" u="sng" dirty="0">
                <a:solidFill>
                  <a:srgbClr val="FF0000"/>
                </a:solidFill>
              </a:rPr>
              <a:t>)/</a:t>
            </a:r>
            <a:r>
              <a:rPr lang="en-US" sz="1400" u="sng" dirty="0" err="1">
                <a:solidFill>
                  <a:srgbClr val="FF0000"/>
                </a:solidFill>
              </a:rPr>
              <a:t>aSum,col</a:t>
            </a:r>
            <a:r>
              <a:rPr lang="en-US" sz="1400" u="sng" dirty="0">
                <a:solidFill>
                  <a:srgbClr val="FF0000"/>
                </a:solidFill>
              </a:rPr>
              <a:t>="red") </a:t>
            </a:r>
          </a:p>
          <a:p>
            <a:endParaRPr lang="en-US" sz="1400" u="sng" dirty="0">
              <a:solidFill>
                <a:srgbClr val="FF0000"/>
              </a:solidFill>
            </a:endParaRPr>
          </a:p>
          <a:p>
            <a:endParaRPr lang="en-US" sz="1400" u="sng" dirty="0">
              <a:solidFill>
                <a:srgbClr val="FF0000"/>
              </a:solidFill>
            </a:endParaRPr>
          </a:p>
          <a:p>
            <a:r>
              <a:rPr lang="en-US" sz="1400" u="sng" dirty="0">
                <a:solidFill>
                  <a:srgbClr val="FF0000"/>
                </a:solidFill>
              </a:rPr>
              <a:t>(See </a:t>
            </a:r>
            <a:r>
              <a:rPr lang="en-US" sz="1400" u="sng">
                <a:solidFill>
                  <a:srgbClr val="FF0000"/>
                </a:solidFill>
              </a:rPr>
              <a:t>lecture 8, </a:t>
            </a:r>
            <a:r>
              <a:rPr lang="en-US" sz="1400" u="sng" dirty="0">
                <a:solidFill>
                  <a:srgbClr val="FF0000"/>
                </a:solidFill>
              </a:rPr>
              <a:t>slide 5 for an example of scaling….)</a:t>
            </a: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dirty="0">
              <a:solidFill>
                <a:srgbClr val="FF0000"/>
              </a:solidFill>
            </a:endParaRPr>
          </a:p>
        </p:txBody>
      </p:sp>
    </p:spTree>
    <p:extLst>
      <p:ext uri="{BB962C8B-B14F-4D97-AF65-F5344CB8AC3E}">
        <p14:creationId xmlns:p14="http://schemas.microsoft.com/office/powerpoint/2010/main" val="2391948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4921</TotalTime>
  <Words>527</Words>
  <Application>Microsoft Office PowerPoint</Application>
  <PresentationFormat>On-screen Show (4:3)</PresentationFormat>
  <Paragraphs>56</Paragraphs>
  <Slides>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Anthony</dc:creator>
  <cp:lastModifiedBy>Flemister, Abeoseh</cp:lastModifiedBy>
  <cp:revision>65</cp:revision>
  <dcterms:created xsi:type="dcterms:W3CDTF">2006-08-16T00:00:00Z</dcterms:created>
  <dcterms:modified xsi:type="dcterms:W3CDTF">2026-02-15T16:31:10Z</dcterms:modified>
</cp:coreProperties>
</file>